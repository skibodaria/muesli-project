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9" r:id="rId1"/>
    <p:sldMasterId id="2147483740" r:id="rId2"/>
  </p:sldMasterIdLst>
  <p:notesMasterIdLst>
    <p:notesMasterId r:id="rId3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9144000" cy="5143500" type="screen16x9"/>
  <p:notesSz cx="6858000" cy="9144000"/>
  <p:embeddedFontLst>
    <p:embeddedFont>
      <p:font typeface="Instrument Sans" pitchFamily="2" charset="0"/>
      <p:regular r:id="rId38"/>
      <p:bold r:id="rId39"/>
      <p:italic r:id="rId40"/>
      <p:boldItalic r:id="rId41"/>
    </p:embeddedFont>
    <p:embeddedFont>
      <p:font typeface="Instrument Sans Medium" pitchFamily="2" charset="0"/>
      <p:regular r:id="rId42"/>
      <p:bold r:id="rId43"/>
      <p:italic r:id="rId44"/>
      <p:boldItalic r:id="rId45"/>
    </p:embeddedFont>
    <p:embeddedFont>
      <p:font typeface="Instrument Sans SemiBold" pitchFamily="2" charset="0"/>
      <p:regular r:id="rId46"/>
      <p:bold r:id="rId47"/>
      <p:italic r:id="rId48"/>
      <p:boldItalic r:id="rId49"/>
    </p:embeddedFont>
    <p:embeddedFont>
      <p:font typeface="Nunito Sans" pitchFamily="2" charset="77"/>
      <p:regular r:id="rId50"/>
      <p:bold r:id="rId51"/>
    </p:embeddedFont>
    <p:embeddedFont>
      <p:font typeface="Nunito Sans SemiBold" pitchFamily="2" charset="77"/>
      <p:regular r:id="rId52"/>
      <p:bold r:id="rId53"/>
    </p:embeddedFont>
    <p:embeddedFont>
      <p:font typeface="Outfit" pitchFamily="2" charset="0"/>
      <p:regular r:id="rId54"/>
      <p:bold r:id="rId55"/>
    </p:embeddedFont>
    <p:embeddedFont>
      <p:font typeface="Outfit SemiBold" pitchFamily="2" charset="0"/>
      <p:regular r:id="rId56"/>
      <p:bold r:id="rId57"/>
    </p:embeddedFont>
    <p:embeddedFont>
      <p:font typeface="Poppins" pitchFamily="2" charset="77"/>
      <p:regular r:id="rId58"/>
      <p:bold r:id="rId59"/>
      <p:italic r:id="rId60"/>
      <p:boldItalic r:id="rId61"/>
    </p:embeddedFont>
    <p:embeddedFont>
      <p:font typeface="Poppins Medium" pitchFamily="2" charset="77"/>
      <p:regular r:id="rId62"/>
      <p:italic r:id="rId63"/>
    </p:embeddedFont>
    <p:embeddedFont>
      <p:font typeface="Poppins SemiBold" pitchFamily="2" charset="77"/>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A93264-B889-4CC9-B6D9-3ED02D0A5889}">
  <a:tblStyle styleId="{E9A93264-B889-4CC9-B6D9-3ED02D0A5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45"/>
    <p:restoredTop sz="94610"/>
  </p:normalViewPr>
  <p:slideViewPr>
    <p:cSldViewPr snapToGrid="0">
      <p:cViewPr>
        <p:scale>
          <a:sx n="113" d="100"/>
          <a:sy n="113" d="100"/>
        </p:scale>
        <p:origin x="144"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font" Target="fonts/font5.fntdata"/><Relationship Id="rId47" Type="http://schemas.openxmlformats.org/officeDocument/2006/relationships/font" Target="fonts/font10.fntdata"/><Relationship Id="rId63" Type="http://schemas.openxmlformats.org/officeDocument/2006/relationships/font" Target="fonts/font26.fntdata"/><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font" Target="fonts/font21.fntdata"/><Relationship Id="rId66" Type="http://schemas.openxmlformats.org/officeDocument/2006/relationships/font" Target="fonts/font29.fntdata"/><Relationship Id="rId5" Type="http://schemas.openxmlformats.org/officeDocument/2006/relationships/slide" Target="slides/slide3.xml"/><Relationship Id="rId61" Type="http://schemas.openxmlformats.org/officeDocument/2006/relationships/font" Target="fonts/font24.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64" Type="http://schemas.openxmlformats.org/officeDocument/2006/relationships/font" Target="fonts/font27.fntdata"/><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font" Target="fonts/font14.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font" Target="fonts/font22.fntdata"/><Relationship Id="rId67" Type="http://schemas.openxmlformats.org/officeDocument/2006/relationships/font" Target="fonts/font30.fntdata"/><Relationship Id="rId20" Type="http://schemas.openxmlformats.org/officeDocument/2006/relationships/slide" Target="slides/slide18.xml"/><Relationship Id="rId41" Type="http://schemas.openxmlformats.org/officeDocument/2006/relationships/font" Target="fonts/font4.fntdata"/><Relationship Id="rId54" Type="http://schemas.openxmlformats.org/officeDocument/2006/relationships/font" Target="fonts/font17.fntdata"/><Relationship Id="rId62" Type="http://schemas.openxmlformats.org/officeDocument/2006/relationships/font" Target="fonts/font25.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2.fntdata"/><Relationship Id="rId57" Type="http://schemas.openxmlformats.org/officeDocument/2006/relationships/font" Target="fonts/font20.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7.fntdata"/><Relationship Id="rId52" Type="http://schemas.openxmlformats.org/officeDocument/2006/relationships/font" Target="fonts/font15.fntdata"/><Relationship Id="rId60" Type="http://schemas.openxmlformats.org/officeDocument/2006/relationships/font" Target="fonts/font23.fntdata"/><Relationship Id="rId65" Type="http://schemas.openxmlformats.org/officeDocument/2006/relationships/font" Target="fonts/font28.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2.fntdata"/><Relationship Id="rId34" Type="http://schemas.openxmlformats.org/officeDocument/2006/relationships/slide" Target="slides/slide32.xml"/><Relationship Id="rId50" Type="http://schemas.openxmlformats.org/officeDocument/2006/relationships/font" Target="fonts/font13.fntdata"/><Relationship Id="rId55"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3d04a3d2547_0_4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3d04a3d2547_0_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3d04a3d2547_0_8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3d04a3d2547_0_8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3d04a3d2547_0_9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3" name="Google Shape;873;g3d04a3d2547_0_9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3d04a3d2547_0_9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3d04a3d2547_0_9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3d04a3d2547_0_10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3" name="Google Shape;903;g3d04a3d2547_0_10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g3d04a3d2547_0_1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8" name="Google Shape;938;g3d04a3d2547_0_1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3d04a3d2547_0_1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3d04a3d2547_0_1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8"/>
        <p:cNvGrpSpPr/>
        <p:nvPr/>
      </p:nvGrpSpPr>
      <p:grpSpPr>
        <a:xfrm>
          <a:off x="0" y="0"/>
          <a:ext cx="0" cy="0"/>
          <a:chOff x="0" y="0"/>
          <a:chExt cx="0" cy="0"/>
        </a:xfrm>
      </p:grpSpPr>
      <p:sp>
        <p:nvSpPr>
          <p:cNvPr id="949" name="Google Shape;949;g3d04a3d2547_0_10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0" name="Google Shape;950;g3d04a3d2547_0_10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3d04a3d2547_0_10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2" name="Google Shape;962;g3d04a3d2547_0_10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3d04a3d2547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2" name="Google Shape;972;g3d04a3d2547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3d04a3d2547_0_1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3d04a3d2547_0_1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Even the optimistic scenario (business days only) does not support the warehouse claim about 2 processing days.</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g3d04a3d2547_0_1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9" name="Google Shape;989;g3d04a3d2547_0_1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Even the optimistic scenario (business days only) does not support the warehouse claim about 2 processing days.</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3d04a3d2547_0_10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3d04a3d2547_0_1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d04a3d2547_0_1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5" name="Google Shape;1005;g3d04a3d2547_0_1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3d04a3d2547_0_1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4" name="Google Shape;1014;g3d04a3d2547_0_1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3d04a3d2547_0_1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2" name="Google Shape;1022;g3d04a3d2547_0_1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3d04a3d2547_0_12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3d04a3d2547_0_1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3d04a3d2547_0_10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d04a3d2547_0_10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3d04a3d2547_0_1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7" name="Google Shape;1047;g3d04a3d2547_0_1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g3d04a3d2547_0_1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6" name="Google Shape;1056;g3d04a3d2547_0_1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Calendar:</a:t>
            </a:r>
            <a:endParaRPr sz="9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count    333.000000</a:t>
            </a:r>
            <a:endParaRPr sz="9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mean      10.834835</a:t>
            </a:r>
            <a:endParaRPr sz="9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std        2.862257</a:t>
            </a:r>
            <a:endParaRPr sz="9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min        3.000000</a:t>
            </a:r>
            <a:endParaRPr sz="9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25%        9.000000</a:t>
            </a:r>
            <a:endParaRPr sz="9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50%       11.000000</a:t>
            </a:r>
            <a:endParaRPr sz="9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75%       13.000000</a:t>
            </a:r>
            <a:endParaRPr sz="900">
              <a:solidFill>
                <a:schemeClr val="dk1"/>
              </a:solidFill>
              <a:latin typeface="Courier New"/>
              <a:ea typeface="Courier New"/>
              <a:cs typeface="Courier New"/>
              <a:sym typeface="Courier New"/>
            </a:endParaRPr>
          </a:p>
          <a:p>
            <a:pPr marL="0" lvl="0" indent="0" algn="l" rtl="0">
              <a:spcBef>
                <a:spcPts val="0"/>
              </a:spcBef>
              <a:spcAft>
                <a:spcPts val="0"/>
              </a:spcAft>
              <a:buClr>
                <a:schemeClr val="dk1"/>
              </a:buClr>
              <a:buSzPts val="1100"/>
              <a:buFont typeface="Arial"/>
              <a:buNone/>
            </a:pPr>
            <a:r>
              <a:rPr lang="en" sz="900">
                <a:solidFill>
                  <a:schemeClr val="dk1"/>
                </a:solidFill>
                <a:latin typeface="Courier New"/>
                <a:ea typeface="Courier New"/>
                <a:cs typeface="Courier New"/>
                <a:sym typeface="Courier New"/>
              </a:rPr>
              <a:t>max       17.000000</a:t>
            </a:r>
            <a:endParaRPr sz="900">
              <a:solidFill>
                <a:schemeClr val="dk1"/>
              </a:solidFill>
              <a:latin typeface="Courier New"/>
              <a:ea typeface="Courier New"/>
              <a:cs typeface="Courier New"/>
              <a:sym typeface="Courier New"/>
            </a:endParaRPr>
          </a:p>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3"/>
        <p:cNvGrpSpPr/>
        <p:nvPr/>
      </p:nvGrpSpPr>
      <p:grpSpPr>
        <a:xfrm>
          <a:off x="0" y="0"/>
          <a:ext cx="0" cy="0"/>
          <a:chOff x="0" y="0"/>
          <a:chExt cx="0" cy="0"/>
        </a:xfrm>
      </p:grpSpPr>
      <p:sp>
        <p:nvSpPr>
          <p:cNvPr id="1064" name="Google Shape;1064;g3d04a3d2547_0_1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5" name="Google Shape;1065;g3d04a3d2547_0_1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2"/>
        <p:cNvGrpSpPr/>
        <p:nvPr/>
      </p:nvGrpSpPr>
      <p:grpSpPr>
        <a:xfrm>
          <a:off x="0" y="0"/>
          <a:ext cx="0" cy="0"/>
          <a:chOff x="0" y="0"/>
          <a:chExt cx="0" cy="0"/>
        </a:xfrm>
      </p:grpSpPr>
      <p:sp>
        <p:nvSpPr>
          <p:cNvPr id="1073" name="Google Shape;1073;g3d04a3d2547_0_1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4" name="Google Shape;1074;g3d04a3d2547_0_1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1"/>
        <p:cNvGrpSpPr/>
        <p:nvPr/>
      </p:nvGrpSpPr>
      <p:grpSpPr>
        <a:xfrm>
          <a:off x="0" y="0"/>
          <a:ext cx="0" cy="0"/>
          <a:chOff x="0" y="0"/>
          <a:chExt cx="0" cy="0"/>
        </a:xfrm>
      </p:grpSpPr>
      <p:sp>
        <p:nvSpPr>
          <p:cNvPr id="1082" name="Google Shape;1082;g3d04ba8c98a_1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3" name="Google Shape;1083;g3d04ba8c98a_1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3d04ba8c98a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3d04ba8c98a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1"/>
        <p:cNvGrpSpPr/>
        <p:nvPr/>
      </p:nvGrpSpPr>
      <p:grpSpPr>
        <a:xfrm>
          <a:off x="0" y="0"/>
          <a:ext cx="0" cy="0"/>
          <a:chOff x="0" y="0"/>
          <a:chExt cx="0" cy="0"/>
        </a:xfrm>
      </p:grpSpPr>
      <p:sp>
        <p:nvSpPr>
          <p:cNvPr id="1102" name="Google Shape;1102;g3d04ba8c98a_3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3" name="Google Shape;1103;g3d04ba8c98a_3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8"/>
        <p:cNvGrpSpPr/>
        <p:nvPr/>
      </p:nvGrpSpPr>
      <p:grpSpPr>
        <a:xfrm>
          <a:off x="0" y="0"/>
          <a:ext cx="0" cy="0"/>
          <a:chOff x="0" y="0"/>
          <a:chExt cx="0" cy="0"/>
        </a:xfrm>
      </p:grpSpPr>
      <p:sp>
        <p:nvSpPr>
          <p:cNvPr id="1109" name="Google Shape;1109;g3d04ba8c98a_3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0" name="Google Shape;1110;g3d04ba8c98a_3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g3d04a3d2547_0_1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7" name="Google Shape;1117;g3d04a3d2547_0_1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g3d04ba8c98a_3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6" name="Google Shape;1126;g3d04ba8c98a_3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3d04a3d2547_0_12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3d04a3d2547_0_12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3d04a3d2547_0_1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6" name="Google Shape;1146;g3d04a3d2547_0_1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3d04ba8c98a_3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6" name="Google Shape;1156;g3d04ba8c98a_3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3d04a3d2547_0_1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3d04a3d2547_0_1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3"/>
        <p:cNvGrpSpPr/>
        <p:nvPr/>
      </p:nvGrpSpPr>
      <p:grpSpPr>
        <a:xfrm>
          <a:off x="0" y="0"/>
          <a:ext cx="0" cy="0"/>
          <a:chOff x="0" y="0"/>
          <a:chExt cx="0" cy="0"/>
        </a:xfrm>
      </p:grpSpPr>
      <p:sp>
        <p:nvSpPr>
          <p:cNvPr id="1174" name="Google Shape;1174;g3d04a3d2547_0_12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5" name="Google Shape;1175;g3d04a3d2547_0_12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1"/>
        <p:cNvGrpSpPr/>
        <p:nvPr/>
      </p:nvGrpSpPr>
      <p:grpSpPr>
        <a:xfrm>
          <a:off x="0" y="0"/>
          <a:ext cx="0" cy="0"/>
          <a:chOff x="0" y="0"/>
          <a:chExt cx="0" cy="0"/>
        </a:xfrm>
      </p:grpSpPr>
      <p:sp>
        <p:nvSpPr>
          <p:cNvPr id="1182" name="Google Shape;1182;g3d04a3d2547_0_12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3" name="Google Shape;1183;g3d04a3d2547_0_12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cSld name="BLANK_3">
    <p:spTree>
      <p:nvGrpSpPr>
        <p:cNvPr id="1" name="Shape 8"/>
        <p:cNvGrpSpPr/>
        <p:nvPr/>
      </p:nvGrpSpPr>
      <p:grpSpPr>
        <a:xfrm>
          <a:off x="0" y="0"/>
          <a:ext cx="0" cy="0"/>
          <a:chOff x="0" y="0"/>
          <a:chExt cx="0" cy="0"/>
        </a:xfrm>
      </p:grpSpPr>
      <p:sp>
        <p:nvSpPr>
          <p:cNvPr id="9" name="Google Shape;9;p2"/>
          <p:cNvSpPr/>
          <p:nvPr/>
        </p:nvSpPr>
        <p:spPr>
          <a:xfrm flipH="1">
            <a:off x="575775" y="282900"/>
            <a:ext cx="6489000" cy="4574400"/>
          </a:xfrm>
          <a:prstGeom prst="round2DiagRect">
            <a:avLst>
              <a:gd name="adj1" fmla="val 6071"/>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
        <p:nvSpPr>
          <p:cNvPr id="10" name="Google Shape;10;p2"/>
          <p:cNvSpPr/>
          <p:nvPr/>
        </p:nvSpPr>
        <p:spPr>
          <a:xfrm rot="5400000">
            <a:off x="7817600" y="-468900"/>
            <a:ext cx="291000" cy="1794600"/>
          </a:xfrm>
          <a:prstGeom prst="round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
        <p:nvSpPr>
          <p:cNvPr id="11" name="Google Shape;11;p2"/>
          <p:cNvSpPr/>
          <p:nvPr/>
        </p:nvSpPr>
        <p:spPr>
          <a:xfrm>
            <a:off x="284775" y="282900"/>
            <a:ext cx="291000" cy="4574400"/>
          </a:xfrm>
          <a:prstGeom prst="roundRect">
            <a:avLst>
              <a:gd name="adj" fmla="val 5000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
        <p:nvSpPr>
          <p:cNvPr id="12" name="Google Shape;12;p2"/>
          <p:cNvSpPr txBox="1">
            <a:spLocks noGrp="1"/>
          </p:cNvSpPr>
          <p:nvPr>
            <p:ph type="subTitle" idx="1"/>
          </p:nvPr>
        </p:nvSpPr>
        <p:spPr>
          <a:xfrm>
            <a:off x="1008000" y="4285050"/>
            <a:ext cx="1573800" cy="333300"/>
          </a:xfrm>
          <a:prstGeom prst="rect">
            <a:avLst/>
          </a:prstGeom>
        </p:spPr>
        <p:txBody>
          <a:bodyPr spcFirstLastPara="1" wrap="square" lIns="0" tIns="0" rIns="0" bIns="0" anchor="b" anchorCtr="0">
            <a:noAutofit/>
          </a:bodyPr>
          <a:lstStyle>
            <a:lvl1pPr lvl="0">
              <a:spcBef>
                <a:spcPts val="0"/>
              </a:spcBef>
              <a:spcAft>
                <a:spcPts val="0"/>
              </a:spcAft>
              <a:buSzPts val="800"/>
              <a:buFont typeface="Outfit"/>
              <a:buNone/>
              <a:defRPr sz="800">
                <a:latin typeface="Outfit"/>
                <a:ea typeface="Outfit"/>
                <a:cs typeface="Outfit"/>
                <a:sym typeface="Outfit"/>
              </a:defRPr>
            </a:lvl1pPr>
            <a:lvl2pPr lvl="1">
              <a:spcBef>
                <a:spcPts val="0"/>
              </a:spcBef>
              <a:spcAft>
                <a:spcPts val="0"/>
              </a:spcAft>
              <a:buSzPts val="800"/>
              <a:buFont typeface="Outfit"/>
              <a:buNone/>
              <a:defRPr sz="800">
                <a:latin typeface="Outfit"/>
                <a:ea typeface="Outfit"/>
                <a:cs typeface="Outfit"/>
                <a:sym typeface="Outfit"/>
              </a:defRPr>
            </a:lvl2pPr>
            <a:lvl3pPr lvl="2">
              <a:spcBef>
                <a:spcPts val="0"/>
              </a:spcBef>
              <a:spcAft>
                <a:spcPts val="0"/>
              </a:spcAft>
              <a:buSzPts val="800"/>
              <a:buFont typeface="Outfit"/>
              <a:buNone/>
              <a:defRPr sz="800">
                <a:latin typeface="Outfit"/>
                <a:ea typeface="Outfit"/>
                <a:cs typeface="Outfit"/>
                <a:sym typeface="Outfit"/>
              </a:defRPr>
            </a:lvl3pPr>
            <a:lvl4pPr lvl="3">
              <a:spcBef>
                <a:spcPts val="0"/>
              </a:spcBef>
              <a:spcAft>
                <a:spcPts val="0"/>
              </a:spcAft>
              <a:buSzPts val="800"/>
              <a:buFont typeface="Outfit"/>
              <a:buNone/>
              <a:defRPr sz="800">
                <a:latin typeface="Outfit"/>
                <a:ea typeface="Outfit"/>
                <a:cs typeface="Outfit"/>
                <a:sym typeface="Outfit"/>
              </a:defRPr>
            </a:lvl4pPr>
            <a:lvl5pPr lvl="4">
              <a:spcBef>
                <a:spcPts val="0"/>
              </a:spcBef>
              <a:spcAft>
                <a:spcPts val="0"/>
              </a:spcAft>
              <a:buSzPts val="800"/>
              <a:buFont typeface="Outfit"/>
              <a:buNone/>
              <a:defRPr sz="800">
                <a:latin typeface="Outfit"/>
                <a:ea typeface="Outfit"/>
                <a:cs typeface="Outfit"/>
                <a:sym typeface="Outfit"/>
              </a:defRPr>
            </a:lvl5pPr>
            <a:lvl6pPr lvl="5">
              <a:spcBef>
                <a:spcPts val="0"/>
              </a:spcBef>
              <a:spcAft>
                <a:spcPts val="0"/>
              </a:spcAft>
              <a:buSzPts val="800"/>
              <a:buFont typeface="Outfit"/>
              <a:buNone/>
              <a:defRPr sz="800">
                <a:latin typeface="Outfit"/>
                <a:ea typeface="Outfit"/>
                <a:cs typeface="Outfit"/>
                <a:sym typeface="Outfit"/>
              </a:defRPr>
            </a:lvl6pPr>
            <a:lvl7pPr lvl="6">
              <a:spcBef>
                <a:spcPts val="0"/>
              </a:spcBef>
              <a:spcAft>
                <a:spcPts val="0"/>
              </a:spcAft>
              <a:buSzPts val="800"/>
              <a:buFont typeface="Outfit"/>
              <a:buNone/>
              <a:defRPr sz="800">
                <a:latin typeface="Outfit"/>
                <a:ea typeface="Outfit"/>
                <a:cs typeface="Outfit"/>
                <a:sym typeface="Outfit"/>
              </a:defRPr>
            </a:lvl7pPr>
            <a:lvl8pPr lvl="7">
              <a:spcBef>
                <a:spcPts val="0"/>
              </a:spcBef>
              <a:spcAft>
                <a:spcPts val="0"/>
              </a:spcAft>
              <a:buSzPts val="800"/>
              <a:buFont typeface="Outfit"/>
              <a:buNone/>
              <a:defRPr sz="800">
                <a:latin typeface="Outfit"/>
                <a:ea typeface="Outfit"/>
                <a:cs typeface="Outfit"/>
                <a:sym typeface="Outfit"/>
              </a:defRPr>
            </a:lvl8pPr>
            <a:lvl9pPr lvl="8">
              <a:spcBef>
                <a:spcPts val="0"/>
              </a:spcBef>
              <a:spcAft>
                <a:spcPts val="0"/>
              </a:spcAft>
              <a:buSzPts val="800"/>
              <a:buFont typeface="Outfit"/>
              <a:buNone/>
              <a:defRPr sz="800">
                <a:latin typeface="Outfit"/>
                <a:ea typeface="Outfit"/>
                <a:cs typeface="Outfit"/>
                <a:sym typeface="Outfit"/>
              </a:defRPr>
            </a:lvl9pPr>
          </a:lstStyle>
          <a:p>
            <a:endParaRPr/>
          </a:p>
        </p:txBody>
      </p:sp>
      <p:sp>
        <p:nvSpPr>
          <p:cNvPr id="13" name="Google Shape;13;p2"/>
          <p:cNvSpPr txBox="1">
            <a:spLocks noGrp="1"/>
          </p:cNvSpPr>
          <p:nvPr>
            <p:ph type="title"/>
          </p:nvPr>
        </p:nvSpPr>
        <p:spPr>
          <a:xfrm>
            <a:off x="1008000" y="587700"/>
            <a:ext cx="4957200" cy="1223400"/>
          </a:xfrm>
          <a:prstGeom prst="rect">
            <a:avLst/>
          </a:prstGeom>
        </p:spPr>
        <p:txBody>
          <a:bodyPr spcFirstLastPara="1" wrap="square" lIns="0" tIns="0" rIns="0" bIns="0" anchor="t"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14" name="Google Shape;14;p2"/>
          <p:cNvSpPr>
            <a:spLocks noGrp="1"/>
          </p:cNvSpPr>
          <p:nvPr>
            <p:ph type="pic" idx="2"/>
          </p:nvPr>
        </p:nvSpPr>
        <p:spPr>
          <a:xfrm>
            <a:off x="7064850" y="575175"/>
            <a:ext cx="1794600" cy="4283100"/>
          </a:xfrm>
          <a:prstGeom prst="roundRect">
            <a:avLst>
              <a:gd name="adj" fmla="val 16555"/>
            </a:avLst>
          </a:prstGeom>
          <a:noFill/>
          <a:ln>
            <a:noFill/>
          </a:ln>
        </p:spPr>
      </p:sp>
      <p:sp>
        <p:nvSpPr>
          <p:cNvPr id="15" name="Google Shape;15;p2"/>
          <p:cNvSpPr txBox="1">
            <a:spLocks noGrp="1"/>
          </p:cNvSpPr>
          <p:nvPr>
            <p:ph type="subTitle" idx="3"/>
          </p:nvPr>
        </p:nvSpPr>
        <p:spPr>
          <a:xfrm>
            <a:off x="3178225" y="4285050"/>
            <a:ext cx="1573800" cy="3333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800"/>
              <a:buFont typeface="Outfit"/>
              <a:buNone/>
              <a:defRPr sz="800">
                <a:latin typeface="Outfit"/>
                <a:ea typeface="Outfit"/>
                <a:cs typeface="Outfit"/>
                <a:sym typeface="Outfit"/>
              </a:defRPr>
            </a:lvl1pPr>
            <a:lvl2pPr lvl="1">
              <a:spcBef>
                <a:spcPts val="0"/>
              </a:spcBef>
              <a:spcAft>
                <a:spcPts val="0"/>
              </a:spcAft>
              <a:buClr>
                <a:schemeClr val="lt1"/>
              </a:buClr>
              <a:buSzPts val="800"/>
              <a:buFont typeface="Outfit"/>
              <a:buNone/>
              <a:defRPr sz="800">
                <a:latin typeface="Outfit"/>
                <a:ea typeface="Outfit"/>
                <a:cs typeface="Outfit"/>
                <a:sym typeface="Outfit"/>
              </a:defRPr>
            </a:lvl2pPr>
            <a:lvl3pPr lvl="2">
              <a:spcBef>
                <a:spcPts val="0"/>
              </a:spcBef>
              <a:spcAft>
                <a:spcPts val="0"/>
              </a:spcAft>
              <a:buClr>
                <a:schemeClr val="lt1"/>
              </a:buClr>
              <a:buSzPts val="800"/>
              <a:buFont typeface="Outfit"/>
              <a:buNone/>
              <a:defRPr sz="800">
                <a:latin typeface="Outfit"/>
                <a:ea typeface="Outfit"/>
                <a:cs typeface="Outfit"/>
                <a:sym typeface="Outfit"/>
              </a:defRPr>
            </a:lvl3pPr>
            <a:lvl4pPr lvl="3">
              <a:spcBef>
                <a:spcPts val="0"/>
              </a:spcBef>
              <a:spcAft>
                <a:spcPts val="0"/>
              </a:spcAft>
              <a:buClr>
                <a:schemeClr val="lt1"/>
              </a:buClr>
              <a:buSzPts val="800"/>
              <a:buFont typeface="Outfit"/>
              <a:buNone/>
              <a:defRPr sz="800">
                <a:latin typeface="Outfit"/>
                <a:ea typeface="Outfit"/>
                <a:cs typeface="Outfit"/>
                <a:sym typeface="Outfit"/>
              </a:defRPr>
            </a:lvl4pPr>
            <a:lvl5pPr lvl="4">
              <a:spcBef>
                <a:spcPts val="0"/>
              </a:spcBef>
              <a:spcAft>
                <a:spcPts val="0"/>
              </a:spcAft>
              <a:buClr>
                <a:schemeClr val="lt1"/>
              </a:buClr>
              <a:buSzPts val="800"/>
              <a:buFont typeface="Outfit"/>
              <a:buNone/>
              <a:defRPr sz="800">
                <a:latin typeface="Outfit"/>
                <a:ea typeface="Outfit"/>
                <a:cs typeface="Outfit"/>
                <a:sym typeface="Outfit"/>
              </a:defRPr>
            </a:lvl5pPr>
            <a:lvl6pPr lvl="5">
              <a:spcBef>
                <a:spcPts val="0"/>
              </a:spcBef>
              <a:spcAft>
                <a:spcPts val="0"/>
              </a:spcAft>
              <a:buClr>
                <a:schemeClr val="lt1"/>
              </a:buClr>
              <a:buSzPts val="800"/>
              <a:buFont typeface="Outfit"/>
              <a:buNone/>
              <a:defRPr sz="800">
                <a:latin typeface="Outfit"/>
                <a:ea typeface="Outfit"/>
                <a:cs typeface="Outfit"/>
                <a:sym typeface="Outfit"/>
              </a:defRPr>
            </a:lvl6pPr>
            <a:lvl7pPr lvl="6">
              <a:spcBef>
                <a:spcPts val="0"/>
              </a:spcBef>
              <a:spcAft>
                <a:spcPts val="0"/>
              </a:spcAft>
              <a:buClr>
                <a:schemeClr val="lt1"/>
              </a:buClr>
              <a:buSzPts val="800"/>
              <a:buFont typeface="Outfit"/>
              <a:buNone/>
              <a:defRPr sz="800">
                <a:latin typeface="Outfit"/>
                <a:ea typeface="Outfit"/>
                <a:cs typeface="Outfit"/>
                <a:sym typeface="Outfit"/>
              </a:defRPr>
            </a:lvl7pPr>
            <a:lvl8pPr lvl="7">
              <a:spcBef>
                <a:spcPts val="0"/>
              </a:spcBef>
              <a:spcAft>
                <a:spcPts val="0"/>
              </a:spcAft>
              <a:buClr>
                <a:schemeClr val="lt1"/>
              </a:buClr>
              <a:buSzPts val="800"/>
              <a:buFont typeface="Outfit"/>
              <a:buNone/>
              <a:defRPr sz="800">
                <a:latin typeface="Outfit"/>
                <a:ea typeface="Outfit"/>
                <a:cs typeface="Outfit"/>
                <a:sym typeface="Outfit"/>
              </a:defRPr>
            </a:lvl8pPr>
            <a:lvl9pPr lvl="8">
              <a:spcBef>
                <a:spcPts val="0"/>
              </a:spcBef>
              <a:spcAft>
                <a:spcPts val="0"/>
              </a:spcAft>
              <a:buClr>
                <a:schemeClr val="lt1"/>
              </a:buClr>
              <a:buSzPts val="800"/>
              <a:buFont typeface="Outfit"/>
              <a:buNone/>
              <a:defRPr sz="800">
                <a:latin typeface="Outfit"/>
                <a:ea typeface="Outfit"/>
                <a:cs typeface="Outfit"/>
                <a:sym typeface="Outfi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 Alt 1">
  <p:cSld name="BLANK_1_1_1_1">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1731400" y="282900"/>
            <a:ext cx="71280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8" name="Google Shape;18;p3"/>
          <p:cNvSpPr txBox="1">
            <a:spLocks noGrp="1"/>
          </p:cNvSpPr>
          <p:nvPr>
            <p:ph type="subTitle" idx="1"/>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a:endParaRPr/>
          </a:p>
        </p:txBody>
      </p:sp>
      <p:sp>
        <p:nvSpPr>
          <p:cNvPr id="19" name="Google Shape;19;p3"/>
          <p:cNvSpPr txBox="1">
            <a:spLocks noGrp="1"/>
          </p:cNvSpPr>
          <p:nvPr>
            <p:ph type="subTitle" idx="2"/>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20" name="Google Shape;20;p3"/>
          <p:cNvSpPr txBox="1">
            <a:spLocks noGrp="1"/>
          </p:cNvSpPr>
          <p:nvPr>
            <p:ph type="subTitle" idx="3"/>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 Alt 2">
  <p:cSld name="BLANK_1_1_1_1_3">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284775" y="282900"/>
            <a:ext cx="71280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3" name="Google Shape;23;p4"/>
          <p:cNvSpPr txBox="1">
            <a:spLocks noGrp="1"/>
          </p:cNvSpPr>
          <p:nvPr>
            <p:ph type="subTitle" idx="1"/>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24" name="Google Shape;24;p4"/>
          <p:cNvSpPr txBox="1">
            <a:spLocks noGrp="1"/>
          </p:cNvSpPr>
          <p:nvPr>
            <p:ph type="subTitle" idx="2"/>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 Alt 2">
  <p:cSld name="BLANK_1_1_1_1_1_1_1_3">
    <p:spTree>
      <p:nvGrpSpPr>
        <p:cNvPr id="1" name="Shape 25"/>
        <p:cNvGrpSpPr/>
        <p:nvPr/>
      </p:nvGrpSpPr>
      <p:grpSpPr>
        <a:xfrm>
          <a:off x="0" y="0"/>
          <a:ext cx="0" cy="0"/>
          <a:chOff x="0" y="0"/>
          <a:chExt cx="0" cy="0"/>
        </a:xfrm>
      </p:grpSpPr>
      <p:sp>
        <p:nvSpPr>
          <p:cNvPr id="26" name="Google Shape;26;p5"/>
          <p:cNvSpPr/>
          <p:nvPr/>
        </p:nvSpPr>
        <p:spPr>
          <a:xfrm flipH="1">
            <a:off x="575775" y="282900"/>
            <a:ext cx="8283600" cy="4574400"/>
          </a:xfrm>
          <a:prstGeom prst="round2DiagRect">
            <a:avLst>
              <a:gd name="adj1" fmla="val 6071"/>
              <a:gd name="adj2" fmla="val 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
        <p:nvSpPr>
          <p:cNvPr id="27" name="Google Shape;27;p5"/>
          <p:cNvSpPr txBox="1">
            <a:spLocks noGrp="1"/>
          </p:cNvSpPr>
          <p:nvPr>
            <p:ph type="title"/>
          </p:nvPr>
        </p:nvSpPr>
        <p:spPr>
          <a:xfrm>
            <a:off x="779100" y="282900"/>
            <a:ext cx="4234800" cy="4574400"/>
          </a:xfrm>
          <a:prstGeom prst="rect">
            <a:avLst/>
          </a:prstGeom>
        </p:spPr>
        <p:txBody>
          <a:bodyPr spcFirstLastPara="1" wrap="square" lIns="0" tIns="0" rIns="0" bIns="0" anchor="ctr" anchorCtr="0">
            <a:noAutofit/>
          </a:bodyPr>
          <a:lstStyle>
            <a:lvl1pPr lvl="0">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sp>
        <p:nvSpPr>
          <p:cNvPr id="28" name="Google Shape;28;p5"/>
          <p:cNvSpPr/>
          <p:nvPr/>
        </p:nvSpPr>
        <p:spPr>
          <a:xfrm>
            <a:off x="284775" y="282900"/>
            <a:ext cx="291000" cy="45744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 Alt 2">
  <p:cSld name="BLANK_1_1_1_1_1_1_1_1_1_1_3">
    <p:bg>
      <p:bgPr>
        <a:solidFill>
          <a:schemeClr val="lt2"/>
        </a:solidFill>
        <a:effectLst/>
      </p:bgPr>
    </p:bg>
    <p:spTree>
      <p:nvGrpSpPr>
        <p:cNvPr id="1" name="Shape 29"/>
        <p:cNvGrpSpPr/>
        <p:nvPr/>
      </p:nvGrpSpPr>
      <p:grpSpPr>
        <a:xfrm>
          <a:off x="0" y="0"/>
          <a:ext cx="0" cy="0"/>
          <a:chOff x="0" y="0"/>
          <a:chExt cx="0" cy="0"/>
        </a:xfrm>
      </p:grpSpPr>
      <p:sp>
        <p:nvSpPr>
          <p:cNvPr id="30" name="Google Shape;30;p6"/>
          <p:cNvSpPr txBox="1">
            <a:spLocks noGrp="1"/>
          </p:cNvSpPr>
          <p:nvPr>
            <p:ph type="subTitle" idx="1"/>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a:endParaRPr/>
          </a:p>
        </p:txBody>
      </p:sp>
      <p:sp>
        <p:nvSpPr>
          <p:cNvPr id="31" name="Google Shape;31;p6"/>
          <p:cNvSpPr txBox="1">
            <a:spLocks noGrp="1"/>
          </p:cNvSpPr>
          <p:nvPr>
            <p:ph type="subTitle" idx="2"/>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32" name="Google Shape;32;p6"/>
          <p:cNvSpPr txBox="1">
            <a:spLocks noGrp="1"/>
          </p:cNvSpPr>
          <p:nvPr>
            <p:ph type="subTitle" idx="3"/>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genda - Alt 1">
  <p:cSld name="BLANK_1_1_1_1_1_1_1_1_1_1_1">
    <p:bg>
      <p:bgPr>
        <a:solidFill>
          <a:schemeClr val="lt2"/>
        </a:solidFill>
        <a:effectLst/>
      </p:bgPr>
    </p:bg>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284775" y="282900"/>
            <a:ext cx="27873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35" name="Google Shape;35;p7"/>
          <p:cNvSpPr txBox="1">
            <a:spLocks noGrp="1"/>
          </p:cNvSpPr>
          <p:nvPr>
            <p:ph type="subTitle" idx="1"/>
          </p:nvPr>
        </p:nvSpPr>
        <p:spPr>
          <a:xfrm>
            <a:off x="3348525" y="794925"/>
            <a:ext cx="24600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a:endParaRPr/>
          </a:p>
        </p:txBody>
      </p:sp>
      <p:sp>
        <p:nvSpPr>
          <p:cNvPr id="36" name="Google Shape;36;p7"/>
          <p:cNvSpPr txBox="1">
            <a:spLocks noGrp="1"/>
          </p:cNvSpPr>
          <p:nvPr>
            <p:ph type="subTitle" idx="2"/>
          </p:nvPr>
        </p:nvSpPr>
        <p:spPr>
          <a:xfrm>
            <a:off x="6242100" y="794925"/>
            <a:ext cx="24600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a:endParaRPr/>
          </a:p>
        </p:txBody>
      </p:sp>
      <p:sp>
        <p:nvSpPr>
          <p:cNvPr id="37" name="Google Shape;37;p7"/>
          <p:cNvSpPr txBox="1">
            <a:spLocks noGrp="1"/>
          </p:cNvSpPr>
          <p:nvPr>
            <p:ph type="subTitle" idx="3"/>
          </p:nvPr>
        </p:nvSpPr>
        <p:spPr>
          <a:xfrm>
            <a:off x="3348525" y="1911900"/>
            <a:ext cx="24600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a:endParaRPr/>
          </a:p>
        </p:txBody>
      </p:sp>
      <p:sp>
        <p:nvSpPr>
          <p:cNvPr id="38" name="Google Shape;38;p7"/>
          <p:cNvSpPr txBox="1">
            <a:spLocks noGrp="1"/>
          </p:cNvSpPr>
          <p:nvPr>
            <p:ph type="subTitle" idx="4"/>
          </p:nvPr>
        </p:nvSpPr>
        <p:spPr>
          <a:xfrm>
            <a:off x="6242100" y="1911900"/>
            <a:ext cx="24600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1800"/>
            </a:lvl1pPr>
            <a:lvl2pPr lvl="1">
              <a:spcBef>
                <a:spcPts val="0"/>
              </a:spcBef>
              <a:spcAft>
                <a:spcPts val="0"/>
              </a:spcAft>
              <a:buClr>
                <a:schemeClr val="lt1"/>
              </a:buClr>
              <a:buSzPts val="1500"/>
              <a:buNone/>
              <a:defRPr sz="1500"/>
            </a:lvl2pPr>
            <a:lvl3pPr lvl="2">
              <a:spcBef>
                <a:spcPts val="0"/>
              </a:spcBef>
              <a:spcAft>
                <a:spcPts val="0"/>
              </a:spcAft>
              <a:buClr>
                <a:schemeClr val="lt1"/>
              </a:buClr>
              <a:buSzPts val="1500"/>
              <a:buNone/>
              <a:defRPr sz="1500"/>
            </a:lvl3pPr>
            <a:lvl4pPr lvl="3">
              <a:spcBef>
                <a:spcPts val="0"/>
              </a:spcBef>
              <a:spcAft>
                <a:spcPts val="0"/>
              </a:spcAft>
              <a:buClr>
                <a:schemeClr val="lt1"/>
              </a:buClr>
              <a:buSzPts val="1500"/>
              <a:buNone/>
              <a:defRPr sz="1500"/>
            </a:lvl4pPr>
            <a:lvl5pPr lvl="4">
              <a:spcBef>
                <a:spcPts val="0"/>
              </a:spcBef>
              <a:spcAft>
                <a:spcPts val="0"/>
              </a:spcAft>
              <a:buClr>
                <a:schemeClr val="lt1"/>
              </a:buClr>
              <a:buSzPts val="1500"/>
              <a:buNone/>
              <a:defRPr sz="1500"/>
            </a:lvl5pPr>
            <a:lvl6pPr lvl="5">
              <a:spcBef>
                <a:spcPts val="0"/>
              </a:spcBef>
              <a:spcAft>
                <a:spcPts val="0"/>
              </a:spcAft>
              <a:buClr>
                <a:schemeClr val="lt1"/>
              </a:buClr>
              <a:buSzPts val="1500"/>
              <a:buNone/>
              <a:defRPr sz="1500"/>
            </a:lvl6pPr>
            <a:lvl7pPr lvl="6">
              <a:spcBef>
                <a:spcPts val="0"/>
              </a:spcBef>
              <a:spcAft>
                <a:spcPts val="0"/>
              </a:spcAft>
              <a:buClr>
                <a:schemeClr val="lt1"/>
              </a:buClr>
              <a:buSzPts val="1500"/>
              <a:buNone/>
              <a:defRPr sz="1500"/>
            </a:lvl7pPr>
            <a:lvl8pPr lvl="7">
              <a:spcBef>
                <a:spcPts val="0"/>
              </a:spcBef>
              <a:spcAft>
                <a:spcPts val="0"/>
              </a:spcAft>
              <a:buClr>
                <a:schemeClr val="lt1"/>
              </a:buClr>
              <a:buSzPts val="1500"/>
              <a:buNone/>
              <a:defRPr sz="1500"/>
            </a:lvl8pPr>
            <a:lvl9pPr lvl="8">
              <a:spcBef>
                <a:spcPts val="0"/>
              </a:spcBef>
              <a:spcAft>
                <a:spcPts val="0"/>
              </a:spcAft>
              <a:buClr>
                <a:schemeClr val="lt1"/>
              </a:buClr>
              <a:buSzPts val="1500"/>
              <a:buNone/>
              <a:defRPr sz="1500"/>
            </a:lvl9pPr>
          </a:lstStyle>
          <a:p>
            <a:endParaRPr/>
          </a:p>
        </p:txBody>
      </p:sp>
      <p:sp>
        <p:nvSpPr>
          <p:cNvPr id="39" name="Google Shape;39;p7"/>
          <p:cNvSpPr txBox="1">
            <a:spLocks noGrp="1"/>
          </p:cNvSpPr>
          <p:nvPr>
            <p:ph type="subTitle" idx="5"/>
          </p:nvPr>
        </p:nvSpPr>
        <p:spPr>
          <a:xfrm>
            <a:off x="3348525" y="3028875"/>
            <a:ext cx="24600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a:endParaRPr/>
          </a:p>
        </p:txBody>
      </p:sp>
      <p:sp>
        <p:nvSpPr>
          <p:cNvPr id="40" name="Google Shape;40;p7"/>
          <p:cNvSpPr txBox="1">
            <a:spLocks noGrp="1"/>
          </p:cNvSpPr>
          <p:nvPr>
            <p:ph type="subTitle" idx="6"/>
          </p:nvPr>
        </p:nvSpPr>
        <p:spPr>
          <a:xfrm>
            <a:off x="6242100" y="3028875"/>
            <a:ext cx="24600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a:endParaRPr/>
          </a:p>
        </p:txBody>
      </p:sp>
      <p:sp>
        <p:nvSpPr>
          <p:cNvPr id="41" name="Google Shape;41;p7"/>
          <p:cNvSpPr txBox="1">
            <a:spLocks noGrp="1"/>
          </p:cNvSpPr>
          <p:nvPr>
            <p:ph type="subTitle" idx="7"/>
          </p:nvPr>
        </p:nvSpPr>
        <p:spPr>
          <a:xfrm>
            <a:off x="3348525" y="4145850"/>
            <a:ext cx="24600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a:endParaRPr/>
          </a:p>
        </p:txBody>
      </p:sp>
      <p:sp>
        <p:nvSpPr>
          <p:cNvPr id="42" name="Google Shape;42;p7"/>
          <p:cNvSpPr txBox="1">
            <a:spLocks noGrp="1"/>
          </p:cNvSpPr>
          <p:nvPr>
            <p:ph type="subTitle" idx="8"/>
          </p:nvPr>
        </p:nvSpPr>
        <p:spPr>
          <a:xfrm>
            <a:off x="6242100" y="4145850"/>
            <a:ext cx="2460000" cy="452700"/>
          </a:xfrm>
          <a:prstGeom prst="rect">
            <a:avLst/>
          </a:prstGeom>
        </p:spPr>
        <p:txBody>
          <a:bodyPr spcFirstLastPara="1" wrap="square" lIns="0" tIns="0" rIns="0" bIns="0" anchor="b" anchorCtr="0">
            <a:noAutofit/>
          </a:bodyPr>
          <a:lstStyle>
            <a:lvl1pPr lvl="0">
              <a:lnSpc>
                <a:spcPct val="90000"/>
              </a:lnSpc>
              <a:spcBef>
                <a:spcPts val="0"/>
              </a:spcBef>
              <a:spcAft>
                <a:spcPts val="0"/>
              </a:spcAft>
              <a:buNone/>
              <a:defRPr sz="1800"/>
            </a:lvl1pPr>
            <a:lvl2pPr lvl="1">
              <a:spcBef>
                <a:spcPts val="0"/>
              </a:spcBef>
              <a:spcAft>
                <a:spcPts val="0"/>
              </a:spcAft>
              <a:buSzPts val="1500"/>
              <a:buNone/>
              <a:defRPr sz="1500"/>
            </a:lvl2pPr>
            <a:lvl3pPr lvl="2">
              <a:spcBef>
                <a:spcPts val="0"/>
              </a:spcBef>
              <a:spcAft>
                <a:spcPts val="0"/>
              </a:spcAft>
              <a:buSzPts val="1500"/>
              <a:buNone/>
              <a:defRPr sz="1500"/>
            </a:lvl3pPr>
            <a:lvl4pPr lvl="3">
              <a:spcBef>
                <a:spcPts val="0"/>
              </a:spcBef>
              <a:spcAft>
                <a:spcPts val="0"/>
              </a:spcAft>
              <a:buSzPts val="1500"/>
              <a:buNone/>
              <a:defRPr sz="1500"/>
            </a:lvl4pPr>
            <a:lvl5pPr lvl="4">
              <a:spcBef>
                <a:spcPts val="0"/>
              </a:spcBef>
              <a:spcAft>
                <a:spcPts val="0"/>
              </a:spcAft>
              <a:buSzPts val="1500"/>
              <a:buNone/>
              <a:defRPr sz="1500"/>
            </a:lvl5pPr>
            <a:lvl6pPr lvl="5">
              <a:spcBef>
                <a:spcPts val="0"/>
              </a:spcBef>
              <a:spcAft>
                <a:spcPts val="0"/>
              </a:spcAft>
              <a:buSzPts val="1500"/>
              <a:buNone/>
              <a:defRPr sz="1500"/>
            </a:lvl6pPr>
            <a:lvl7pPr lvl="6">
              <a:spcBef>
                <a:spcPts val="0"/>
              </a:spcBef>
              <a:spcAft>
                <a:spcPts val="0"/>
              </a:spcAft>
              <a:buSzPts val="1500"/>
              <a:buNone/>
              <a:defRPr sz="1500"/>
            </a:lvl7pPr>
            <a:lvl8pPr lvl="7">
              <a:spcBef>
                <a:spcPts val="0"/>
              </a:spcBef>
              <a:spcAft>
                <a:spcPts val="0"/>
              </a:spcAft>
              <a:buSzPts val="1500"/>
              <a:buNone/>
              <a:defRPr sz="1500"/>
            </a:lvl8pPr>
            <a:lvl9pPr lvl="8">
              <a:spcBef>
                <a:spcPts val="0"/>
              </a:spcBef>
              <a:spcAft>
                <a:spcPts val="0"/>
              </a:spcAft>
              <a:buSzPts val="1500"/>
              <a:buNone/>
              <a:defRPr sz="1500"/>
            </a:lvl9pPr>
          </a:lstStyle>
          <a:p>
            <a:endParaRPr/>
          </a:p>
        </p:txBody>
      </p:sp>
      <p:sp>
        <p:nvSpPr>
          <p:cNvPr id="43" name="Google Shape;43;p7"/>
          <p:cNvSpPr txBox="1">
            <a:spLocks noGrp="1"/>
          </p:cNvSpPr>
          <p:nvPr>
            <p:ph type="subTitle" idx="9"/>
          </p:nvPr>
        </p:nvSpPr>
        <p:spPr>
          <a:xfrm>
            <a:off x="3348525" y="506025"/>
            <a:ext cx="2460000" cy="1539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1000" b="1">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a:endParaRPr/>
          </a:p>
        </p:txBody>
      </p:sp>
      <p:sp>
        <p:nvSpPr>
          <p:cNvPr id="44" name="Google Shape;44;p7"/>
          <p:cNvSpPr txBox="1">
            <a:spLocks noGrp="1"/>
          </p:cNvSpPr>
          <p:nvPr>
            <p:ph type="subTitle" idx="13"/>
          </p:nvPr>
        </p:nvSpPr>
        <p:spPr>
          <a:xfrm>
            <a:off x="6242100" y="506025"/>
            <a:ext cx="2460000" cy="1539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1000" b="1">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a:endParaRPr/>
          </a:p>
        </p:txBody>
      </p:sp>
      <p:sp>
        <p:nvSpPr>
          <p:cNvPr id="45" name="Google Shape;45;p7"/>
          <p:cNvSpPr txBox="1">
            <a:spLocks noGrp="1"/>
          </p:cNvSpPr>
          <p:nvPr>
            <p:ph type="subTitle" idx="14"/>
          </p:nvPr>
        </p:nvSpPr>
        <p:spPr>
          <a:xfrm>
            <a:off x="3348525" y="1623075"/>
            <a:ext cx="2460000" cy="1539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1000" b="1">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a:endParaRPr/>
          </a:p>
        </p:txBody>
      </p:sp>
      <p:sp>
        <p:nvSpPr>
          <p:cNvPr id="46" name="Google Shape;46;p7"/>
          <p:cNvSpPr txBox="1">
            <a:spLocks noGrp="1"/>
          </p:cNvSpPr>
          <p:nvPr>
            <p:ph type="subTitle" idx="15"/>
          </p:nvPr>
        </p:nvSpPr>
        <p:spPr>
          <a:xfrm>
            <a:off x="6242100" y="1623075"/>
            <a:ext cx="2460000" cy="1539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1000" b="1">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a:endParaRPr/>
          </a:p>
        </p:txBody>
      </p:sp>
      <p:sp>
        <p:nvSpPr>
          <p:cNvPr id="47" name="Google Shape;47;p7"/>
          <p:cNvSpPr txBox="1">
            <a:spLocks noGrp="1"/>
          </p:cNvSpPr>
          <p:nvPr>
            <p:ph type="subTitle" idx="16"/>
          </p:nvPr>
        </p:nvSpPr>
        <p:spPr>
          <a:xfrm>
            <a:off x="3348525" y="2740125"/>
            <a:ext cx="2460000" cy="1539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1000" b="1">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a:endParaRPr/>
          </a:p>
        </p:txBody>
      </p:sp>
      <p:sp>
        <p:nvSpPr>
          <p:cNvPr id="48" name="Google Shape;48;p7"/>
          <p:cNvSpPr txBox="1">
            <a:spLocks noGrp="1"/>
          </p:cNvSpPr>
          <p:nvPr>
            <p:ph type="subTitle" idx="17"/>
          </p:nvPr>
        </p:nvSpPr>
        <p:spPr>
          <a:xfrm>
            <a:off x="6242100" y="2740125"/>
            <a:ext cx="2460000" cy="1539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1000" b="1">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a:endParaRPr/>
          </a:p>
        </p:txBody>
      </p:sp>
      <p:sp>
        <p:nvSpPr>
          <p:cNvPr id="49" name="Google Shape;49;p7"/>
          <p:cNvSpPr txBox="1">
            <a:spLocks noGrp="1"/>
          </p:cNvSpPr>
          <p:nvPr>
            <p:ph type="subTitle" idx="18"/>
          </p:nvPr>
        </p:nvSpPr>
        <p:spPr>
          <a:xfrm>
            <a:off x="3348525" y="3857175"/>
            <a:ext cx="2460000" cy="1539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1000" b="1">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a:endParaRPr/>
          </a:p>
        </p:txBody>
      </p:sp>
      <p:sp>
        <p:nvSpPr>
          <p:cNvPr id="50" name="Google Shape;50;p7"/>
          <p:cNvSpPr txBox="1">
            <a:spLocks noGrp="1"/>
          </p:cNvSpPr>
          <p:nvPr>
            <p:ph type="subTitle" idx="19"/>
          </p:nvPr>
        </p:nvSpPr>
        <p:spPr>
          <a:xfrm>
            <a:off x="6242100" y="3857175"/>
            <a:ext cx="2460000" cy="1539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1000" b="1">
                <a:latin typeface="Outfit"/>
                <a:ea typeface="Outfit"/>
                <a:cs typeface="Outfit"/>
                <a:sym typeface="Outfit"/>
              </a:defRPr>
            </a:lvl1pPr>
            <a:lvl2pPr lvl="1">
              <a:lnSpc>
                <a:spcPct val="115000"/>
              </a:lnSpc>
              <a:spcBef>
                <a:spcPts val="0"/>
              </a:spcBef>
              <a:spcAft>
                <a:spcPts val="0"/>
              </a:spcAft>
              <a:buSzPts val="1500"/>
              <a:buFont typeface="Outfit"/>
              <a:buNone/>
              <a:defRPr sz="1500">
                <a:latin typeface="Outfit"/>
                <a:ea typeface="Outfit"/>
                <a:cs typeface="Outfit"/>
                <a:sym typeface="Outfit"/>
              </a:defRPr>
            </a:lvl2pPr>
            <a:lvl3pPr lvl="2">
              <a:lnSpc>
                <a:spcPct val="115000"/>
              </a:lnSpc>
              <a:spcBef>
                <a:spcPts val="0"/>
              </a:spcBef>
              <a:spcAft>
                <a:spcPts val="0"/>
              </a:spcAft>
              <a:buSzPts val="1500"/>
              <a:buFont typeface="Outfit"/>
              <a:buNone/>
              <a:defRPr sz="1500">
                <a:latin typeface="Outfit"/>
                <a:ea typeface="Outfit"/>
                <a:cs typeface="Outfit"/>
                <a:sym typeface="Outfit"/>
              </a:defRPr>
            </a:lvl3pPr>
            <a:lvl4pPr lvl="3">
              <a:lnSpc>
                <a:spcPct val="115000"/>
              </a:lnSpc>
              <a:spcBef>
                <a:spcPts val="0"/>
              </a:spcBef>
              <a:spcAft>
                <a:spcPts val="0"/>
              </a:spcAft>
              <a:buSzPts val="1500"/>
              <a:buFont typeface="Outfit"/>
              <a:buNone/>
              <a:defRPr sz="1500">
                <a:latin typeface="Outfit"/>
                <a:ea typeface="Outfit"/>
                <a:cs typeface="Outfit"/>
                <a:sym typeface="Outfit"/>
              </a:defRPr>
            </a:lvl4pPr>
            <a:lvl5pPr lvl="4">
              <a:lnSpc>
                <a:spcPct val="115000"/>
              </a:lnSpc>
              <a:spcBef>
                <a:spcPts val="0"/>
              </a:spcBef>
              <a:spcAft>
                <a:spcPts val="0"/>
              </a:spcAft>
              <a:buSzPts val="1500"/>
              <a:buFont typeface="Outfit"/>
              <a:buNone/>
              <a:defRPr sz="1500">
                <a:latin typeface="Outfit"/>
                <a:ea typeface="Outfit"/>
                <a:cs typeface="Outfit"/>
                <a:sym typeface="Outfit"/>
              </a:defRPr>
            </a:lvl5pPr>
            <a:lvl6pPr lvl="5">
              <a:lnSpc>
                <a:spcPct val="115000"/>
              </a:lnSpc>
              <a:spcBef>
                <a:spcPts val="0"/>
              </a:spcBef>
              <a:spcAft>
                <a:spcPts val="0"/>
              </a:spcAft>
              <a:buSzPts val="1500"/>
              <a:buFont typeface="Outfit"/>
              <a:buNone/>
              <a:defRPr sz="1500">
                <a:latin typeface="Outfit"/>
                <a:ea typeface="Outfit"/>
                <a:cs typeface="Outfit"/>
                <a:sym typeface="Outfit"/>
              </a:defRPr>
            </a:lvl6pPr>
            <a:lvl7pPr lvl="6">
              <a:lnSpc>
                <a:spcPct val="115000"/>
              </a:lnSpc>
              <a:spcBef>
                <a:spcPts val="0"/>
              </a:spcBef>
              <a:spcAft>
                <a:spcPts val="0"/>
              </a:spcAft>
              <a:buSzPts val="1500"/>
              <a:buFont typeface="Outfit"/>
              <a:buNone/>
              <a:defRPr sz="1500">
                <a:latin typeface="Outfit"/>
                <a:ea typeface="Outfit"/>
                <a:cs typeface="Outfit"/>
                <a:sym typeface="Outfit"/>
              </a:defRPr>
            </a:lvl7pPr>
            <a:lvl8pPr lvl="7">
              <a:lnSpc>
                <a:spcPct val="115000"/>
              </a:lnSpc>
              <a:spcBef>
                <a:spcPts val="0"/>
              </a:spcBef>
              <a:spcAft>
                <a:spcPts val="0"/>
              </a:spcAft>
              <a:buSzPts val="1500"/>
              <a:buFont typeface="Outfit"/>
              <a:buNone/>
              <a:defRPr sz="1500">
                <a:latin typeface="Outfit"/>
                <a:ea typeface="Outfit"/>
                <a:cs typeface="Outfit"/>
                <a:sym typeface="Outfit"/>
              </a:defRPr>
            </a:lvl8pPr>
            <a:lvl9pPr lvl="8">
              <a:lnSpc>
                <a:spcPct val="115000"/>
              </a:lnSpc>
              <a:spcBef>
                <a:spcPts val="0"/>
              </a:spcBef>
              <a:spcAft>
                <a:spcPts val="0"/>
              </a:spcAft>
              <a:buSzPts val="1500"/>
              <a:buFont typeface="Outfit"/>
              <a:buNone/>
              <a:defRPr sz="1500">
                <a:latin typeface="Outfit"/>
                <a:ea typeface="Outfit"/>
                <a:cs typeface="Outfit"/>
                <a:sym typeface="Outfi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Agenda - Alt 5">
  <p:cSld name="BLANK_1_1_1_1_1_1_1_1_1_1_1_2_1_1">
    <p:bg>
      <p:bgPr>
        <a:solidFill>
          <a:schemeClr val="lt2"/>
        </a:solidFill>
        <a:effectLst/>
      </p:bgPr>
    </p:bg>
    <p:spTree>
      <p:nvGrpSpPr>
        <p:cNvPr id="1" name="Shape 51"/>
        <p:cNvGrpSpPr/>
        <p:nvPr/>
      </p:nvGrpSpPr>
      <p:grpSpPr>
        <a:xfrm>
          <a:off x="0" y="0"/>
          <a:ext cx="0" cy="0"/>
          <a:chOff x="0" y="0"/>
          <a:chExt cx="0" cy="0"/>
        </a:xfrm>
      </p:grpSpPr>
      <p:sp>
        <p:nvSpPr>
          <p:cNvPr id="52" name="Google Shape;52;p8"/>
          <p:cNvSpPr>
            <a:spLocks noGrp="1"/>
          </p:cNvSpPr>
          <p:nvPr>
            <p:ph type="pic" idx="2"/>
          </p:nvPr>
        </p:nvSpPr>
        <p:spPr>
          <a:xfrm>
            <a:off x="284650" y="2623125"/>
            <a:ext cx="723300" cy="1011600"/>
          </a:xfrm>
          <a:prstGeom prst="roundRect">
            <a:avLst>
              <a:gd name="adj" fmla="val 16667"/>
            </a:avLst>
          </a:prstGeom>
          <a:noFill/>
          <a:ln>
            <a:noFill/>
          </a:ln>
        </p:spPr>
      </p:sp>
      <p:sp>
        <p:nvSpPr>
          <p:cNvPr id="53" name="Google Shape;53;p8"/>
          <p:cNvSpPr txBox="1">
            <a:spLocks noGrp="1"/>
          </p:cNvSpPr>
          <p:nvPr>
            <p:ph type="title"/>
          </p:nvPr>
        </p:nvSpPr>
        <p:spPr>
          <a:xfrm>
            <a:off x="284775" y="282900"/>
            <a:ext cx="7851300" cy="6207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54" name="Google Shape;54;p8"/>
          <p:cNvSpPr txBox="1">
            <a:spLocks noGrp="1"/>
          </p:cNvSpPr>
          <p:nvPr>
            <p:ph type="subTitle" idx="1"/>
          </p:nvPr>
        </p:nvSpPr>
        <p:spPr>
          <a:xfrm>
            <a:off x="1009725" y="4145850"/>
            <a:ext cx="2064000" cy="605100"/>
          </a:xfrm>
          <a:prstGeom prst="rect">
            <a:avLst/>
          </a:prstGeom>
        </p:spPr>
        <p:txBody>
          <a:bodyPr spcFirstLastPara="1" wrap="square" lIns="137150" tIns="0" rIns="182875" bIns="137150" anchor="b" anchorCtr="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55" name="Google Shape;55;p8"/>
          <p:cNvSpPr>
            <a:spLocks noGrp="1"/>
          </p:cNvSpPr>
          <p:nvPr>
            <p:ph type="pic" idx="3"/>
          </p:nvPr>
        </p:nvSpPr>
        <p:spPr>
          <a:xfrm>
            <a:off x="284650" y="3739875"/>
            <a:ext cx="723300" cy="1011600"/>
          </a:xfrm>
          <a:prstGeom prst="roundRect">
            <a:avLst>
              <a:gd name="adj" fmla="val 16667"/>
            </a:avLst>
          </a:prstGeom>
          <a:noFill/>
          <a:ln>
            <a:noFill/>
          </a:ln>
        </p:spPr>
      </p:sp>
      <p:sp>
        <p:nvSpPr>
          <p:cNvPr id="56" name="Google Shape;56;p8"/>
          <p:cNvSpPr>
            <a:spLocks noGrp="1"/>
          </p:cNvSpPr>
          <p:nvPr>
            <p:ph type="pic" idx="4"/>
          </p:nvPr>
        </p:nvSpPr>
        <p:spPr>
          <a:xfrm>
            <a:off x="3178288" y="2623125"/>
            <a:ext cx="723300" cy="1011600"/>
          </a:xfrm>
          <a:prstGeom prst="roundRect">
            <a:avLst>
              <a:gd name="adj" fmla="val 16667"/>
            </a:avLst>
          </a:prstGeom>
          <a:noFill/>
          <a:ln>
            <a:noFill/>
          </a:ln>
        </p:spPr>
      </p:sp>
      <p:sp>
        <p:nvSpPr>
          <p:cNvPr id="57" name="Google Shape;57;p8"/>
          <p:cNvSpPr>
            <a:spLocks noGrp="1"/>
          </p:cNvSpPr>
          <p:nvPr>
            <p:ph type="pic" idx="5"/>
          </p:nvPr>
        </p:nvSpPr>
        <p:spPr>
          <a:xfrm>
            <a:off x="3178288" y="3739875"/>
            <a:ext cx="723300" cy="1011600"/>
          </a:xfrm>
          <a:prstGeom prst="roundRect">
            <a:avLst>
              <a:gd name="adj" fmla="val 16667"/>
            </a:avLst>
          </a:prstGeom>
          <a:noFill/>
          <a:ln>
            <a:noFill/>
          </a:ln>
        </p:spPr>
      </p:sp>
      <p:sp>
        <p:nvSpPr>
          <p:cNvPr id="58" name="Google Shape;58;p8"/>
          <p:cNvSpPr>
            <a:spLocks noGrp="1"/>
          </p:cNvSpPr>
          <p:nvPr>
            <p:ph type="pic" idx="6"/>
          </p:nvPr>
        </p:nvSpPr>
        <p:spPr>
          <a:xfrm>
            <a:off x="6071925" y="2623125"/>
            <a:ext cx="723300" cy="1011600"/>
          </a:xfrm>
          <a:prstGeom prst="roundRect">
            <a:avLst>
              <a:gd name="adj" fmla="val 16667"/>
            </a:avLst>
          </a:prstGeom>
          <a:noFill/>
          <a:ln>
            <a:noFill/>
          </a:ln>
        </p:spPr>
      </p:sp>
      <p:sp>
        <p:nvSpPr>
          <p:cNvPr id="59" name="Google Shape;59;p8"/>
          <p:cNvSpPr>
            <a:spLocks noGrp="1"/>
          </p:cNvSpPr>
          <p:nvPr>
            <p:ph type="pic" idx="7"/>
          </p:nvPr>
        </p:nvSpPr>
        <p:spPr>
          <a:xfrm>
            <a:off x="6071925" y="3739875"/>
            <a:ext cx="723300" cy="1011600"/>
          </a:xfrm>
          <a:prstGeom prst="roundRect">
            <a:avLst>
              <a:gd name="adj" fmla="val 16667"/>
            </a:avLst>
          </a:prstGeom>
          <a:noFill/>
          <a:ln>
            <a:noFill/>
          </a:ln>
        </p:spPr>
      </p:sp>
      <p:sp>
        <p:nvSpPr>
          <p:cNvPr id="60" name="Google Shape;60;p8"/>
          <p:cNvSpPr txBox="1">
            <a:spLocks noGrp="1"/>
          </p:cNvSpPr>
          <p:nvPr>
            <p:ph type="subTitle" idx="8"/>
          </p:nvPr>
        </p:nvSpPr>
        <p:spPr>
          <a:xfrm>
            <a:off x="3902538" y="4145850"/>
            <a:ext cx="2064000" cy="605100"/>
          </a:xfrm>
          <a:prstGeom prst="rect">
            <a:avLst/>
          </a:prstGeom>
        </p:spPr>
        <p:txBody>
          <a:bodyPr spcFirstLastPara="1" wrap="square" lIns="137150" tIns="0" rIns="182875" bIns="137150" anchor="b" anchorCtr="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61" name="Google Shape;61;p8"/>
          <p:cNvSpPr txBox="1">
            <a:spLocks noGrp="1"/>
          </p:cNvSpPr>
          <p:nvPr>
            <p:ph type="subTitle" idx="9"/>
          </p:nvPr>
        </p:nvSpPr>
        <p:spPr>
          <a:xfrm>
            <a:off x="6795350" y="4145850"/>
            <a:ext cx="2064000" cy="605100"/>
          </a:xfrm>
          <a:prstGeom prst="rect">
            <a:avLst/>
          </a:prstGeom>
        </p:spPr>
        <p:txBody>
          <a:bodyPr spcFirstLastPara="1" wrap="square" lIns="137150" tIns="0" rIns="182875" bIns="137150" anchor="b" anchorCtr="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62" name="Google Shape;62;p8"/>
          <p:cNvSpPr txBox="1">
            <a:spLocks noGrp="1"/>
          </p:cNvSpPr>
          <p:nvPr>
            <p:ph type="subTitle" idx="13"/>
          </p:nvPr>
        </p:nvSpPr>
        <p:spPr>
          <a:xfrm>
            <a:off x="1009725" y="3028725"/>
            <a:ext cx="2064000" cy="605100"/>
          </a:xfrm>
          <a:prstGeom prst="rect">
            <a:avLst/>
          </a:prstGeom>
        </p:spPr>
        <p:txBody>
          <a:bodyPr spcFirstLastPara="1" wrap="square" lIns="137150" tIns="0" rIns="182875" bIns="137150" anchor="b" anchorCtr="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63" name="Google Shape;63;p8"/>
          <p:cNvSpPr txBox="1">
            <a:spLocks noGrp="1"/>
          </p:cNvSpPr>
          <p:nvPr>
            <p:ph type="subTitle" idx="14"/>
          </p:nvPr>
        </p:nvSpPr>
        <p:spPr>
          <a:xfrm>
            <a:off x="3902538" y="3028725"/>
            <a:ext cx="2064000" cy="605100"/>
          </a:xfrm>
          <a:prstGeom prst="rect">
            <a:avLst/>
          </a:prstGeom>
        </p:spPr>
        <p:txBody>
          <a:bodyPr spcFirstLastPara="1" wrap="square" lIns="137150" tIns="0" rIns="182875" bIns="137150" anchor="b" anchorCtr="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64" name="Google Shape;64;p8"/>
          <p:cNvSpPr txBox="1">
            <a:spLocks noGrp="1"/>
          </p:cNvSpPr>
          <p:nvPr>
            <p:ph type="subTitle" idx="15"/>
          </p:nvPr>
        </p:nvSpPr>
        <p:spPr>
          <a:xfrm>
            <a:off x="6795350" y="3028725"/>
            <a:ext cx="2064000" cy="605100"/>
          </a:xfrm>
          <a:prstGeom prst="rect">
            <a:avLst/>
          </a:prstGeom>
        </p:spPr>
        <p:txBody>
          <a:bodyPr spcFirstLastPara="1" wrap="square" lIns="137150" tIns="0" rIns="182875" bIns="137150" anchor="b" anchorCtr="0">
            <a:noAutofit/>
          </a:bodyPr>
          <a:lstStyle>
            <a:lvl1pPr lvl="0">
              <a:lnSpc>
                <a:spcPct val="90000"/>
              </a:lnSpc>
              <a:spcBef>
                <a:spcPts val="0"/>
              </a:spcBef>
              <a:spcAft>
                <a:spcPts val="0"/>
              </a:spcAft>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our cards">
  <p:cSld name="CUSTOM_5">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284775" y="282900"/>
            <a:ext cx="85824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67" name="Google Shape;67;p9"/>
          <p:cNvSpPr txBox="1">
            <a:spLocks noGrp="1"/>
          </p:cNvSpPr>
          <p:nvPr>
            <p:ph type="subTitle" idx="1"/>
          </p:nvPr>
        </p:nvSpPr>
        <p:spPr>
          <a:xfrm>
            <a:off x="1802675" y="2040250"/>
            <a:ext cx="1468500" cy="333300"/>
          </a:xfrm>
          <a:prstGeom prst="rect">
            <a:avLst/>
          </a:prstGeom>
        </p:spPr>
        <p:txBody>
          <a:bodyPr spcFirstLastPara="1" wrap="square" lIns="0" tIns="0" rIns="0" bIns="0" anchor="t" anchorCtr="0">
            <a:noAutofit/>
          </a:bodyPr>
          <a:lstStyle>
            <a:lvl1pPr lvl="0">
              <a:spcBef>
                <a:spcPts val="0"/>
              </a:spcBef>
              <a:spcAft>
                <a:spcPts val="0"/>
              </a:spcAft>
              <a:buNone/>
              <a:defRPr sz="1400">
                <a:solidFill>
                  <a:schemeClr val="lt2"/>
                </a:solidFill>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68" name="Google Shape;68;p9"/>
          <p:cNvSpPr txBox="1">
            <a:spLocks noGrp="1"/>
          </p:cNvSpPr>
          <p:nvPr>
            <p:ph type="subTitle" idx="2"/>
          </p:nvPr>
        </p:nvSpPr>
        <p:spPr>
          <a:xfrm>
            <a:off x="3610975" y="2040250"/>
            <a:ext cx="1468500" cy="333300"/>
          </a:xfrm>
          <a:prstGeom prst="rect">
            <a:avLst/>
          </a:prstGeom>
        </p:spPr>
        <p:txBody>
          <a:bodyPr spcFirstLastPara="1" wrap="square" lIns="0" tIns="0" rIns="0" bIns="0" anchor="t" anchorCtr="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69" name="Google Shape;69;p9"/>
          <p:cNvSpPr txBox="1">
            <a:spLocks noGrp="1"/>
          </p:cNvSpPr>
          <p:nvPr>
            <p:ph type="subTitle" idx="3"/>
          </p:nvPr>
        </p:nvSpPr>
        <p:spPr>
          <a:xfrm>
            <a:off x="5419275" y="2040250"/>
            <a:ext cx="1468500" cy="333300"/>
          </a:xfrm>
          <a:prstGeom prst="rect">
            <a:avLst/>
          </a:prstGeom>
        </p:spPr>
        <p:txBody>
          <a:bodyPr spcFirstLastPara="1" wrap="square" lIns="0" tIns="0" rIns="0" bIns="0" anchor="t" anchorCtr="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70" name="Google Shape;70;p9"/>
          <p:cNvSpPr txBox="1">
            <a:spLocks noGrp="1"/>
          </p:cNvSpPr>
          <p:nvPr>
            <p:ph type="subTitle" idx="4"/>
          </p:nvPr>
        </p:nvSpPr>
        <p:spPr>
          <a:xfrm>
            <a:off x="7227575" y="2040250"/>
            <a:ext cx="1468500" cy="333300"/>
          </a:xfrm>
          <a:prstGeom prst="rect">
            <a:avLst/>
          </a:prstGeom>
        </p:spPr>
        <p:txBody>
          <a:bodyPr spcFirstLastPara="1" wrap="square" lIns="0" tIns="0" rIns="0" bIns="0" anchor="t" anchorCtr="0">
            <a:noAutofit/>
          </a:bodyPr>
          <a:lstStyle>
            <a:lvl1pPr lvl="0">
              <a:spcBef>
                <a:spcPts val="0"/>
              </a:spcBef>
              <a:spcAft>
                <a:spcPts val="0"/>
              </a:spcAft>
              <a:buNone/>
              <a:defRPr sz="1400">
                <a:latin typeface="Instrument Sans Medium"/>
                <a:ea typeface="Instrument Sans Medium"/>
                <a:cs typeface="Instrument Sans Medium"/>
                <a:sym typeface="Instrument Sans Medium"/>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71" name="Google Shape;71;p9"/>
          <p:cNvSpPr txBox="1">
            <a:spLocks noGrp="1"/>
          </p:cNvSpPr>
          <p:nvPr>
            <p:ph type="subTitle" idx="5"/>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72" name="Google Shape;72;p9"/>
          <p:cNvSpPr txBox="1">
            <a:spLocks noGrp="1"/>
          </p:cNvSpPr>
          <p:nvPr>
            <p:ph type="subTitle" idx="6"/>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SzPts val="600"/>
              <a:buNone/>
              <a:defRPr sz="600"/>
            </a:lvl2pPr>
            <a:lvl3pPr lvl="2" algn="r">
              <a:spcBef>
                <a:spcPts val="0"/>
              </a:spcBef>
              <a:spcAft>
                <a:spcPts val="0"/>
              </a:spcAft>
              <a:buSzPts val="600"/>
              <a:buNone/>
              <a:defRPr sz="600"/>
            </a:lvl3pPr>
            <a:lvl4pPr lvl="3" algn="r">
              <a:spcBef>
                <a:spcPts val="0"/>
              </a:spcBef>
              <a:spcAft>
                <a:spcPts val="0"/>
              </a:spcAft>
              <a:buSzPts val="600"/>
              <a:buNone/>
              <a:defRPr sz="600"/>
            </a:lvl4pPr>
            <a:lvl5pPr lvl="4" algn="r">
              <a:spcBef>
                <a:spcPts val="0"/>
              </a:spcBef>
              <a:spcAft>
                <a:spcPts val="0"/>
              </a:spcAft>
              <a:buSzPts val="600"/>
              <a:buNone/>
              <a:defRPr sz="600"/>
            </a:lvl5pPr>
            <a:lvl6pPr lvl="5" algn="r">
              <a:spcBef>
                <a:spcPts val="0"/>
              </a:spcBef>
              <a:spcAft>
                <a:spcPts val="0"/>
              </a:spcAft>
              <a:buSzPts val="600"/>
              <a:buNone/>
              <a:defRPr sz="600"/>
            </a:lvl6pPr>
            <a:lvl7pPr lvl="6" algn="r">
              <a:spcBef>
                <a:spcPts val="0"/>
              </a:spcBef>
              <a:spcAft>
                <a:spcPts val="0"/>
              </a:spcAft>
              <a:buSzPts val="600"/>
              <a:buNone/>
              <a:defRPr sz="600"/>
            </a:lvl7pPr>
            <a:lvl8pPr lvl="7" algn="r">
              <a:spcBef>
                <a:spcPts val="0"/>
              </a:spcBef>
              <a:spcAft>
                <a:spcPts val="0"/>
              </a:spcAft>
              <a:buSzPts val="600"/>
              <a:buNone/>
              <a:defRPr sz="600"/>
            </a:lvl8pPr>
            <a:lvl9pPr lvl="8" algn="r">
              <a:spcBef>
                <a:spcPts val="0"/>
              </a:spcBef>
              <a:spcAft>
                <a:spcPts val="0"/>
              </a:spcAft>
              <a:buSzPts val="600"/>
              <a:buNone/>
              <a:defRPr sz="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2_1_1">
    <p:spTree>
      <p:nvGrpSpPr>
        <p:cNvPr id="1" name="Shape 73"/>
        <p:cNvGrpSpPr/>
        <p:nvPr/>
      </p:nvGrpSpPr>
      <p:grpSpPr>
        <a:xfrm>
          <a:off x="0" y="0"/>
          <a:ext cx="0" cy="0"/>
          <a:chOff x="0" y="0"/>
          <a:chExt cx="0" cy="0"/>
        </a:xfrm>
      </p:grpSpPr>
      <p:sp>
        <p:nvSpPr>
          <p:cNvPr id="74" name="Google Shape;74;p10"/>
          <p:cNvSpPr>
            <a:spLocks noGrp="1"/>
          </p:cNvSpPr>
          <p:nvPr>
            <p:ph type="pic" idx="2"/>
          </p:nvPr>
        </p:nvSpPr>
        <p:spPr>
          <a:xfrm>
            <a:off x="2210800" y="1984500"/>
            <a:ext cx="1828800" cy="1828800"/>
          </a:xfrm>
          <a:prstGeom prst="ellipse">
            <a:avLst/>
          </a:prstGeom>
          <a:noFill/>
          <a:ln w="9525" cap="flat" cmpd="sng">
            <a:solidFill>
              <a:schemeClr val="dk2"/>
            </a:solidFill>
            <a:prstDash val="solid"/>
            <a:round/>
            <a:headEnd type="none" w="sm" len="sm"/>
            <a:tailEnd type="none" w="sm" len="sm"/>
          </a:ln>
        </p:spPr>
      </p:sp>
      <p:sp>
        <p:nvSpPr>
          <p:cNvPr id="75" name="Google Shape;75;p10"/>
          <p:cNvSpPr txBox="1">
            <a:spLocks noGrp="1"/>
          </p:cNvSpPr>
          <p:nvPr>
            <p:ph type="title"/>
          </p:nvPr>
        </p:nvSpPr>
        <p:spPr>
          <a:xfrm>
            <a:off x="1739950" y="282900"/>
            <a:ext cx="42342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76" name="Google Shape;76;p10"/>
          <p:cNvSpPr txBox="1">
            <a:spLocks noGrp="1"/>
          </p:cNvSpPr>
          <p:nvPr>
            <p:ph type="body" idx="1"/>
          </p:nvPr>
        </p:nvSpPr>
        <p:spPr>
          <a:xfrm>
            <a:off x="4624900" y="3199050"/>
            <a:ext cx="2787600" cy="1436100"/>
          </a:xfrm>
          <a:prstGeom prst="rect">
            <a:avLst/>
          </a:prstGeom>
        </p:spPr>
        <p:txBody>
          <a:bodyPr spcFirstLastPara="1" wrap="square" lIns="0" tIns="0" rIns="0" bIns="0" anchor="t" anchorCtr="0">
            <a:noAutofit/>
          </a:bodyPr>
          <a:lstStyle>
            <a:lvl1pPr marL="457200" lvl="0"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1pPr>
            <a:lvl2pPr marL="914400" lvl="1"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2pPr>
            <a:lvl3pPr marL="1371600" lvl="2"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3pPr>
            <a:lvl4pPr marL="1828800" lvl="3"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4pPr>
            <a:lvl5pPr marL="2286000" lvl="4"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5pPr>
            <a:lvl6pPr marL="2743200" lvl="5"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6pPr>
            <a:lvl7pPr marL="3200400" lvl="6"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7pPr>
            <a:lvl8pPr marL="3657600" lvl="7"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8pPr>
            <a:lvl9pPr marL="4114800" lvl="8" indent="-292100">
              <a:lnSpc>
                <a:spcPct val="115000"/>
              </a:lnSpc>
              <a:spcBef>
                <a:spcPts val="0"/>
              </a:spcBef>
              <a:spcAft>
                <a:spcPts val="0"/>
              </a:spcAft>
              <a:buSzPts val="1000"/>
              <a:buFont typeface="Instrument Sans SemiBold"/>
              <a:buChar char="■"/>
              <a:defRPr sz="1000">
                <a:latin typeface="Instrument Sans SemiBold"/>
                <a:ea typeface="Instrument Sans SemiBold"/>
                <a:cs typeface="Instrument Sans SemiBold"/>
                <a:sym typeface="Instrument Sans SemiBold"/>
              </a:defRPr>
            </a:lvl9pPr>
          </a:lstStyle>
          <a:p>
            <a:endParaRPr/>
          </a:p>
        </p:txBody>
      </p:sp>
      <p:sp>
        <p:nvSpPr>
          <p:cNvPr id="77" name="Google Shape;77;p10"/>
          <p:cNvSpPr txBox="1">
            <a:spLocks noGrp="1"/>
          </p:cNvSpPr>
          <p:nvPr>
            <p:ph type="subTitle" idx="3"/>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a:endParaRPr/>
          </a:p>
        </p:txBody>
      </p:sp>
      <p:sp>
        <p:nvSpPr>
          <p:cNvPr id="78" name="Google Shape;78;p10"/>
          <p:cNvSpPr txBox="1">
            <a:spLocks noGrp="1"/>
          </p:cNvSpPr>
          <p:nvPr>
            <p:ph type="subTitle" idx="4"/>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79" name="Google Shape;79;p10"/>
          <p:cNvSpPr txBox="1">
            <a:spLocks noGrp="1"/>
          </p:cNvSpPr>
          <p:nvPr>
            <p:ph type="subTitle" idx="5"/>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
        <p:nvSpPr>
          <p:cNvPr id="80" name="Google Shape;80;p10"/>
          <p:cNvSpPr txBox="1">
            <a:spLocks noGrp="1"/>
          </p:cNvSpPr>
          <p:nvPr>
            <p:ph type="body" idx="6"/>
          </p:nvPr>
        </p:nvSpPr>
        <p:spPr>
          <a:xfrm>
            <a:off x="5412150" y="1666450"/>
            <a:ext cx="3421500" cy="969600"/>
          </a:xfrm>
          <a:prstGeom prst="rect">
            <a:avLst/>
          </a:prstGeom>
        </p:spPr>
        <p:txBody>
          <a:bodyPr spcFirstLastPara="1" wrap="square" lIns="0" tIns="0" rIns="182875" bIns="0" anchor="t" anchorCtr="0">
            <a:noAutofit/>
          </a:bodyPr>
          <a:lstStyle>
            <a:lvl1pPr marL="457200" lvl="0" indent="-317500">
              <a:lnSpc>
                <a:spcPct val="90000"/>
              </a:lnSpc>
              <a:spcBef>
                <a:spcPts val="0"/>
              </a:spcBef>
              <a:spcAft>
                <a:spcPts val="0"/>
              </a:spcAft>
              <a:buSzPts val="1400"/>
              <a:buFont typeface="Outfit"/>
              <a:buChar char="●"/>
              <a:defRPr sz="1400">
                <a:latin typeface="Outfit"/>
                <a:ea typeface="Outfit"/>
                <a:cs typeface="Outfit"/>
                <a:sym typeface="Outfit"/>
              </a:defRPr>
            </a:lvl1pPr>
            <a:lvl2pPr marL="914400" lvl="1" indent="-317500">
              <a:lnSpc>
                <a:spcPct val="90000"/>
              </a:lnSpc>
              <a:spcBef>
                <a:spcPts val="0"/>
              </a:spcBef>
              <a:spcAft>
                <a:spcPts val="0"/>
              </a:spcAft>
              <a:buSzPts val="1400"/>
              <a:buFont typeface="Outfit"/>
              <a:buChar char="○"/>
              <a:defRPr sz="1400">
                <a:latin typeface="Outfit"/>
                <a:ea typeface="Outfit"/>
                <a:cs typeface="Outfit"/>
                <a:sym typeface="Outfit"/>
              </a:defRPr>
            </a:lvl2pPr>
            <a:lvl3pPr marL="1371600" lvl="2" indent="-317500">
              <a:lnSpc>
                <a:spcPct val="90000"/>
              </a:lnSpc>
              <a:spcBef>
                <a:spcPts val="0"/>
              </a:spcBef>
              <a:spcAft>
                <a:spcPts val="0"/>
              </a:spcAft>
              <a:buSzPts val="1400"/>
              <a:buFont typeface="Outfit"/>
              <a:buChar char="■"/>
              <a:defRPr sz="1400">
                <a:latin typeface="Outfit"/>
                <a:ea typeface="Outfit"/>
                <a:cs typeface="Outfit"/>
                <a:sym typeface="Outfit"/>
              </a:defRPr>
            </a:lvl3pPr>
            <a:lvl4pPr marL="1828800" lvl="3" indent="-317500">
              <a:lnSpc>
                <a:spcPct val="90000"/>
              </a:lnSpc>
              <a:spcBef>
                <a:spcPts val="0"/>
              </a:spcBef>
              <a:spcAft>
                <a:spcPts val="0"/>
              </a:spcAft>
              <a:buSzPts val="1400"/>
              <a:buFont typeface="Outfit"/>
              <a:buChar char="●"/>
              <a:defRPr sz="1400">
                <a:latin typeface="Outfit"/>
                <a:ea typeface="Outfit"/>
                <a:cs typeface="Outfit"/>
                <a:sym typeface="Outfit"/>
              </a:defRPr>
            </a:lvl4pPr>
            <a:lvl5pPr marL="2286000" lvl="4" indent="-317500">
              <a:lnSpc>
                <a:spcPct val="90000"/>
              </a:lnSpc>
              <a:spcBef>
                <a:spcPts val="0"/>
              </a:spcBef>
              <a:spcAft>
                <a:spcPts val="0"/>
              </a:spcAft>
              <a:buSzPts val="1400"/>
              <a:buFont typeface="Outfit"/>
              <a:buChar char="○"/>
              <a:defRPr sz="1400">
                <a:latin typeface="Outfit"/>
                <a:ea typeface="Outfit"/>
                <a:cs typeface="Outfit"/>
                <a:sym typeface="Outfit"/>
              </a:defRPr>
            </a:lvl5pPr>
            <a:lvl6pPr marL="2743200" lvl="5" indent="-317500">
              <a:lnSpc>
                <a:spcPct val="90000"/>
              </a:lnSpc>
              <a:spcBef>
                <a:spcPts val="0"/>
              </a:spcBef>
              <a:spcAft>
                <a:spcPts val="0"/>
              </a:spcAft>
              <a:buSzPts val="1400"/>
              <a:buFont typeface="Outfit"/>
              <a:buChar char="■"/>
              <a:defRPr sz="1400">
                <a:latin typeface="Outfit"/>
                <a:ea typeface="Outfit"/>
                <a:cs typeface="Outfit"/>
                <a:sym typeface="Outfit"/>
              </a:defRPr>
            </a:lvl6pPr>
            <a:lvl7pPr marL="3200400" lvl="6" indent="-317500">
              <a:lnSpc>
                <a:spcPct val="90000"/>
              </a:lnSpc>
              <a:spcBef>
                <a:spcPts val="0"/>
              </a:spcBef>
              <a:spcAft>
                <a:spcPts val="0"/>
              </a:spcAft>
              <a:buSzPts val="1400"/>
              <a:buFont typeface="Outfit"/>
              <a:buChar char="●"/>
              <a:defRPr sz="1400">
                <a:latin typeface="Outfit"/>
                <a:ea typeface="Outfit"/>
                <a:cs typeface="Outfit"/>
                <a:sym typeface="Outfit"/>
              </a:defRPr>
            </a:lvl7pPr>
            <a:lvl8pPr marL="3657600" lvl="7" indent="-317500">
              <a:lnSpc>
                <a:spcPct val="90000"/>
              </a:lnSpc>
              <a:spcBef>
                <a:spcPts val="0"/>
              </a:spcBef>
              <a:spcAft>
                <a:spcPts val="0"/>
              </a:spcAft>
              <a:buSzPts val="1400"/>
              <a:buFont typeface="Outfit"/>
              <a:buChar char="○"/>
              <a:defRPr sz="1400">
                <a:latin typeface="Outfit"/>
                <a:ea typeface="Outfit"/>
                <a:cs typeface="Outfit"/>
                <a:sym typeface="Outfit"/>
              </a:defRPr>
            </a:lvl8pPr>
            <a:lvl9pPr marL="4114800" lvl="8" indent="-317500">
              <a:lnSpc>
                <a:spcPct val="90000"/>
              </a:lnSpc>
              <a:spcBef>
                <a:spcPts val="0"/>
              </a:spcBef>
              <a:spcAft>
                <a:spcPts val="0"/>
              </a:spcAft>
              <a:buSzPts val="1400"/>
              <a:buFont typeface="Outfit"/>
              <a:buChar char="■"/>
              <a:defRPr sz="1400">
                <a:latin typeface="Outfit"/>
                <a:ea typeface="Outfit"/>
                <a:cs typeface="Outfit"/>
                <a:sym typeface="Outfit"/>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big ideas - Alt 3">
  <p:cSld name="CUSTOM_10">
    <p:spTree>
      <p:nvGrpSpPr>
        <p:cNvPr id="1" name="Shape 81"/>
        <p:cNvGrpSpPr/>
        <p:nvPr/>
      </p:nvGrpSpPr>
      <p:grpSpPr>
        <a:xfrm>
          <a:off x="0" y="0"/>
          <a:ext cx="0" cy="0"/>
          <a:chOff x="0" y="0"/>
          <a:chExt cx="0" cy="0"/>
        </a:xfrm>
      </p:grpSpPr>
      <p:sp>
        <p:nvSpPr>
          <p:cNvPr id="82" name="Google Shape;82;p11"/>
          <p:cNvSpPr txBox="1">
            <a:spLocks noGrp="1"/>
          </p:cNvSpPr>
          <p:nvPr>
            <p:ph type="subTitle" idx="1"/>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a:endParaRPr/>
          </a:p>
        </p:txBody>
      </p:sp>
      <p:sp>
        <p:nvSpPr>
          <p:cNvPr id="83" name="Google Shape;83;p11"/>
          <p:cNvSpPr txBox="1">
            <a:spLocks noGrp="1"/>
          </p:cNvSpPr>
          <p:nvPr>
            <p:ph type="body" idx="2"/>
          </p:nvPr>
        </p:nvSpPr>
        <p:spPr>
          <a:xfrm>
            <a:off x="4223075" y="3141232"/>
            <a:ext cx="2787600" cy="1223700"/>
          </a:xfrm>
          <a:prstGeom prst="rect">
            <a:avLst/>
          </a:prstGeom>
        </p:spPr>
        <p:txBody>
          <a:bodyPr spcFirstLastPara="1" wrap="square" lIns="164575" tIns="0" rIns="164575" bIns="18287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84" name="Google Shape;84;p11"/>
          <p:cNvSpPr txBox="1">
            <a:spLocks noGrp="1"/>
          </p:cNvSpPr>
          <p:nvPr>
            <p:ph type="title"/>
          </p:nvPr>
        </p:nvSpPr>
        <p:spPr>
          <a:xfrm>
            <a:off x="4223075" y="2623350"/>
            <a:ext cx="2443500" cy="409500"/>
          </a:xfrm>
          <a:prstGeom prst="rect">
            <a:avLst/>
          </a:prstGeom>
        </p:spPr>
        <p:txBody>
          <a:bodyPr spcFirstLastPara="1" wrap="square" lIns="164575" tIns="164575" rIns="0" bIns="0" anchor="t" anchorCtr="0">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85" name="Google Shape;85;p11"/>
          <p:cNvSpPr>
            <a:spLocks noGrp="1"/>
          </p:cNvSpPr>
          <p:nvPr>
            <p:ph type="pic" idx="3"/>
          </p:nvPr>
        </p:nvSpPr>
        <p:spPr>
          <a:xfrm>
            <a:off x="1901125" y="476725"/>
            <a:ext cx="383700" cy="398100"/>
          </a:xfrm>
          <a:prstGeom prst="roundRect">
            <a:avLst>
              <a:gd name="adj" fmla="val 16667"/>
            </a:avLst>
          </a:prstGeom>
          <a:noFill/>
          <a:ln>
            <a:noFill/>
          </a:ln>
        </p:spPr>
      </p:sp>
      <p:sp>
        <p:nvSpPr>
          <p:cNvPr id="86" name="Google Shape;86;p11"/>
          <p:cNvSpPr txBox="1">
            <a:spLocks noGrp="1"/>
          </p:cNvSpPr>
          <p:nvPr>
            <p:ph type="title" idx="4"/>
          </p:nvPr>
        </p:nvSpPr>
        <p:spPr>
          <a:xfrm>
            <a:off x="3072075" y="282900"/>
            <a:ext cx="5787300" cy="2112300"/>
          </a:xfrm>
          <a:prstGeom prst="rect">
            <a:avLst/>
          </a:prstGeom>
        </p:spPr>
        <p:txBody>
          <a:bodyPr spcFirstLastPara="1" wrap="square" lIns="182875" tIns="182875" rIns="182875" bIns="0" anchor="t" anchorCtr="0">
            <a:spAutoFit/>
          </a:bodyPr>
          <a:lstStyle>
            <a:lvl1pPr lvl="0">
              <a:lnSpc>
                <a:spcPct val="90000"/>
              </a:lnSpc>
              <a:spcBef>
                <a:spcPts val="0"/>
              </a:spcBef>
              <a:spcAft>
                <a:spcPts val="0"/>
              </a:spcAft>
              <a:buNone/>
              <a:defRPr sz="2400"/>
            </a:lvl1pPr>
            <a:lvl2pPr lvl="1">
              <a:lnSpc>
                <a:spcPct val="115000"/>
              </a:lnSpc>
              <a:spcBef>
                <a:spcPts val="0"/>
              </a:spcBef>
              <a:spcAft>
                <a:spcPts val="0"/>
              </a:spcAft>
              <a:buNone/>
              <a:defRPr sz="2400"/>
            </a:lvl2pPr>
            <a:lvl3pPr lvl="2">
              <a:lnSpc>
                <a:spcPct val="115000"/>
              </a:lnSpc>
              <a:spcBef>
                <a:spcPts val="0"/>
              </a:spcBef>
              <a:spcAft>
                <a:spcPts val="0"/>
              </a:spcAft>
              <a:buNone/>
              <a:defRPr sz="2400"/>
            </a:lvl3pPr>
            <a:lvl4pPr lvl="3">
              <a:lnSpc>
                <a:spcPct val="115000"/>
              </a:lnSpc>
              <a:spcBef>
                <a:spcPts val="0"/>
              </a:spcBef>
              <a:spcAft>
                <a:spcPts val="0"/>
              </a:spcAft>
              <a:buNone/>
              <a:defRPr sz="2400"/>
            </a:lvl4pPr>
            <a:lvl5pPr lvl="4">
              <a:lnSpc>
                <a:spcPct val="115000"/>
              </a:lnSpc>
              <a:spcBef>
                <a:spcPts val="0"/>
              </a:spcBef>
              <a:spcAft>
                <a:spcPts val="0"/>
              </a:spcAft>
              <a:buNone/>
              <a:defRPr sz="2400"/>
            </a:lvl5pPr>
            <a:lvl6pPr lvl="5">
              <a:lnSpc>
                <a:spcPct val="115000"/>
              </a:lnSpc>
              <a:spcBef>
                <a:spcPts val="0"/>
              </a:spcBef>
              <a:spcAft>
                <a:spcPts val="0"/>
              </a:spcAft>
              <a:buNone/>
              <a:defRPr sz="2400"/>
            </a:lvl6pPr>
            <a:lvl7pPr lvl="6">
              <a:lnSpc>
                <a:spcPct val="115000"/>
              </a:lnSpc>
              <a:spcBef>
                <a:spcPts val="0"/>
              </a:spcBef>
              <a:spcAft>
                <a:spcPts val="0"/>
              </a:spcAft>
              <a:buNone/>
              <a:defRPr sz="2400"/>
            </a:lvl7pPr>
            <a:lvl8pPr lvl="7">
              <a:lnSpc>
                <a:spcPct val="115000"/>
              </a:lnSpc>
              <a:spcBef>
                <a:spcPts val="0"/>
              </a:spcBef>
              <a:spcAft>
                <a:spcPts val="0"/>
              </a:spcAft>
              <a:buNone/>
              <a:defRPr sz="2400"/>
            </a:lvl8pPr>
            <a:lvl9pPr lvl="8">
              <a:lnSpc>
                <a:spcPct val="115000"/>
              </a:lnSpc>
              <a:spcBef>
                <a:spcPts val="0"/>
              </a:spcBef>
              <a:spcAft>
                <a:spcPts val="0"/>
              </a:spcAft>
              <a:buNone/>
              <a:defRPr sz="2400"/>
            </a:lvl9pPr>
          </a:lstStyle>
          <a:p>
            <a:endParaRPr/>
          </a:p>
        </p:txBody>
      </p:sp>
      <p:sp>
        <p:nvSpPr>
          <p:cNvPr id="87" name="Google Shape;87;p11"/>
          <p:cNvSpPr txBox="1">
            <a:spLocks noGrp="1"/>
          </p:cNvSpPr>
          <p:nvPr>
            <p:ph type="title" idx="5"/>
          </p:nvPr>
        </p:nvSpPr>
        <p:spPr>
          <a:xfrm>
            <a:off x="1731400" y="3108325"/>
            <a:ext cx="2337000" cy="1526700"/>
          </a:xfrm>
          <a:prstGeom prst="rect">
            <a:avLst/>
          </a:prstGeom>
        </p:spPr>
        <p:txBody>
          <a:bodyPr spcFirstLastPara="1" wrap="square" lIns="0" tIns="0" rIns="0" bIns="0" anchor="b" anchorCtr="0">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9pPr>
          </a:lstStyle>
          <a:p>
            <a:endParaRPr/>
          </a:p>
        </p:txBody>
      </p:sp>
      <p:sp>
        <p:nvSpPr>
          <p:cNvPr id="88" name="Google Shape;88;p11"/>
          <p:cNvSpPr txBox="1">
            <a:spLocks noGrp="1"/>
          </p:cNvSpPr>
          <p:nvPr>
            <p:ph type="title" idx="6"/>
          </p:nvPr>
        </p:nvSpPr>
        <p:spPr>
          <a:xfrm>
            <a:off x="7116525" y="2623350"/>
            <a:ext cx="1742400" cy="409500"/>
          </a:xfrm>
          <a:prstGeom prst="rect">
            <a:avLst/>
          </a:prstGeom>
        </p:spPr>
        <p:txBody>
          <a:bodyPr spcFirstLastPara="1" wrap="square" lIns="164575" tIns="164575" rIns="0" bIns="0" anchor="t" anchorCtr="0">
            <a:noAutofit/>
          </a:bodyPr>
          <a:lstStyle>
            <a:lvl1pPr lvl="0">
              <a:lnSpc>
                <a:spcPct val="115000"/>
              </a:lnSpc>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89" name="Google Shape;89;p11"/>
          <p:cNvSpPr txBox="1">
            <a:spLocks noGrp="1"/>
          </p:cNvSpPr>
          <p:nvPr>
            <p:ph type="body" idx="7"/>
          </p:nvPr>
        </p:nvSpPr>
        <p:spPr>
          <a:xfrm>
            <a:off x="7116525" y="3141225"/>
            <a:ext cx="1742400" cy="1223700"/>
          </a:xfrm>
          <a:prstGeom prst="rect">
            <a:avLst/>
          </a:prstGeom>
        </p:spPr>
        <p:txBody>
          <a:bodyPr spcFirstLastPara="1" wrap="square" lIns="164575" tIns="0" rIns="164575" bIns="18287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90" name="Google Shape;90;p11"/>
          <p:cNvSpPr txBox="1">
            <a:spLocks noGrp="1"/>
          </p:cNvSpPr>
          <p:nvPr>
            <p:ph type="subTitle" idx="8"/>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91" name="Google Shape;91;p11"/>
          <p:cNvSpPr txBox="1">
            <a:spLocks noGrp="1"/>
          </p:cNvSpPr>
          <p:nvPr>
            <p:ph type="subTitle" idx="9"/>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ree big ideas - Alt 3">
  <p:cSld name="BLANK_1_1_1_1_1_1_1_1_1_1_1_1_1_1_3">
    <p:spTree>
      <p:nvGrpSpPr>
        <p:cNvPr id="1" name="Shape 92"/>
        <p:cNvGrpSpPr/>
        <p:nvPr/>
      </p:nvGrpSpPr>
      <p:grpSpPr>
        <a:xfrm>
          <a:off x="0" y="0"/>
          <a:ext cx="0" cy="0"/>
          <a:chOff x="0" y="0"/>
          <a:chExt cx="0" cy="0"/>
        </a:xfrm>
      </p:grpSpPr>
      <p:sp>
        <p:nvSpPr>
          <p:cNvPr id="93" name="Google Shape;93;p12"/>
          <p:cNvSpPr txBox="1">
            <a:spLocks noGrp="1"/>
          </p:cNvSpPr>
          <p:nvPr>
            <p:ph type="title"/>
          </p:nvPr>
        </p:nvSpPr>
        <p:spPr>
          <a:xfrm>
            <a:off x="1731400" y="435300"/>
            <a:ext cx="35106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94" name="Google Shape;94;p12"/>
          <p:cNvSpPr txBox="1">
            <a:spLocks noGrp="1"/>
          </p:cNvSpPr>
          <p:nvPr>
            <p:ph type="body" idx="1"/>
          </p:nvPr>
        </p:nvSpPr>
        <p:spPr>
          <a:xfrm>
            <a:off x="5348925" y="779548"/>
            <a:ext cx="3510600" cy="783300"/>
          </a:xfrm>
          <a:prstGeom prst="rect">
            <a:avLst/>
          </a:prstGeom>
        </p:spPr>
        <p:txBody>
          <a:bodyPr spcFirstLastPara="1" wrap="square" lIns="182875" tIns="0" rIns="182875"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95" name="Google Shape;95;p12"/>
          <p:cNvSpPr txBox="1">
            <a:spLocks noGrp="1"/>
          </p:cNvSpPr>
          <p:nvPr>
            <p:ph type="title" idx="2"/>
          </p:nvPr>
        </p:nvSpPr>
        <p:spPr>
          <a:xfrm>
            <a:off x="5348925" y="286031"/>
            <a:ext cx="3378900" cy="430800"/>
          </a:xfrm>
          <a:prstGeom prst="rect">
            <a:avLst/>
          </a:prstGeom>
        </p:spPr>
        <p:txBody>
          <a:bodyPr spcFirstLastPara="1" wrap="square" lIns="182875" tIns="182875" rIns="0" bIns="0" anchor="t" anchorCtr="0">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a:endParaRPr/>
          </a:p>
        </p:txBody>
      </p:sp>
      <p:sp>
        <p:nvSpPr>
          <p:cNvPr id="96" name="Google Shape;96;p12"/>
          <p:cNvSpPr txBox="1">
            <a:spLocks noGrp="1"/>
          </p:cNvSpPr>
          <p:nvPr>
            <p:ph type="body" idx="3"/>
          </p:nvPr>
        </p:nvSpPr>
        <p:spPr>
          <a:xfrm>
            <a:off x="5348925" y="2225851"/>
            <a:ext cx="3510600" cy="783300"/>
          </a:xfrm>
          <a:prstGeom prst="rect">
            <a:avLst/>
          </a:prstGeom>
        </p:spPr>
        <p:txBody>
          <a:bodyPr spcFirstLastPara="1" wrap="square" lIns="182875" tIns="0" rIns="182875"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97" name="Google Shape;97;p12"/>
          <p:cNvSpPr txBox="1">
            <a:spLocks noGrp="1"/>
          </p:cNvSpPr>
          <p:nvPr>
            <p:ph type="title" idx="4"/>
          </p:nvPr>
        </p:nvSpPr>
        <p:spPr>
          <a:xfrm>
            <a:off x="5348925" y="1767224"/>
            <a:ext cx="3378900" cy="395700"/>
          </a:xfrm>
          <a:prstGeom prst="rect">
            <a:avLst/>
          </a:prstGeom>
        </p:spPr>
        <p:txBody>
          <a:bodyPr spcFirstLastPara="1" wrap="square" lIns="182875" tIns="182875" rIns="0" bIns="0" anchor="t" anchorCtr="0">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atin typeface="Outfit SemiBold"/>
                <a:ea typeface="Outfit SemiBold"/>
                <a:cs typeface="Outfit SemiBold"/>
                <a:sym typeface="Outfit SemiBold"/>
              </a:defRPr>
            </a:lvl2pPr>
            <a:lvl3pPr lvl="2">
              <a:lnSpc>
                <a:spcPct val="115000"/>
              </a:lnSpc>
              <a:spcBef>
                <a:spcPts val="0"/>
              </a:spcBef>
              <a:spcAft>
                <a:spcPts val="0"/>
              </a:spcAft>
              <a:buNone/>
              <a:defRPr sz="1800">
                <a:latin typeface="Outfit SemiBold"/>
                <a:ea typeface="Outfit SemiBold"/>
                <a:cs typeface="Outfit SemiBold"/>
                <a:sym typeface="Outfit SemiBold"/>
              </a:defRPr>
            </a:lvl3pPr>
            <a:lvl4pPr lvl="3">
              <a:lnSpc>
                <a:spcPct val="115000"/>
              </a:lnSpc>
              <a:spcBef>
                <a:spcPts val="0"/>
              </a:spcBef>
              <a:spcAft>
                <a:spcPts val="0"/>
              </a:spcAft>
              <a:buNone/>
              <a:defRPr sz="1800">
                <a:latin typeface="Outfit SemiBold"/>
                <a:ea typeface="Outfit SemiBold"/>
                <a:cs typeface="Outfit SemiBold"/>
                <a:sym typeface="Outfit SemiBold"/>
              </a:defRPr>
            </a:lvl4pPr>
            <a:lvl5pPr lvl="4">
              <a:lnSpc>
                <a:spcPct val="115000"/>
              </a:lnSpc>
              <a:spcBef>
                <a:spcPts val="0"/>
              </a:spcBef>
              <a:spcAft>
                <a:spcPts val="0"/>
              </a:spcAft>
              <a:buNone/>
              <a:defRPr sz="1800">
                <a:latin typeface="Outfit SemiBold"/>
                <a:ea typeface="Outfit SemiBold"/>
                <a:cs typeface="Outfit SemiBold"/>
                <a:sym typeface="Outfit SemiBold"/>
              </a:defRPr>
            </a:lvl5pPr>
            <a:lvl6pPr lvl="5">
              <a:lnSpc>
                <a:spcPct val="115000"/>
              </a:lnSpc>
              <a:spcBef>
                <a:spcPts val="0"/>
              </a:spcBef>
              <a:spcAft>
                <a:spcPts val="0"/>
              </a:spcAft>
              <a:buNone/>
              <a:defRPr sz="1800">
                <a:latin typeface="Outfit SemiBold"/>
                <a:ea typeface="Outfit SemiBold"/>
                <a:cs typeface="Outfit SemiBold"/>
                <a:sym typeface="Outfit SemiBold"/>
              </a:defRPr>
            </a:lvl6pPr>
            <a:lvl7pPr lvl="6">
              <a:lnSpc>
                <a:spcPct val="115000"/>
              </a:lnSpc>
              <a:spcBef>
                <a:spcPts val="0"/>
              </a:spcBef>
              <a:spcAft>
                <a:spcPts val="0"/>
              </a:spcAft>
              <a:buNone/>
              <a:defRPr sz="1800">
                <a:latin typeface="Outfit SemiBold"/>
                <a:ea typeface="Outfit SemiBold"/>
                <a:cs typeface="Outfit SemiBold"/>
                <a:sym typeface="Outfit SemiBold"/>
              </a:defRPr>
            </a:lvl7pPr>
            <a:lvl8pPr lvl="7">
              <a:lnSpc>
                <a:spcPct val="115000"/>
              </a:lnSpc>
              <a:spcBef>
                <a:spcPts val="0"/>
              </a:spcBef>
              <a:spcAft>
                <a:spcPts val="0"/>
              </a:spcAft>
              <a:buNone/>
              <a:defRPr sz="1800">
                <a:latin typeface="Outfit SemiBold"/>
                <a:ea typeface="Outfit SemiBold"/>
                <a:cs typeface="Outfit SemiBold"/>
                <a:sym typeface="Outfit SemiBold"/>
              </a:defRPr>
            </a:lvl8pPr>
            <a:lvl9pPr lvl="8">
              <a:lnSpc>
                <a:spcPct val="115000"/>
              </a:lnSpc>
              <a:spcBef>
                <a:spcPts val="0"/>
              </a:spcBef>
              <a:spcAft>
                <a:spcPts val="0"/>
              </a:spcAft>
              <a:buNone/>
              <a:defRPr sz="1800">
                <a:latin typeface="Outfit SemiBold"/>
                <a:ea typeface="Outfit SemiBold"/>
                <a:cs typeface="Outfit SemiBold"/>
                <a:sym typeface="Outfit SemiBold"/>
              </a:defRPr>
            </a:lvl9pPr>
          </a:lstStyle>
          <a:p>
            <a:endParaRPr/>
          </a:p>
        </p:txBody>
      </p:sp>
      <p:sp>
        <p:nvSpPr>
          <p:cNvPr id="98" name="Google Shape;98;p12"/>
          <p:cNvSpPr txBox="1">
            <a:spLocks noGrp="1"/>
          </p:cNvSpPr>
          <p:nvPr>
            <p:ph type="body" idx="5"/>
          </p:nvPr>
        </p:nvSpPr>
        <p:spPr>
          <a:xfrm>
            <a:off x="5348925" y="3672155"/>
            <a:ext cx="3510600" cy="783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99" name="Google Shape;99;p12"/>
          <p:cNvSpPr txBox="1">
            <a:spLocks noGrp="1"/>
          </p:cNvSpPr>
          <p:nvPr>
            <p:ph type="title" idx="6"/>
          </p:nvPr>
        </p:nvSpPr>
        <p:spPr>
          <a:xfrm>
            <a:off x="5348925" y="3251722"/>
            <a:ext cx="3378900" cy="357600"/>
          </a:xfrm>
          <a:prstGeom prst="rect">
            <a:avLst/>
          </a:prstGeom>
        </p:spPr>
        <p:txBody>
          <a:bodyPr spcFirstLastPara="1" wrap="square" lIns="182875" tIns="182875" rIns="0" bIns="0" anchor="t" anchorCtr="0">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2pPr>
            <a:lvl3pPr lvl="2">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3pPr>
            <a:lvl4pPr lvl="3">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4pPr>
            <a:lvl5pPr lvl="4">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5pPr>
            <a:lvl6pPr lvl="5">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6pPr>
            <a:lvl7pPr lvl="6">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7pPr>
            <a:lvl8pPr lvl="7">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8pPr>
            <a:lvl9pPr lvl="8">
              <a:lnSpc>
                <a:spcPct val="115000"/>
              </a:lnSpc>
              <a:spcBef>
                <a:spcPts val="0"/>
              </a:spcBef>
              <a:spcAft>
                <a:spcPts val="0"/>
              </a:spcAft>
              <a:buNone/>
              <a:defRPr sz="1800">
                <a:solidFill>
                  <a:schemeClr val="lt2"/>
                </a:solidFill>
                <a:latin typeface="Outfit SemiBold"/>
                <a:ea typeface="Outfit SemiBold"/>
                <a:cs typeface="Outfit SemiBold"/>
                <a:sym typeface="Outfit SemiBold"/>
              </a:defRPr>
            </a:lvl9pPr>
          </a:lstStyle>
          <a:p>
            <a:endParaRPr/>
          </a:p>
        </p:txBody>
      </p:sp>
      <p:sp>
        <p:nvSpPr>
          <p:cNvPr id="100" name="Google Shape;100;p12"/>
          <p:cNvSpPr txBox="1">
            <a:spLocks noGrp="1"/>
          </p:cNvSpPr>
          <p:nvPr>
            <p:ph type="subTitle" idx="7"/>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a:endParaRPr/>
          </a:p>
        </p:txBody>
      </p:sp>
      <p:sp>
        <p:nvSpPr>
          <p:cNvPr id="101" name="Google Shape;101;p12"/>
          <p:cNvSpPr txBox="1">
            <a:spLocks noGrp="1"/>
          </p:cNvSpPr>
          <p:nvPr>
            <p:ph type="subTitle" idx="8"/>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102" name="Google Shape;102;p12"/>
          <p:cNvSpPr txBox="1">
            <a:spLocks noGrp="1"/>
          </p:cNvSpPr>
          <p:nvPr>
            <p:ph type="subTitle" idx="9"/>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big ideas - Alt 4">
  <p:cSld name="BLANK_1_1_1_1_1_1_1_1_1_1_1_1_1_1_4">
    <p:spTree>
      <p:nvGrpSpPr>
        <p:cNvPr id="1" name="Shape 103"/>
        <p:cNvGrpSpPr/>
        <p:nvPr/>
      </p:nvGrpSpPr>
      <p:grpSpPr>
        <a:xfrm>
          <a:off x="0" y="0"/>
          <a:ext cx="0" cy="0"/>
          <a:chOff x="0" y="0"/>
          <a:chExt cx="0" cy="0"/>
        </a:xfrm>
      </p:grpSpPr>
      <p:sp>
        <p:nvSpPr>
          <p:cNvPr id="104" name="Google Shape;104;p13"/>
          <p:cNvSpPr txBox="1">
            <a:spLocks noGrp="1"/>
          </p:cNvSpPr>
          <p:nvPr>
            <p:ph type="body" idx="1"/>
          </p:nvPr>
        </p:nvSpPr>
        <p:spPr>
          <a:xfrm>
            <a:off x="6554750" y="2509703"/>
            <a:ext cx="2304900" cy="2125200"/>
          </a:xfrm>
          <a:prstGeom prst="rect">
            <a:avLst/>
          </a:prstGeom>
        </p:spPr>
        <p:txBody>
          <a:bodyPr spcFirstLastPara="1" wrap="square" lIns="182875" tIns="0" rIns="182875" bIns="274300"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05" name="Google Shape;105;p13"/>
          <p:cNvSpPr txBox="1">
            <a:spLocks noGrp="1"/>
          </p:cNvSpPr>
          <p:nvPr>
            <p:ph type="body" idx="2"/>
          </p:nvPr>
        </p:nvSpPr>
        <p:spPr>
          <a:xfrm>
            <a:off x="1731400" y="2509703"/>
            <a:ext cx="2304900" cy="2125200"/>
          </a:xfrm>
          <a:prstGeom prst="rect">
            <a:avLst/>
          </a:prstGeom>
        </p:spPr>
        <p:txBody>
          <a:bodyPr spcFirstLastPara="1" wrap="square" lIns="182875" tIns="0" rIns="182875" bIns="274300"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06" name="Google Shape;106;p13"/>
          <p:cNvSpPr txBox="1">
            <a:spLocks noGrp="1"/>
          </p:cNvSpPr>
          <p:nvPr>
            <p:ph type="body" idx="3"/>
          </p:nvPr>
        </p:nvSpPr>
        <p:spPr>
          <a:xfrm>
            <a:off x="4143075" y="2509703"/>
            <a:ext cx="2304900" cy="2125200"/>
          </a:xfrm>
          <a:prstGeom prst="rect">
            <a:avLst/>
          </a:prstGeom>
        </p:spPr>
        <p:txBody>
          <a:bodyPr spcFirstLastPara="1" wrap="square" lIns="182875" tIns="0" rIns="182875" bIns="274300"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07" name="Google Shape;107;p13"/>
          <p:cNvSpPr txBox="1">
            <a:spLocks noGrp="1"/>
          </p:cNvSpPr>
          <p:nvPr>
            <p:ph type="title"/>
          </p:nvPr>
        </p:nvSpPr>
        <p:spPr>
          <a:xfrm>
            <a:off x="1731400" y="806900"/>
            <a:ext cx="2064000" cy="2676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08" name="Google Shape;108;p13"/>
          <p:cNvSpPr txBox="1">
            <a:spLocks noGrp="1"/>
          </p:cNvSpPr>
          <p:nvPr>
            <p:ph type="subTitle" idx="4"/>
          </p:nvPr>
        </p:nvSpPr>
        <p:spPr>
          <a:xfrm>
            <a:off x="1731400" y="400075"/>
            <a:ext cx="1340700" cy="153900"/>
          </a:xfrm>
          <a:prstGeom prst="rect">
            <a:avLst/>
          </a:prstGeom>
        </p:spPr>
        <p:txBody>
          <a:bodyPr spcFirstLastPara="1" wrap="square" lIns="182875" tIns="0" rIns="91425" bIns="0" anchor="t" anchorCtr="0">
            <a:noAutofit/>
          </a:bodyPr>
          <a:lstStyle>
            <a:lvl1pPr lvl="0">
              <a:spcBef>
                <a:spcPts val="0"/>
              </a:spcBef>
              <a:spcAft>
                <a:spcPts val="0"/>
              </a:spcAft>
              <a:buNone/>
              <a:defRPr sz="1000" b="1">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109" name="Google Shape;109;p13"/>
          <p:cNvSpPr txBox="1">
            <a:spLocks noGrp="1"/>
          </p:cNvSpPr>
          <p:nvPr>
            <p:ph type="title" idx="5"/>
          </p:nvPr>
        </p:nvSpPr>
        <p:spPr>
          <a:xfrm>
            <a:off x="4143075" y="806900"/>
            <a:ext cx="2064000" cy="2676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10" name="Google Shape;110;p13"/>
          <p:cNvSpPr txBox="1">
            <a:spLocks noGrp="1"/>
          </p:cNvSpPr>
          <p:nvPr>
            <p:ph type="subTitle" idx="6"/>
          </p:nvPr>
        </p:nvSpPr>
        <p:spPr>
          <a:xfrm>
            <a:off x="4143075" y="400075"/>
            <a:ext cx="1340700" cy="153900"/>
          </a:xfrm>
          <a:prstGeom prst="rect">
            <a:avLst/>
          </a:prstGeom>
        </p:spPr>
        <p:txBody>
          <a:bodyPr spcFirstLastPara="1" wrap="square" lIns="182875" tIns="0" rIns="91425" bIns="0" anchor="t" anchorCtr="0">
            <a:noAutofit/>
          </a:bodyPr>
          <a:lstStyle>
            <a:lvl1pPr lvl="0">
              <a:spcBef>
                <a:spcPts val="0"/>
              </a:spcBef>
              <a:spcAft>
                <a:spcPts val="0"/>
              </a:spcAft>
              <a:buNone/>
              <a:defRPr sz="1000" b="1">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111" name="Google Shape;111;p13"/>
          <p:cNvSpPr txBox="1">
            <a:spLocks noGrp="1"/>
          </p:cNvSpPr>
          <p:nvPr>
            <p:ph type="title" idx="7"/>
          </p:nvPr>
        </p:nvSpPr>
        <p:spPr>
          <a:xfrm>
            <a:off x="6554750" y="806900"/>
            <a:ext cx="2064000" cy="2676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12" name="Google Shape;112;p13"/>
          <p:cNvSpPr txBox="1">
            <a:spLocks noGrp="1"/>
          </p:cNvSpPr>
          <p:nvPr>
            <p:ph type="subTitle" idx="8"/>
          </p:nvPr>
        </p:nvSpPr>
        <p:spPr>
          <a:xfrm>
            <a:off x="6554750" y="400075"/>
            <a:ext cx="1340700" cy="153900"/>
          </a:xfrm>
          <a:prstGeom prst="rect">
            <a:avLst/>
          </a:prstGeom>
        </p:spPr>
        <p:txBody>
          <a:bodyPr spcFirstLastPara="1" wrap="square" lIns="182875" tIns="0" rIns="91425" bIns="0" anchor="t" anchorCtr="0">
            <a:noAutofit/>
          </a:bodyPr>
          <a:lstStyle>
            <a:lvl1pPr lvl="0">
              <a:spcBef>
                <a:spcPts val="0"/>
              </a:spcBef>
              <a:spcAft>
                <a:spcPts val="0"/>
              </a:spcAft>
              <a:buNone/>
              <a:defRPr sz="1000" b="1">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113" name="Google Shape;113;p13"/>
          <p:cNvSpPr txBox="1">
            <a:spLocks noGrp="1"/>
          </p:cNvSpPr>
          <p:nvPr>
            <p:ph type="subTitle" idx="9"/>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a:endParaRPr/>
          </a:p>
        </p:txBody>
      </p:sp>
      <p:sp>
        <p:nvSpPr>
          <p:cNvPr id="114" name="Google Shape;114;p13"/>
          <p:cNvSpPr txBox="1">
            <a:spLocks noGrp="1"/>
          </p:cNvSpPr>
          <p:nvPr>
            <p:ph type="subTitle" idx="13"/>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115" name="Google Shape;115;p13"/>
          <p:cNvSpPr txBox="1">
            <a:spLocks noGrp="1"/>
          </p:cNvSpPr>
          <p:nvPr>
            <p:ph type="subTitle" idx="14"/>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big ideas - Alt 5">
  <p:cSld name="BLANK_1_1_1_1_1_1_1_1_1_1_1_1_1_1_4_1">
    <p:spTree>
      <p:nvGrpSpPr>
        <p:cNvPr id="1" name="Shape 116"/>
        <p:cNvGrpSpPr/>
        <p:nvPr/>
      </p:nvGrpSpPr>
      <p:grpSpPr>
        <a:xfrm>
          <a:off x="0" y="0"/>
          <a:ext cx="0" cy="0"/>
          <a:chOff x="0" y="0"/>
          <a:chExt cx="0" cy="0"/>
        </a:xfrm>
      </p:grpSpPr>
      <p:sp>
        <p:nvSpPr>
          <p:cNvPr id="117" name="Google Shape;117;p14"/>
          <p:cNvSpPr txBox="1">
            <a:spLocks noGrp="1"/>
          </p:cNvSpPr>
          <p:nvPr>
            <p:ph type="subTitle" idx="1"/>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a:endParaRPr/>
          </a:p>
        </p:txBody>
      </p:sp>
      <p:sp>
        <p:nvSpPr>
          <p:cNvPr id="118" name="Google Shape;118;p14"/>
          <p:cNvSpPr txBox="1">
            <a:spLocks noGrp="1"/>
          </p:cNvSpPr>
          <p:nvPr>
            <p:ph type="body" idx="2"/>
          </p:nvPr>
        </p:nvSpPr>
        <p:spPr>
          <a:xfrm>
            <a:off x="1731400" y="3634076"/>
            <a:ext cx="2304900" cy="1000800"/>
          </a:xfrm>
          <a:prstGeom prst="rect">
            <a:avLst/>
          </a:prstGeom>
        </p:spPr>
        <p:txBody>
          <a:bodyPr spcFirstLastPara="1" wrap="square" lIns="182875" tIns="0" rIns="182875" bIns="182875"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19" name="Google Shape;119;p14"/>
          <p:cNvSpPr txBox="1">
            <a:spLocks noGrp="1"/>
          </p:cNvSpPr>
          <p:nvPr>
            <p:ph type="body" idx="3"/>
          </p:nvPr>
        </p:nvSpPr>
        <p:spPr>
          <a:xfrm>
            <a:off x="4143963" y="3634076"/>
            <a:ext cx="2304900" cy="1000800"/>
          </a:xfrm>
          <a:prstGeom prst="rect">
            <a:avLst/>
          </a:prstGeom>
        </p:spPr>
        <p:txBody>
          <a:bodyPr spcFirstLastPara="1" wrap="square" lIns="182875" tIns="0" rIns="182875" bIns="182875"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20" name="Google Shape;120;p14"/>
          <p:cNvSpPr txBox="1">
            <a:spLocks noGrp="1"/>
          </p:cNvSpPr>
          <p:nvPr>
            <p:ph type="body" idx="4"/>
          </p:nvPr>
        </p:nvSpPr>
        <p:spPr>
          <a:xfrm>
            <a:off x="6556525" y="3634076"/>
            <a:ext cx="2304900" cy="1000800"/>
          </a:xfrm>
          <a:prstGeom prst="rect">
            <a:avLst/>
          </a:prstGeom>
        </p:spPr>
        <p:txBody>
          <a:bodyPr spcFirstLastPara="1" wrap="square" lIns="182875" tIns="0" rIns="182875" bIns="182875"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21" name="Google Shape;121;p14"/>
          <p:cNvSpPr>
            <a:spLocks noGrp="1"/>
          </p:cNvSpPr>
          <p:nvPr>
            <p:ph type="pic" idx="5"/>
          </p:nvPr>
        </p:nvSpPr>
        <p:spPr>
          <a:xfrm>
            <a:off x="1733625" y="1872750"/>
            <a:ext cx="2304000" cy="748500"/>
          </a:xfrm>
          <a:prstGeom prst="roundRect">
            <a:avLst>
              <a:gd name="adj" fmla="val 15661"/>
            </a:avLst>
          </a:prstGeom>
          <a:noFill/>
          <a:ln>
            <a:noFill/>
          </a:ln>
        </p:spPr>
      </p:sp>
      <p:sp>
        <p:nvSpPr>
          <p:cNvPr id="122" name="Google Shape;122;p14"/>
          <p:cNvSpPr>
            <a:spLocks noGrp="1"/>
          </p:cNvSpPr>
          <p:nvPr>
            <p:ph type="pic" idx="6"/>
          </p:nvPr>
        </p:nvSpPr>
        <p:spPr>
          <a:xfrm>
            <a:off x="4144025" y="1872750"/>
            <a:ext cx="2304000" cy="1075500"/>
          </a:xfrm>
          <a:prstGeom prst="roundRect">
            <a:avLst>
              <a:gd name="adj" fmla="val 13968"/>
            </a:avLst>
          </a:prstGeom>
          <a:noFill/>
          <a:ln>
            <a:noFill/>
          </a:ln>
        </p:spPr>
      </p:sp>
      <p:sp>
        <p:nvSpPr>
          <p:cNvPr id="123" name="Google Shape;123;p14"/>
          <p:cNvSpPr>
            <a:spLocks noGrp="1"/>
          </p:cNvSpPr>
          <p:nvPr>
            <p:ph type="pic" idx="7"/>
          </p:nvPr>
        </p:nvSpPr>
        <p:spPr>
          <a:xfrm>
            <a:off x="6556525" y="1872750"/>
            <a:ext cx="2304000" cy="1286700"/>
          </a:xfrm>
          <a:prstGeom prst="roundRect">
            <a:avLst>
              <a:gd name="adj" fmla="val 12543"/>
            </a:avLst>
          </a:prstGeom>
          <a:noFill/>
          <a:ln>
            <a:noFill/>
          </a:ln>
        </p:spPr>
      </p:sp>
      <p:sp>
        <p:nvSpPr>
          <p:cNvPr id="124" name="Google Shape;124;p14"/>
          <p:cNvSpPr txBox="1">
            <a:spLocks noGrp="1"/>
          </p:cNvSpPr>
          <p:nvPr>
            <p:ph type="title"/>
          </p:nvPr>
        </p:nvSpPr>
        <p:spPr>
          <a:xfrm>
            <a:off x="1731400" y="282900"/>
            <a:ext cx="71280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25" name="Google Shape;125;p14"/>
          <p:cNvSpPr txBox="1">
            <a:spLocks noGrp="1"/>
          </p:cNvSpPr>
          <p:nvPr>
            <p:ph type="title" idx="8"/>
          </p:nvPr>
        </p:nvSpPr>
        <p:spPr>
          <a:xfrm>
            <a:off x="1731400" y="2623350"/>
            <a:ext cx="1873200" cy="527400"/>
          </a:xfrm>
          <a:prstGeom prst="rect">
            <a:avLst/>
          </a:prstGeom>
        </p:spPr>
        <p:txBody>
          <a:bodyPr spcFirstLastPara="1" wrap="square" lIns="182875" tIns="182875" rIns="182875" bIns="0" anchor="t" anchorCtr="0">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a:endParaRPr/>
          </a:p>
        </p:txBody>
      </p:sp>
      <p:sp>
        <p:nvSpPr>
          <p:cNvPr id="126" name="Google Shape;126;p14"/>
          <p:cNvSpPr txBox="1">
            <a:spLocks noGrp="1"/>
          </p:cNvSpPr>
          <p:nvPr>
            <p:ph type="title" idx="9"/>
          </p:nvPr>
        </p:nvSpPr>
        <p:spPr>
          <a:xfrm>
            <a:off x="4143963" y="2984550"/>
            <a:ext cx="1873200" cy="527400"/>
          </a:xfrm>
          <a:prstGeom prst="rect">
            <a:avLst/>
          </a:prstGeom>
        </p:spPr>
        <p:txBody>
          <a:bodyPr spcFirstLastPara="1" wrap="square" lIns="182875" tIns="182875" rIns="182875" bIns="0" anchor="t" anchorCtr="0">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a:endParaRPr/>
          </a:p>
        </p:txBody>
      </p:sp>
      <p:sp>
        <p:nvSpPr>
          <p:cNvPr id="127" name="Google Shape;127;p14"/>
          <p:cNvSpPr txBox="1">
            <a:spLocks noGrp="1"/>
          </p:cNvSpPr>
          <p:nvPr>
            <p:ph type="title" idx="13"/>
          </p:nvPr>
        </p:nvSpPr>
        <p:spPr>
          <a:xfrm>
            <a:off x="6556525" y="3219175"/>
            <a:ext cx="1873200" cy="527400"/>
          </a:xfrm>
          <a:prstGeom prst="rect">
            <a:avLst/>
          </a:prstGeom>
        </p:spPr>
        <p:txBody>
          <a:bodyPr spcFirstLastPara="1" wrap="square" lIns="182875" tIns="182875" rIns="182875" bIns="0" anchor="t" anchorCtr="0">
            <a:spAutoFit/>
          </a:bodyPr>
          <a:lstStyle>
            <a:lvl1pPr lvl="0">
              <a:lnSpc>
                <a:spcPct val="90000"/>
              </a:lnSpc>
              <a:spcBef>
                <a:spcPts val="0"/>
              </a:spcBef>
              <a:spcAft>
                <a:spcPts val="0"/>
              </a:spcAft>
              <a:buNone/>
              <a:defRPr sz="1200"/>
            </a:lvl1pPr>
            <a:lvl2pPr lvl="1">
              <a:lnSpc>
                <a:spcPct val="115000"/>
              </a:lnSpc>
              <a:spcBef>
                <a:spcPts val="0"/>
              </a:spcBef>
              <a:spcAft>
                <a:spcPts val="0"/>
              </a:spcAft>
              <a:buNone/>
              <a:defRPr sz="1200"/>
            </a:lvl2pPr>
            <a:lvl3pPr lvl="2">
              <a:lnSpc>
                <a:spcPct val="115000"/>
              </a:lnSpc>
              <a:spcBef>
                <a:spcPts val="0"/>
              </a:spcBef>
              <a:spcAft>
                <a:spcPts val="0"/>
              </a:spcAft>
              <a:buNone/>
              <a:defRPr sz="1200"/>
            </a:lvl3pPr>
            <a:lvl4pPr lvl="3">
              <a:lnSpc>
                <a:spcPct val="115000"/>
              </a:lnSpc>
              <a:spcBef>
                <a:spcPts val="0"/>
              </a:spcBef>
              <a:spcAft>
                <a:spcPts val="0"/>
              </a:spcAft>
              <a:buNone/>
              <a:defRPr sz="1200"/>
            </a:lvl4pPr>
            <a:lvl5pPr lvl="4">
              <a:lnSpc>
                <a:spcPct val="115000"/>
              </a:lnSpc>
              <a:spcBef>
                <a:spcPts val="0"/>
              </a:spcBef>
              <a:spcAft>
                <a:spcPts val="0"/>
              </a:spcAft>
              <a:buNone/>
              <a:defRPr sz="1200"/>
            </a:lvl5pPr>
            <a:lvl6pPr lvl="5">
              <a:lnSpc>
                <a:spcPct val="115000"/>
              </a:lnSpc>
              <a:spcBef>
                <a:spcPts val="0"/>
              </a:spcBef>
              <a:spcAft>
                <a:spcPts val="0"/>
              </a:spcAft>
              <a:buNone/>
              <a:defRPr sz="1200"/>
            </a:lvl6pPr>
            <a:lvl7pPr lvl="6">
              <a:lnSpc>
                <a:spcPct val="115000"/>
              </a:lnSpc>
              <a:spcBef>
                <a:spcPts val="0"/>
              </a:spcBef>
              <a:spcAft>
                <a:spcPts val="0"/>
              </a:spcAft>
              <a:buNone/>
              <a:defRPr sz="1200"/>
            </a:lvl7pPr>
            <a:lvl8pPr lvl="7">
              <a:lnSpc>
                <a:spcPct val="115000"/>
              </a:lnSpc>
              <a:spcBef>
                <a:spcPts val="0"/>
              </a:spcBef>
              <a:spcAft>
                <a:spcPts val="0"/>
              </a:spcAft>
              <a:buNone/>
              <a:defRPr sz="1200"/>
            </a:lvl8pPr>
            <a:lvl9pPr lvl="8">
              <a:lnSpc>
                <a:spcPct val="115000"/>
              </a:lnSpc>
              <a:spcBef>
                <a:spcPts val="0"/>
              </a:spcBef>
              <a:spcAft>
                <a:spcPts val="0"/>
              </a:spcAft>
              <a:buNone/>
              <a:defRPr sz="1200"/>
            </a:lvl9pPr>
          </a:lstStyle>
          <a:p>
            <a:endParaRPr/>
          </a:p>
        </p:txBody>
      </p:sp>
      <p:sp>
        <p:nvSpPr>
          <p:cNvPr id="128" name="Google Shape;128;p14"/>
          <p:cNvSpPr txBox="1">
            <a:spLocks noGrp="1"/>
          </p:cNvSpPr>
          <p:nvPr>
            <p:ph type="subTitle" idx="14"/>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129" name="Google Shape;129;p14"/>
          <p:cNvSpPr txBox="1">
            <a:spLocks noGrp="1"/>
          </p:cNvSpPr>
          <p:nvPr>
            <p:ph type="subTitle" idx="15"/>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big ideas - Alt 6">
  <p:cSld name="CUSTOM_1">
    <p:spTree>
      <p:nvGrpSpPr>
        <p:cNvPr id="1" name="Shape 130"/>
        <p:cNvGrpSpPr/>
        <p:nvPr/>
      </p:nvGrpSpPr>
      <p:grpSpPr>
        <a:xfrm>
          <a:off x="0" y="0"/>
          <a:ext cx="0" cy="0"/>
          <a:chOff x="0" y="0"/>
          <a:chExt cx="0" cy="0"/>
        </a:xfrm>
      </p:grpSpPr>
      <p:sp>
        <p:nvSpPr>
          <p:cNvPr id="131" name="Google Shape;131;p15"/>
          <p:cNvSpPr txBox="1">
            <a:spLocks noGrp="1"/>
          </p:cNvSpPr>
          <p:nvPr>
            <p:ph type="body" idx="1"/>
          </p:nvPr>
        </p:nvSpPr>
        <p:spPr>
          <a:xfrm>
            <a:off x="1733138" y="3655570"/>
            <a:ext cx="2304900" cy="979500"/>
          </a:xfrm>
          <a:prstGeom prst="rect">
            <a:avLst/>
          </a:prstGeom>
        </p:spPr>
        <p:txBody>
          <a:bodyPr spcFirstLastPara="1" wrap="square" lIns="182875" tIns="0" rIns="182875" bIns="182875"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32" name="Google Shape;132;p15"/>
          <p:cNvSpPr txBox="1">
            <a:spLocks noGrp="1"/>
          </p:cNvSpPr>
          <p:nvPr>
            <p:ph type="body" idx="2"/>
          </p:nvPr>
        </p:nvSpPr>
        <p:spPr>
          <a:xfrm>
            <a:off x="4143088" y="3655570"/>
            <a:ext cx="2304900" cy="979500"/>
          </a:xfrm>
          <a:prstGeom prst="rect">
            <a:avLst/>
          </a:prstGeom>
        </p:spPr>
        <p:txBody>
          <a:bodyPr spcFirstLastPara="1" wrap="square" lIns="182875" tIns="0" rIns="182875" bIns="182875"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33" name="Google Shape;133;p15"/>
          <p:cNvSpPr txBox="1">
            <a:spLocks noGrp="1"/>
          </p:cNvSpPr>
          <p:nvPr>
            <p:ph type="body" idx="3"/>
          </p:nvPr>
        </p:nvSpPr>
        <p:spPr>
          <a:xfrm>
            <a:off x="6553038" y="3655570"/>
            <a:ext cx="2304900" cy="979500"/>
          </a:xfrm>
          <a:prstGeom prst="rect">
            <a:avLst/>
          </a:prstGeom>
        </p:spPr>
        <p:txBody>
          <a:bodyPr spcFirstLastPara="1" wrap="square" lIns="182875" tIns="0" rIns="182875" bIns="182875"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34" name="Google Shape;134;p15"/>
          <p:cNvSpPr txBox="1">
            <a:spLocks noGrp="1"/>
          </p:cNvSpPr>
          <p:nvPr>
            <p:ph type="title"/>
          </p:nvPr>
        </p:nvSpPr>
        <p:spPr>
          <a:xfrm>
            <a:off x="284775" y="282900"/>
            <a:ext cx="71280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35" name="Google Shape;135;p15"/>
          <p:cNvSpPr>
            <a:spLocks noGrp="1"/>
          </p:cNvSpPr>
          <p:nvPr>
            <p:ph type="pic" idx="4"/>
          </p:nvPr>
        </p:nvSpPr>
        <p:spPr>
          <a:xfrm>
            <a:off x="4144025" y="1872750"/>
            <a:ext cx="2304000" cy="1111800"/>
          </a:xfrm>
          <a:prstGeom prst="roundRect">
            <a:avLst>
              <a:gd name="adj" fmla="val 13968"/>
            </a:avLst>
          </a:prstGeom>
          <a:noFill/>
          <a:ln>
            <a:noFill/>
          </a:ln>
        </p:spPr>
      </p:sp>
      <p:sp>
        <p:nvSpPr>
          <p:cNvPr id="136" name="Google Shape;136;p15"/>
          <p:cNvSpPr>
            <a:spLocks noGrp="1"/>
          </p:cNvSpPr>
          <p:nvPr>
            <p:ph type="pic" idx="5"/>
          </p:nvPr>
        </p:nvSpPr>
        <p:spPr>
          <a:xfrm>
            <a:off x="1733200" y="1872750"/>
            <a:ext cx="2304000" cy="1111800"/>
          </a:xfrm>
          <a:prstGeom prst="roundRect">
            <a:avLst>
              <a:gd name="adj" fmla="val 13968"/>
            </a:avLst>
          </a:prstGeom>
          <a:noFill/>
          <a:ln>
            <a:noFill/>
          </a:ln>
        </p:spPr>
      </p:sp>
      <p:sp>
        <p:nvSpPr>
          <p:cNvPr id="137" name="Google Shape;137;p15"/>
          <p:cNvSpPr txBox="1">
            <a:spLocks noGrp="1"/>
          </p:cNvSpPr>
          <p:nvPr>
            <p:ph type="title" idx="6"/>
          </p:nvPr>
        </p:nvSpPr>
        <p:spPr>
          <a:xfrm>
            <a:off x="1733150" y="2984550"/>
            <a:ext cx="2305800" cy="367500"/>
          </a:xfrm>
          <a:prstGeom prst="rect">
            <a:avLst/>
          </a:prstGeom>
        </p:spPr>
        <p:txBody>
          <a:bodyPr spcFirstLastPara="1" wrap="square" lIns="182875" tIns="182875" rIns="182875"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
        <p:nvSpPr>
          <p:cNvPr id="138" name="Google Shape;138;p15"/>
          <p:cNvSpPr>
            <a:spLocks noGrp="1"/>
          </p:cNvSpPr>
          <p:nvPr>
            <p:ph type="pic" idx="7"/>
          </p:nvPr>
        </p:nvSpPr>
        <p:spPr>
          <a:xfrm>
            <a:off x="6556600" y="1872750"/>
            <a:ext cx="2304000" cy="1111800"/>
          </a:xfrm>
          <a:prstGeom prst="roundRect">
            <a:avLst>
              <a:gd name="adj" fmla="val 13968"/>
            </a:avLst>
          </a:prstGeom>
          <a:noFill/>
          <a:ln>
            <a:noFill/>
          </a:ln>
        </p:spPr>
      </p:sp>
      <p:sp>
        <p:nvSpPr>
          <p:cNvPr id="139" name="Google Shape;139;p15"/>
          <p:cNvSpPr txBox="1">
            <a:spLocks noGrp="1"/>
          </p:cNvSpPr>
          <p:nvPr>
            <p:ph type="title" idx="8"/>
          </p:nvPr>
        </p:nvSpPr>
        <p:spPr>
          <a:xfrm>
            <a:off x="1733150" y="3312769"/>
            <a:ext cx="2305800" cy="3675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a:endParaRPr/>
          </a:p>
        </p:txBody>
      </p:sp>
      <p:sp>
        <p:nvSpPr>
          <p:cNvPr id="140" name="Google Shape;140;p15"/>
          <p:cNvSpPr txBox="1">
            <a:spLocks noGrp="1"/>
          </p:cNvSpPr>
          <p:nvPr>
            <p:ph type="title" idx="9"/>
          </p:nvPr>
        </p:nvSpPr>
        <p:spPr>
          <a:xfrm>
            <a:off x="4143100" y="2984550"/>
            <a:ext cx="2305800" cy="367500"/>
          </a:xfrm>
          <a:prstGeom prst="rect">
            <a:avLst/>
          </a:prstGeom>
        </p:spPr>
        <p:txBody>
          <a:bodyPr spcFirstLastPara="1" wrap="square" lIns="182875" tIns="182875" rIns="182875"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
        <p:nvSpPr>
          <p:cNvPr id="141" name="Google Shape;141;p15"/>
          <p:cNvSpPr txBox="1">
            <a:spLocks noGrp="1"/>
          </p:cNvSpPr>
          <p:nvPr>
            <p:ph type="title" idx="13"/>
          </p:nvPr>
        </p:nvSpPr>
        <p:spPr>
          <a:xfrm>
            <a:off x="4143100" y="3312769"/>
            <a:ext cx="2305800" cy="3675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a:endParaRPr/>
          </a:p>
        </p:txBody>
      </p:sp>
      <p:sp>
        <p:nvSpPr>
          <p:cNvPr id="142" name="Google Shape;142;p15"/>
          <p:cNvSpPr txBox="1">
            <a:spLocks noGrp="1"/>
          </p:cNvSpPr>
          <p:nvPr>
            <p:ph type="title" idx="14"/>
          </p:nvPr>
        </p:nvSpPr>
        <p:spPr>
          <a:xfrm>
            <a:off x="6553050" y="2984550"/>
            <a:ext cx="2305800" cy="367500"/>
          </a:xfrm>
          <a:prstGeom prst="rect">
            <a:avLst/>
          </a:prstGeom>
        </p:spPr>
        <p:txBody>
          <a:bodyPr spcFirstLastPara="1" wrap="square" lIns="182875" tIns="182875" rIns="182875" bIns="0" anchor="t" anchorCtr="0">
            <a:spAutoFit/>
          </a:bodyPr>
          <a:lstStyle>
            <a:lvl1pPr lvl="0">
              <a:lnSpc>
                <a:spcPct val="90000"/>
              </a:lnSpc>
              <a:spcBef>
                <a:spcPts val="0"/>
              </a:spcBef>
              <a:spcAft>
                <a:spcPts val="0"/>
              </a:spcAft>
              <a:buNone/>
              <a:defRPr sz="1000"/>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a:endParaRPr/>
          </a:p>
        </p:txBody>
      </p:sp>
      <p:sp>
        <p:nvSpPr>
          <p:cNvPr id="143" name="Google Shape;143;p15"/>
          <p:cNvSpPr txBox="1">
            <a:spLocks noGrp="1"/>
          </p:cNvSpPr>
          <p:nvPr>
            <p:ph type="title" idx="15"/>
          </p:nvPr>
        </p:nvSpPr>
        <p:spPr>
          <a:xfrm>
            <a:off x="6553050" y="3312769"/>
            <a:ext cx="2305800" cy="3675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400"/>
            </a:lvl1pPr>
            <a:lvl2pPr lvl="1">
              <a:lnSpc>
                <a:spcPct val="115000"/>
              </a:lnSpc>
              <a:spcBef>
                <a:spcPts val="0"/>
              </a:spcBef>
              <a:spcAft>
                <a:spcPts val="0"/>
              </a:spcAft>
              <a:buNone/>
              <a:defRPr sz="1400"/>
            </a:lvl2pPr>
            <a:lvl3pPr lvl="2">
              <a:lnSpc>
                <a:spcPct val="115000"/>
              </a:lnSpc>
              <a:spcBef>
                <a:spcPts val="0"/>
              </a:spcBef>
              <a:spcAft>
                <a:spcPts val="0"/>
              </a:spcAft>
              <a:buNone/>
              <a:defRPr sz="1400"/>
            </a:lvl3pPr>
            <a:lvl4pPr lvl="3">
              <a:lnSpc>
                <a:spcPct val="115000"/>
              </a:lnSpc>
              <a:spcBef>
                <a:spcPts val="0"/>
              </a:spcBef>
              <a:spcAft>
                <a:spcPts val="0"/>
              </a:spcAft>
              <a:buNone/>
              <a:defRPr sz="1400"/>
            </a:lvl4pPr>
            <a:lvl5pPr lvl="4">
              <a:lnSpc>
                <a:spcPct val="115000"/>
              </a:lnSpc>
              <a:spcBef>
                <a:spcPts val="0"/>
              </a:spcBef>
              <a:spcAft>
                <a:spcPts val="0"/>
              </a:spcAft>
              <a:buNone/>
              <a:defRPr sz="1400"/>
            </a:lvl5pPr>
            <a:lvl6pPr lvl="5">
              <a:lnSpc>
                <a:spcPct val="115000"/>
              </a:lnSpc>
              <a:spcBef>
                <a:spcPts val="0"/>
              </a:spcBef>
              <a:spcAft>
                <a:spcPts val="0"/>
              </a:spcAft>
              <a:buNone/>
              <a:defRPr sz="1400"/>
            </a:lvl6pPr>
            <a:lvl7pPr lvl="6">
              <a:lnSpc>
                <a:spcPct val="115000"/>
              </a:lnSpc>
              <a:spcBef>
                <a:spcPts val="0"/>
              </a:spcBef>
              <a:spcAft>
                <a:spcPts val="0"/>
              </a:spcAft>
              <a:buNone/>
              <a:defRPr sz="1400"/>
            </a:lvl7pPr>
            <a:lvl8pPr lvl="7">
              <a:lnSpc>
                <a:spcPct val="115000"/>
              </a:lnSpc>
              <a:spcBef>
                <a:spcPts val="0"/>
              </a:spcBef>
              <a:spcAft>
                <a:spcPts val="0"/>
              </a:spcAft>
              <a:buNone/>
              <a:defRPr sz="1400"/>
            </a:lvl8pPr>
            <a:lvl9pPr lvl="8">
              <a:lnSpc>
                <a:spcPct val="115000"/>
              </a:lnSpc>
              <a:spcBef>
                <a:spcPts val="0"/>
              </a:spcBef>
              <a:spcAft>
                <a:spcPts val="0"/>
              </a:spcAft>
              <a:buNone/>
              <a:defRPr sz="1400"/>
            </a:lvl9pPr>
          </a:lstStyle>
          <a:p>
            <a:endParaRPr/>
          </a:p>
        </p:txBody>
      </p:sp>
      <p:sp>
        <p:nvSpPr>
          <p:cNvPr id="144" name="Google Shape;144;p15"/>
          <p:cNvSpPr txBox="1">
            <a:spLocks noGrp="1"/>
          </p:cNvSpPr>
          <p:nvPr>
            <p:ph type="subTitle" idx="16"/>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145" name="Google Shape;145;p15"/>
          <p:cNvSpPr txBox="1">
            <a:spLocks noGrp="1"/>
          </p:cNvSpPr>
          <p:nvPr>
            <p:ph type="subTitle" idx="17"/>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big ideas - Alt 8">
  <p:cSld name="BLANK_1_1_1_1_1_1_1_1_1_1_1_1_1_1_4_3">
    <p:spTree>
      <p:nvGrpSpPr>
        <p:cNvPr id="1" name="Shape 146"/>
        <p:cNvGrpSpPr/>
        <p:nvPr/>
      </p:nvGrpSpPr>
      <p:grpSpPr>
        <a:xfrm>
          <a:off x="0" y="0"/>
          <a:ext cx="0" cy="0"/>
          <a:chOff x="0" y="0"/>
          <a:chExt cx="0" cy="0"/>
        </a:xfrm>
      </p:grpSpPr>
      <p:sp>
        <p:nvSpPr>
          <p:cNvPr id="147" name="Google Shape;147;p16"/>
          <p:cNvSpPr txBox="1">
            <a:spLocks noGrp="1"/>
          </p:cNvSpPr>
          <p:nvPr>
            <p:ph type="body" idx="1"/>
          </p:nvPr>
        </p:nvSpPr>
        <p:spPr>
          <a:xfrm>
            <a:off x="1731400" y="2542773"/>
            <a:ext cx="2304900" cy="2092200"/>
          </a:xfrm>
          <a:prstGeom prst="rect">
            <a:avLst/>
          </a:prstGeom>
        </p:spPr>
        <p:txBody>
          <a:bodyPr spcFirstLastPara="1" wrap="square" lIns="182875" tIns="0" rIns="182875" bIns="274300"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48" name="Google Shape;148;p16"/>
          <p:cNvSpPr txBox="1">
            <a:spLocks noGrp="1"/>
          </p:cNvSpPr>
          <p:nvPr>
            <p:ph type="body" idx="2"/>
          </p:nvPr>
        </p:nvSpPr>
        <p:spPr>
          <a:xfrm>
            <a:off x="4143075" y="2542773"/>
            <a:ext cx="2304900" cy="2092200"/>
          </a:xfrm>
          <a:prstGeom prst="rect">
            <a:avLst/>
          </a:prstGeom>
        </p:spPr>
        <p:txBody>
          <a:bodyPr spcFirstLastPara="1" wrap="square" lIns="182875" tIns="0" rIns="182875" bIns="274300"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49" name="Google Shape;149;p16"/>
          <p:cNvSpPr txBox="1">
            <a:spLocks noGrp="1"/>
          </p:cNvSpPr>
          <p:nvPr>
            <p:ph type="body" idx="3"/>
          </p:nvPr>
        </p:nvSpPr>
        <p:spPr>
          <a:xfrm>
            <a:off x="6554750" y="2542773"/>
            <a:ext cx="2304900" cy="2092200"/>
          </a:xfrm>
          <a:prstGeom prst="rect">
            <a:avLst/>
          </a:prstGeom>
        </p:spPr>
        <p:txBody>
          <a:bodyPr spcFirstLastPara="1" wrap="square" lIns="182875" tIns="0" rIns="182875" bIns="274300"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50" name="Google Shape;150;p16"/>
          <p:cNvSpPr txBox="1">
            <a:spLocks noGrp="1"/>
          </p:cNvSpPr>
          <p:nvPr>
            <p:ph type="subTitle" idx="4"/>
          </p:nvPr>
        </p:nvSpPr>
        <p:spPr>
          <a:xfrm>
            <a:off x="1731400" y="1463500"/>
            <a:ext cx="1340700" cy="153900"/>
          </a:xfrm>
          <a:prstGeom prst="rect">
            <a:avLst/>
          </a:prstGeom>
        </p:spPr>
        <p:txBody>
          <a:bodyPr spcFirstLastPara="1" wrap="square" lIns="182875" tIns="0" rIns="91425" bIns="0" anchor="t" anchorCtr="0">
            <a:noAutofit/>
          </a:bodyPr>
          <a:lstStyle>
            <a:lvl1pPr lvl="0">
              <a:spcBef>
                <a:spcPts val="0"/>
              </a:spcBef>
              <a:spcAft>
                <a:spcPts val="0"/>
              </a:spcAft>
              <a:buNone/>
              <a:defRPr sz="1000" b="1">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151" name="Google Shape;151;p16"/>
          <p:cNvSpPr txBox="1">
            <a:spLocks noGrp="1"/>
          </p:cNvSpPr>
          <p:nvPr>
            <p:ph type="subTitle" idx="5"/>
          </p:nvPr>
        </p:nvSpPr>
        <p:spPr>
          <a:xfrm>
            <a:off x="4143075" y="1463500"/>
            <a:ext cx="1340700" cy="153900"/>
          </a:xfrm>
          <a:prstGeom prst="rect">
            <a:avLst/>
          </a:prstGeom>
        </p:spPr>
        <p:txBody>
          <a:bodyPr spcFirstLastPara="1" wrap="square" lIns="182875" tIns="0" rIns="91425" bIns="0" anchor="t" anchorCtr="0">
            <a:noAutofit/>
          </a:bodyPr>
          <a:lstStyle>
            <a:lvl1pPr lvl="0">
              <a:spcBef>
                <a:spcPts val="0"/>
              </a:spcBef>
              <a:spcAft>
                <a:spcPts val="0"/>
              </a:spcAft>
              <a:buNone/>
              <a:defRPr sz="1000" b="1">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152" name="Google Shape;152;p16"/>
          <p:cNvSpPr txBox="1">
            <a:spLocks noGrp="1"/>
          </p:cNvSpPr>
          <p:nvPr>
            <p:ph type="subTitle" idx="6"/>
          </p:nvPr>
        </p:nvSpPr>
        <p:spPr>
          <a:xfrm>
            <a:off x="6554750" y="1463500"/>
            <a:ext cx="1340700" cy="153900"/>
          </a:xfrm>
          <a:prstGeom prst="rect">
            <a:avLst/>
          </a:prstGeom>
        </p:spPr>
        <p:txBody>
          <a:bodyPr spcFirstLastPara="1" wrap="square" lIns="182875" tIns="0" rIns="91425" bIns="0" anchor="t" anchorCtr="0">
            <a:noAutofit/>
          </a:bodyPr>
          <a:lstStyle>
            <a:lvl1pPr lvl="0">
              <a:spcBef>
                <a:spcPts val="0"/>
              </a:spcBef>
              <a:spcAft>
                <a:spcPts val="0"/>
              </a:spcAft>
              <a:buNone/>
              <a:defRPr sz="1000" b="1">
                <a:latin typeface="Outfit"/>
                <a:ea typeface="Outfit"/>
                <a:cs typeface="Outfit"/>
                <a:sym typeface="Outfit"/>
              </a:defRPr>
            </a:lvl1pPr>
            <a:lvl2pPr lvl="1">
              <a:spcBef>
                <a:spcPts val="0"/>
              </a:spcBef>
              <a:spcAft>
                <a:spcPts val="0"/>
              </a:spcAft>
              <a:buSzPts val="1000"/>
              <a:buFont typeface="Outfit"/>
              <a:buNone/>
              <a:defRPr sz="1000">
                <a:latin typeface="Outfit"/>
                <a:ea typeface="Outfit"/>
                <a:cs typeface="Outfit"/>
                <a:sym typeface="Outfit"/>
              </a:defRPr>
            </a:lvl2pPr>
            <a:lvl3pPr lvl="2">
              <a:spcBef>
                <a:spcPts val="0"/>
              </a:spcBef>
              <a:spcAft>
                <a:spcPts val="0"/>
              </a:spcAft>
              <a:buSzPts val="1000"/>
              <a:buFont typeface="Outfit"/>
              <a:buNone/>
              <a:defRPr sz="1000">
                <a:latin typeface="Outfit"/>
                <a:ea typeface="Outfit"/>
                <a:cs typeface="Outfit"/>
                <a:sym typeface="Outfit"/>
              </a:defRPr>
            </a:lvl3pPr>
            <a:lvl4pPr lvl="3">
              <a:spcBef>
                <a:spcPts val="0"/>
              </a:spcBef>
              <a:spcAft>
                <a:spcPts val="0"/>
              </a:spcAft>
              <a:buSzPts val="1000"/>
              <a:buFont typeface="Outfit"/>
              <a:buNone/>
              <a:defRPr sz="1000">
                <a:latin typeface="Outfit"/>
                <a:ea typeface="Outfit"/>
                <a:cs typeface="Outfit"/>
                <a:sym typeface="Outfit"/>
              </a:defRPr>
            </a:lvl4pPr>
            <a:lvl5pPr lvl="4">
              <a:spcBef>
                <a:spcPts val="0"/>
              </a:spcBef>
              <a:spcAft>
                <a:spcPts val="0"/>
              </a:spcAft>
              <a:buSzPts val="1000"/>
              <a:buFont typeface="Outfit"/>
              <a:buNone/>
              <a:defRPr sz="1000">
                <a:latin typeface="Outfit"/>
                <a:ea typeface="Outfit"/>
                <a:cs typeface="Outfit"/>
                <a:sym typeface="Outfit"/>
              </a:defRPr>
            </a:lvl5pPr>
            <a:lvl6pPr lvl="5">
              <a:spcBef>
                <a:spcPts val="0"/>
              </a:spcBef>
              <a:spcAft>
                <a:spcPts val="0"/>
              </a:spcAft>
              <a:buSzPts val="1000"/>
              <a:buFont typeface="Outfit"/>
              <a:buNone/>
              <a:defRPr sz="1000">
                <a:latin typeface="Outfit"/>
                <a:ea typeface="Outfit"/>
                <a:cs typeface="Outfit"/>
                <a:sym typeface="Outfit"/>
              </a:defRPr>
            </a:lvl6pPr>
            <a:lvl7pPr lvl="6">
              <a:spcBef>
                <a:spcPts val="0"/>
              </a:spcBef>
              <a:spcAft>
                <a:spcPts val="0"/>
              </a:spcAft>
              <a:buSzPts val="1000"/>
              <a:buFont typeface="Outfit"/>
              <a:buNone/>
              <a:defRPr sz="1000">
                <a:latin typeface="Outfit"/>
                <a:ea typeface="Outfit"/>
                <a:cs typeface="Outfit"/>
                <a:sym typeface="Outfit"/>
              </a:defRPr>
            </a:lvl7pPr>
            <a:lvl8pPr lvl="7">
              <a:spcBef>
                <a:spcPts val="0"/>
              </a:spcBef>
              <a:spcAft>
                <a:spcPts val="0"/>
              </a:spcAft>
              <a:buSzPts val="1000"/>
              <a:buFont typeface="Outfit"/>
              <a:buNone/>
              <a:defRPr sz="1000">
                <a:latin typeface="Outfit"/>
                <a:ea typeface="Outfit"/>
                <a:cs typeface="Outfit"/>
                <a:sym typeface="Outfit"/>
              </a:defRPr>
            </a:lvl8pPr>
            <a:lvl9pPr lvl="8">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153" name="Google Shape;153;p16"/>
          <p:cNvSpPr txBox="1">
            <a:spLocks noGrp="1"/>
          </p:cNvSpPr>
          <p:nvPr>
            <p:ph type="title"/>
          </p:nvPr>
        </p:nvSpPr>
        <p:spPr>
          <a:xfrm>
            <a:off x="1731400" y="1881175"/>
            <a:ext cx="2304900" cy="2676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54" name="Google Shape;154;p16"/>
          <p:cNvSpPr txBox="1">
            <a:spLocks noGrp="1"/>
          </p:cNvSpPr>
          <p:nvPr>
            <p:ph type="title" idx="7"/>
          </p:nvPr>
        </p:nvSpPr>
        <p:spPr>
          <a:xfrm>
            <a:off x="4143075" y="1881175"/>
            <a:ext cx="2304900" cy="2676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55" name="Google Shape;155;p16"/>
          <p:cNvSpPr txBox="1">
            <a:spLocks noGrp="1"/>
          </p:cNvSpPr>
          <p:nvPr>
            <p:ph type="title" idx="8"/>
          </p:nvPr>
        </p:nvSpPr>
        <p:spPr>
          <a:xfrm>
            <a:off x="6554750" y="1881175"/>
            <a:ext cx="2304900" cy="267600"/>
          </a:xfrm>
          <a:prstGeom prst="rect">
            <a:avLst/>
          </a:prstGeom>
        </p:spPr>
        <p:txBody>
          <a:bodyPr spcFirstLastPara="1" wrap="square" lIns="182875" tIns="0" rIns="182875"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56" name="Google Shape;156;p16"/>
          <p:cNvSpPr txBox="1">
            <a:spLocks noGrp="1"/>
          </p:cNvSpPr>
          <p:nvPr>
            <p:ph type="title" idx="9"/>
          </p:nvPr>
        </p:nvSpPr>
        <p:spPr>
          <a:xfrm>
            <a:off x="284775" y="282900"/>
            <a:ext cx="8574900" cy="10701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2800"/>
            </a:lvl1pPr>
            <a:lvl2pPr lvl="1">
              <a:lnSpc>
                <a:spcPct val="115000"/>
              </a:lnSpc>
              <a:spcBef>
                <a:spcPts val="0"/>
              </a:spcBef>
              <a:spcAft>
                <a:spcPts val="0"/>
              </a:spcAft>
              <a:buNone/>
              <a:defRPr sz="2800"/>
            </a:lvl2pPr>
            <a:lvl3pPr lvl="2">
              <a:lnSpc>
                <a:spcPct val="115000"/>
              </a:lnSpc>
              <a:spcBef>
                <a:spcPts val="0"/>
              </a:spcBef>
              <a:spcAft>
                <a:spcPts val="0"/>
              </a:spcAft>
              <a:buNone/>
              <a:defRPr sz="2800"/>
            </a:lvl3pPr>
            <a:lvl4pPr lvl="3">
              <a:lnSpc>
                <a:spcPct val="115000"/>
              </a:lnSpc>
              <a:spcBef>
                <a:spcPts val="0"/>
              </a:spcBef>
              <a:spcAft>
                <a:spcPts val="0"/>
              </a:spcAft>
              <a:buNone/>
              <a:defRPr sz="2800"/>
            </a:lvl4pPr>
            <a:lvl5pPr lvl="4">
              <a:lnSpc>
                <a:spcPct val="115000"/>
              </a:lnSpc>
              <a:spcBef>
                <a:spcPts val="0"/>
              </a:spcBef>
              <a:spcAft>
                <a:spcPts val="0"/>
              </a:spcAft>
              <a:buNone/>
              <a:defRPr sz="2800"/>
            </a:lvl5pPr>
            <a:lvl6pPr lvl="5">
              <a:lnSpc>
                <a:spcPct val="115000"/>
              </a:lnSpc>
              <a:spcBef>
                <a:spcPts val="0"/>
              </a:spcBef>
              <a:spcAft>
                <a:spcPts val="0"/>
              </a:spcAft>
              <a:buNone/>
              <a:defRPr sz="2800"/>
            </a:lvl6pPr>
            <a:lvl7pPr lvl="6">
              <a:lnSpc>
                <a:spcPct val="115000"/>
              </a:lnSpc>
              <a:spcBef>
                <a:spcPts val="0"/>
              </a:spcBef>
              <a:spcAft>
                <a:spcPts val="0"/>
              </a:spcAft>
              <a:buNone/>
              <a:defRPr sz="2800"/>
            </a:lvl7pPr>
            <a:lvl8pPr lvl="7">
              <a:lnSpc>
                <a:spcPct val="115000"/>
              </a:lnSpc>
              <a:spcBef>
                <a:spcPts val="0"/>
              </a:spcBef>
              <a:spcAft>
                <a:spcPts val="0"/>
              </a:spcAft>
              <a:buNone/>
              <a:defRPr sz="2800"/>
            </a:lvl8pPr>
            <a:lvl9pPr lvl="8">
              <a:lnSpc>
                <a:spcPct val="115000"/>
              </a:lnSpc>
              <a:spcBef>
                <a:spcPts val="0"/>
              </a:spcBef>
              <a:spcAft>
                <a:spcPts val="0"/>
              </a:spcAft>
              <a:buNone/>
              <a:defRPr sz="2800"/>
            </a:lvl9pPr>
          </a:lstStyle>
          <a:p>
            <a:endParaRPr/>
          </a:p>
        </p:txBody>
      </p:sp>
      <p:sp>
        <p:nvSpPr>
          <p:cNvPr id="157" name="Google Shape;157;p16"/>
          <p:cNvSpPr txBox="1">
            <a:spLocks noGrp="1"/>
          </p:cNvSpPr>
          <p:nvPr>
            <p:ph type="subTitle" idx="13"/>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158" name="Google Shape;158;p16"/>
          <p:cNvSpPr txBox="1">
            <a:spLocks noGrp="1"/>
          </p:cNvSpPr>
          <p:nvPr>
            <p:ph type="subTitle" idx="14"/>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1_1_1_2_1">
    <p:spTree>
      <p:nvGrpSpPr>
        <p:cNvPr id="1" name="Shape 159"/>
        <p:cNvGrpSpPr/>
        <p:nvPr/>
      </p:nvGrpSpPr>
      <p:grpSpPr>
        <a:xfrm>
          <a:off x="0" y="0"/>
          <a:ext cx="0" cy="0"/>
          <a:chOff x="0" y="0"/>
          <a:chExt cx="0" cy="0"/>
        </a:xfrm>
      </p:grpSpPr>
      <p:sp>
        <p:nvSpPr>
          <p:cNvPr id="160" name="Google Shape;160;p17"/>
          <p:cNvSpPr txBox="1">
            <a:spLocks noGrp="1"/>
          </p:cNvSpPr>
          <p:nvPr>
            <p:ph type="title"/>
          </p:nvPr>
        </p:nvSpPr>
        <p:spPr>
          <a:xfrm>
            <a:off x="284775" y="282900"/>
            <a:ext cx="35121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61" name="Google Shape;161;p17"/>
          <p:cNvSpPr txBox="1">
            <a:spLocks noGrp="1"/>
          </p:cNvSpPr>
          <p:nvPr>
            <p:ph type="body" idx="1"/>
          </p:nvPr>
        </p:nvSpPr>
        <p:spPr>
          <a:xfrm>
            <a:off x="6795150" y="509451"/>
            <a:ext cx="1944300" cy="8352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62" name="Google Shape;162;p17"/>
          <p:cNvSpPr txBox="1">
            <a:spLocks noGrp="1"/>
          </p:cNvSpPr>
          <p:nvPr>
            <p:ph type="title" idx="2"/>
          </p:nvPr>
        </p:nvSpPr>
        <p:spPr>
          <a:xfrm>
            <a:off x="5494245" y="509451"/>
            <a:ext cx="1149900" cy="7068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63" name="Google Shape;163;p17"/>
          <p:cNvSpPr txBox="1">
            <a:spLocks noGrp="1"/>
          </p:cNvSpPr>
          <p:nvPr>
            <p:ph type="body" idx="3"/>
          </p:nvPr>
        </p:nvSpPr>
        <p:spPr>
          <a:xfrm>
            <a:off x="6795150" y="1596758"/>
            <a:ext cx="1944300" cy="8352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64" name="Google Shape;164;p17"/>
          <p:cNvSpPr txBox="1">
            <a:spLocks noGrp="1"/>
          </p:cNvSpPr>
          <p:nvPr>
            <p:ph type="title" idx="4"/>
          </p:nvPr>
        </p:nvSpPr>
        <p:spPr>
          <a:xfrm>
            <a:off x="5494245" y="1596758"/>
            <a:ext cx="1149900" cy="7068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65" name="Google Shape;165;p17"/>
          <p:cNvSpPr txBox="1">
            <a:spLocks noGrp="1"/>
          </p:cNvSpPr>
          <p:nvPr>
            <p:ph type="body" idx="5"/>
          </p:nvPr>
        </p:nvSpPr>
        <p:spPr>
          <a:xfrm>
            <a:off x="6795150" y="2684065"/>
            <a:ext cx="1944300" cy="8352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66" name="Google Shape;166;p17"/>
          <p:cNvSpPr txBox="1">
            <a:spLocks noGrp="1"/>
          </p:cNvSpPr>
          <p:nvPr>
            <p:ph type="title" idx="6"/>
          </p:nvPr>
        </p:nvSpPr>
        <p:spPr>
          <a:xfrm>
            <a:off x="5494245" y="2684065"/>
            <a:ext cx="1149900" cy="7068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67" name="Google Shape;167;p17"/>
          <p:cNvSpPr txBox="1">
            <a:spLocks noGrp="1"/>
          </p:cNvSpPr>
          <p:nvPr>
            <p:ph type="body" idx="7"/>
          </p:nvPr>
        </p:nvSpPr>
        <p:spPr>
          <a:xfrm>
            <a:off x="6795150" y="3771372"/>
            <a:ext cx="1944300" cy="8352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68" name="Google Shape;168;p17"/>
          <p:cNvSpPr txBox="1">
            <a:spLocks noGrp="1"/>
          </p:cNvSpPr>
          <p:nvPr>
            <p:ph type="title" idx="8"/>
          </p:nvPr>
        </p:nvSpPr>
        <p:spPr>
          <a:xfrm>
            <a:off x="5494245" y="3771372"/>
            <a:ext cx="1149900" cy="7068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69" name="Google Shape;169;p17"/>
          <p:cNvSpPr txBox="1">
            <a:spLocks noGrp="1"/>
          </p:cNvSpPr>
          <p:nvPr>
            <p:ph type="subTitle" idx="9"/>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170" name="Google Shape;170;p17"/>
          <p:cNvSpPr txBox="1">
            <a:spLocks noGrp="1"/>
          </p:cNvSpPr>
          <p:nvPr>
            <p:ph type="subTitle" idx="13"/>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
        <p:nvSpPr>
          <p:cNvPr id="171" name="Google Shape;171;p17"/>
          <p:cNvSpPr txBox="1">
            <a:spLocks noGrp="1"/>
          </p:cNvSpPr>
          <p:nvPr>
            <p:ph type="title" idx="14"/>
          </p:nvPr>
        </p:nvSpPr>
        <p:spPr>
          <a:xfrm>
            <a:off x="4731400" y="509451"/>
            <a:ext cx="481500" cy="304800"/>
          </a:xfrm>
          <a:prstGeom prst="rect">
            <a:avLst/>
          </a:prstGeom>
        </p:spPr>
        <p:txBody>
          <a:bodyPr spcFirstLastPara="1" wrap="square" lIns="0" tIns="0" rIns="0" bIns="0" anchor="t" anchorCtr="0">
            <a:spAutoFit/>
          </a:bodyPr>
          <a:lstStyle>
            <a:lvl1pPr lvl="0">
              <a:lnSpc>
                <a:spcPct val="100000"/>
              </a:lnSpc>
              <a:spcBef>
                <a:spcPts val="0"/>
              </a:spcBef>
              <a:spcAft>
                <a:spcPts val="0"/>
              </a:spcAft>
              <a:buNone/>
              <a:defRPr sz="1000">
                <a:solidFill>
                  <a:schemeClr val="lt2"/>
                </a:solidFill>
              </a:defRPr>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a:endParaRPr/>
          </a:p>
        </p:txBody>
      </p:sp>
      <p:sp>
        <p:nvSpPr>
          <p:cNvPr id="172" name="Google Shape;172;p17"/>
          <p:cNvSpPr txBox="1">
            <a:spLocks noGrp="1"/>
          </p:cNvSpPr>
          <p:nvPr>
            <p:ph type="title" idx="15"/>
          </p:nvPr>
        </p:nvSpPr>
        <p:spPr>
          <a:xfrm>
            <a:off x="4731400" y="1596758"/>
            <a:ext cx="481500" cy="304800"/>
          </a:xfrm>
          <a:prstGeom prst="rect">
            <a:avLst/>
          </a:prstGeom>
        </p:spPr>
        <p:txBody>
          <a:bodyPr spcFirstLastPara="1" wrap="square" lIns="0" tIns="0" rIns="0" bIns="0" anchor="t" anchorCtr="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a:endParaRPr/>
          </a:p>
        </p:txBody>
      </p:sp>
      <p:sp>
        <p:nvSpPr>
          <p:cNvPr id="173" name="Google Shape;173;p17"/>
          <p:cNvSpPr txBox="1">
            <a:spLocks noGrp="1"/>
          </p:cNvSpPr>
          <p:nvPr>
            <p:ph type="title" idx="16"/>
          </p:nvPr>
        </p:nvSpPr>
        <p:spPr>
          <a:xfrm>
            <a:off x="4731400" y="2684065"/>
            <a:ext cx="481500" cy="304800"/>
          </a:xfrm>
          <a:prstGeom prst="rect">
            <a:avLst/>
          </a:prstGeom>
        </p:spPr>
        <p:txBody>
          <a:bodyPr spcFirstLastPara="1" wrap="square" lIns="0" tIns="0" rIns="0" bIns="0" anchor="t" anchorCtr="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a:endParaRPr/>
          </a:p>
        </p:txBody>
      </p:sp>
      <p:sp>
        <p:nvSpPr>
          <p:cNvPr id="174" name="Google Shape;174;p17"/>
          <p:cNvSpPr txBox="1">
            <a:spLocks noGrp="1"/>
          </p:cNvSpPr>
          <p:nvPr>
            <p:ph type="title" idx="17"/>
          </p:nvPr>
        </p:nvSpPr>
        <p:spPr>
          <a:xfrm>
            <a:off x="4731400" y="3771372"/>
            <a:ext cx="481500" cy="304800"/>
          </a:xfrm>
          <a:prstGeom prst="rect">
            <a:avLst/>
          </a:prstGeom>
        </p:spPr>
        <p:txBody>
          <a:bodyPr spcFirstLastPara="1" wrap="square" lIns="0" tIns="0" rIns="0" bIns="0" anchor="t" anchorCtr="0">
            <a:spAutoFit/>
          </a:bodyPr>
          <a:lstStyle>
            <a:lvl1pPr lvl="0">
              <a:lnSpc>
                <a:spcPct val="100000"/>
              </a:lnSpc>
              <a:spcBef>
                <a:spcPts val="0"/>
              </a:spcBef>
              <a:spcAft>
                <a:spcPts val="0"/>
              </a:spcAft>
              <a:buNone/>
              <a:defRPr sz="1000"/>
            </a:lvl1pPr>
            <a:lvl2pPr lvl="1">
              <a:lnSpc>
                <a:spcPct val="100000"/>
              </a:lnSpc>
              <a:spcBef>
                <a:spcPts val="0"/>
              </a:spcBef>
              <a:spcAft>
                <a:spcPts val="0"/>
              </a:spcAft>
              <a:buNone/>
              <a:defRPr sz="1000"/>
            </a:lvl2pPr>
            <a:lvl3pPr lvl="2">
              <a:lnSpc>
                <a:spcPct val="100000"/>
              </a:lnSpc>
              <a:spcBef>
                <a:spcPts val="0"/>
              </a:spcBef>
              <a:spcAft>
                <a:spcPts val="0"/>
              </a:spcAft>
              <a:buNone/>
              <a:defRPr sz="1000"/>
            </a:lvl3pPr>
            <a:lvl4pPr lvl="3">
              <a:lnSpc>
                <a:spcPct val="100000"/>
              </a:lnSpc>
              <a:spcBef>
                <a:spcPts val="0"/>
              </a:spcBef>
              <a:spcAft>
                <a:spcPts val="0"/>
              </a:spcAft>
              <a:buNone/>
              <a:defRPr sz="1000"/>
            </a:lvl4pPr>
            <a:lvl5pPr lvl="4">
              <a:lnSpc>
                <a:spcPct val="100000"/>
              </a:lnSpc>
              <a:spcBef>
                <a:spcPts val="0"/>
              </a:spcBef>
              <a:spcAft>
                <a:spcPts val="0"/>
              </a:spcAft>
              <a:buNone/>
              <a:defRPr sz="1000"/>
            </a:lvl5pPr>
            <a:lvl6pPr lvl="5">
              <a:lnSpc>
                <a:spcPct val="100000"/>
              </a:lnSpc>
              <a:spcBef>
                <a:spcPts val="0"/>
              </a:spcBef>
              <a:spcAft>
                <a:spcPts val="0"/>
              </a:spcAft>
              <a:buNone/>
              <a:defRPr sz="1000"/>
            </a:lvl6pPr>
            <a:lvl7pPr lvl="6">
              <a:lnSpc>
                <a:spcPct val="100000"/>
              </a:lnSpc>
              <a:spcBef>
                <a:spcPts val="0"/>
              </a:spcBef>
              <a:spcAft>
                <a:spcPts val="0"/>
              </a:spcAft>
              <a:buNone/>
              <a:defRPr sz="1000"/>
            </a:lvl7pPr>
            <a:lvl8pPr lvl="7">
              <a:lnSpc>
                <a:spcPct val="100000"/>
              </a:lnSpc>
              <a:spcBef>
                <a:spcPts val="0"/>
              </a:spcBef>
              <a:spcAft>
                <a:spcPts val="0"/>
              </a:spcAft>
              <a:buNone/>
              <a:defRPr sz="1000"/>
            </a:lvl8pPr>
            <a:lvl9pPr lvl="8">
              <a:lnSpc>
                <a:spcPct val="100000"/>
              </a:lnSpc>
              <a:spcBef>
                <a:spcPts val="0"/>
              </a:spcBef>
              <a:spcAft>
                <a:spcPts val="0"/>
              </a:spcAft>
              <a:buNone/>
              <a:defRPr sz="10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big ideas - Alt 4">
  <p:cSld name="CUSTOM_2_1_1">
    <p:spTree>
      <p:nvGrpSpPr>
        <p:cNvPr id="1" name="Shape 175"/>
        <p:cNvGrpSpPr/>
        <p:nvPr/>
      </p:nvGrpSpPr>
      <p:grpSpPr>
        <a:xfrm>
          <a:off x="0" y="0"/>
          <a:ext cx="0" cy="0"/>
          <a:chOff x="0" y="0"/>
          <a:chExt cx="0" cy="0"/>
        </a:xfrm>
      </p:grpSpPr>
      <p:sp>
        <p:nvSpPr>
          <p:cNvPr id="176" name="Google Shape;176;p18"/>
          <p:cNvSpPr txBox="1">
            <a:spLocks noGrp="1"/>
          </p:cNvSpPr>
          <p:nvPr>
            <p:ph type="body" idx="1"/>
          </p:nvPr>
        </p:nvSpPr>
        <p:spPr>
          <a:xfrm>
            <a:off x="6071873" y="767058"/>
            <a:ext cx="2787300" cy="1608300"/>
          </a:xfrm>
          <a:prstGeom prst="rect">
            <a:avLst/>
          </a:prstGeom>
        </p:spPr>
        <p:txBody>
          <a:bodyPr spcFirstLastPara="1" wrap="square" lIns="182875" tIns="0" rIns="182875" bIns="18287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77" name="Google Shape;177;p18"/>
          <p:cNvSpPr txBox="1">
            <a:spLocks noGrp="1"/>
          </p:cNvSpPr>
          <p:nvPr>
            <p:ph type="body" idx="2"/>
          </p:nvPr>
        </p:nvSpPr>
        <p:spPr>
          <a:xfrm>
            <a:off x="3178225" y="767058"/>
            <a:ext cx="2787300" cy="1608300"/>
          </a:xfrm>
          <a:prstGeom prst="rect">
            <a:avLst/>
          </a:prstGeom>
        </p:spPr>
        <p:txBody>
          <a:bodyPr spcFirstLastPara="1" wrap="square" lIns="182875" tIns="0" rIns="182875" bIns="182875" anchor="t"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178" name="Google Shape;178;p18"/>
          <p:cNvSpPr txBox="1">
            <a:spLocks noGrp="1"/>
          </p:cNvSpPr>
          <p:nvPr>
            <p:ph type="body" idx="3"/>
          </p:nvPr>
        </p:nvSpPr>
        <p:spPr>
          <a:xfrm>
            <a:off x="6071873" y="2993932"/>
            <a:ext cx="2787300" cy="1608300"/>
          </a:xfrm>
          <a:prstGeom prst="rect">
            <a:avLst/>
          </a:prstGeom>
        </p:spPr>
        <p:txBody>
          <a:bodyPr spcFirstLastPara="1" wrap="square" lIns="182875" tIns="0" rIns="182875" bIns="18287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79" name="Google Shape;179;p18"/>
          <p:cNvSpPr txBox="1">
            <a:spLocks noGrp="1"/>
          </p:cNvSpPr>
          <p:nvPr>
            <p:ph type="body" idx="4"/>
          </p:nvPr>
        </p:nvSpPr>
        <p:spPr>
          <a:xfrm>
            <a:off x="3178225" y="2993932"/>
            <a:ext cx="2787300" cy="1608300"/>
          </a:xfrm>
          <a:prstGeom prst="rect">
            <a:avLst/>
          </a:prstGeom>
        </p:spPr>
        <p:txBody>
          <a:bodyPr spcFirstLastPara="1" wrap="square" lIns="182875" tIns="0" rIns="182875" bIns="18287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80" name="Google Shape;180;p18"/>
          <p:cNvSpPr txBox="1">
            <a:spLocks noGrp="1"/>
          </p:cNvSpPr>
          <p:nvPr>
            <p:ph type="title"/>
          </p:nvPr>
        </p:nvSpPr>
        <p:spPr>
          <a:xfrm>
            <a:off x="3178383" y="282825"/>
            <a:ext cx="1553400" cy="475800"/>
          </a:xfrm>
          <a:prstGeom prst="rect">
            <a:avLst/>
          </a:prstGeom>
        </p:spPr>
        <p:txBody>
          <a:bodyPr spcFirstLastPara="1" wrap="square" lIns="182875" tIns="182875" rIns="0" bIns="0" anchor="t" anchorCtr="0">
            <a:spAutoFit/>
          </a:bodyPr>
          <a:lstStyle>
            <a:lvl1pPr lvl="0">
              <a:lnSpc>
                <a:spcPct val="90000"/>
              </a:lnSpc>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800">
                <a:solidFill>
                  <a:schemeClr val="lt2"/>
                </a:solidFill>
              </a:defRPr>
            </a:lvl2pPr>
            <a:lvl3pPr lvl="2">
              <a:lnSpc>
                <a:spcPct val="115000"/>
              </a:lnSpc>
              <a:spcBef>
                <a:spcPts val="0"/>
              </a:spcBef>
              <a:spcAft>
                <a:spcPts val="0"/>
              </a:spcAft>
              <a:buNone/>
              <a:defRPr sz="1800">
                <a:solidFill>
                  <a:schemeClr val="lt2"/>
                </a:solidFill>
              </a:defRPr>
            </a:lvl3pPr>
            <a:lvl4pPr lvl="3">
              <a:lnSpc>
                <a:spcPct val="115000"/>
              </a:lnSpc>
              <a:spcBef>
                <a:spcPts val="0"/>
              </a:spcBef>
              <a:spcAft>
                <a:spcPts val="0"/>
              </a:spcAft>
              <a:buNone/>
              <a:defRPr sz="1800">
                <a:solidFill>
                  <a:schemeClr val="lt2"/>
                </a:solidFill>
              </a:defRPr>
            </a:lvl4pPr>
            <a:lvl5pPr lvl="4">
              <a:lnSpc>
                <a:spcPct val="115000"/>
              </a:lnSpc>
              <a:spcBef>
                <a:spcPts val="0"/>
              </a:spcBef>
              <a:spcAft>
                <a:spcPts val="0"/>
              </a:spcAft>
              <a:buNone/>
              <a:defRPr sz="1800">
                <a:solidFill>
                  <a:schemeClr val="lt2"/>
                </a:solidFill>
              </a:defRPr>
            </a:lvl5pPr>
            <a:lvl6pPr lvl="5">
              <a:lnSpc>
                <a:spcPct val="115000"/>
              </a:lnSpc>
              <a:spcBef>
                <a:spcPts val="0"/>
              </a:spcBef>
              <a:spcAft>
                <a:spcPts val="0"/>
              </a:spcAft>
              <a:buNone/>
              <a:defRPr sz="1800">
                <a:solidFill>
                  <a:schemeClr val="lt2"/>
                </a:solidFill>
              </a:defRPr>
            </a:lvl6pPr>
            <a:lvl7pPr lvl="6">
              <a:lnSpc>
                <a:spcPct val="115000"/>
              </a:lnSpc>
              <a:spcBef>
                <a:spcPts val="0"/>
              </a:spcBef>
              <a:spcAft>
                <a:spcPts val="0"/>
              </a:spcAft>
              <a:buNone/>
              <a:defRPr sz="1800">
                <a:solidFill>
                  <a:schemeClr val="lt2"/>
                </a:solidFill>
              </a:defRPr>
            </a:lvl7pPr>
            <a:lvl8pPr lvl="7">
              <a:lnSpc>
                <a:spcPct val="115000"/>
              </a:lnSpc>
              <a:spcBef>
                <a:spcPts val="0"/>
              </a:spcBef>
              <a:spcAft>
                <a:spcPts val="0"/>
              </a:spcAft>
              <a:buNone/>
              <a:defRPr sz="1800">
                <a:solidFill>
                  <a:schemeClr val="lt2"/>
                </a:solidFill>
              </a:defRPr>
            </a:lvl8pPr>
            <a:lvl9pPr lvl="8">
              <a:lnSpc>
                <a:spcPct val="115000"/>
              </a:lnSpc>
              <a:spcBef>
                <a:spcPts val="0"/>
              </a:spcBef>
              <a:spcAft>
                <a:spcPts val="0"/>
              </a:spcAft>
              <a:buNone/>
              <a:defRPr sz="1800">
                <a:solidFill>
                  <a:schemeClr val="lt2"/>
                </a:solidFill>
              </a:defRPr>
            </a:lvl9pPr>
          </a:lstStyle>
          <a:p>
            <a:endParaRPr/>
          </a:p>
        </p:txBody>
      </p:sp>
      <p:sp>
        <p:nvSpPr>
          <p:cNvPr id="181" name="Google Shape;181;p18"/>
          <p:cNvSpPr txBox="1">
            <a:spLocks noGrp="1"/>
          </p:cNvSpPr>
          <p:nvPr>
            <p:ph type="title" idx="5"/>
          </p:nvPr>
        </p:nvSpPr>
        <p:spPr>
          <a:xfrm>
            <a:off x="6072048" y="282825"/>
            <a:ext cx="1553400" cy="475800"/>
          </a:xfrm>
          <a:prstGeom prst="rect">
            <a:avLst/>
          </a:prstGeom>
        </p:spPr>
        <p:txBody>
          <a:bodyPr spcFirstLastPara="1" wrap="square" lIns="182875" tIns="182875" rIns="0" bIns="0" anchor="t" anchorCtr="0">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82" name="Google Shape;182;p18"/>
          <p:cNvSpPr txBox="1">
            <a:spLocks noGrp="1"/>
          </p:cNvSpPr>
          <p:nvPr>
            <p:ph type="title" idx="6"/>
          </p:nvPr>
        </p:nvSpPr>
        <p:spPr>
          <a:xfrm>
            <a:off x="3178383" y="2509698"/>
            <a:ext cx="1553400" cy="475800"/>
          </a:xfrm>
          <a:prstGeom prst="rect">
            <a:avLst/>
          </a:prstGeom>
        </p:spPr>
        <p:txBody>
          <a:bodyPr spcFirstLastPara="1" wrap="square" lIns="182875" tIns="182875" rIns="0" bIns="0" anchor="t" anchorCtr="0">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83" name="Google Shape;183;p18"/>
          <p:cNvSpPr txBox="1">
            <a:spLocks noGrp="1"/>
          </p:cNvSpPr>
          <p:nvPr>
            <p:ph type="title" idx="7"/>
          </p:nvPr>
        </p:nvSpPr>
        <p:spPr>
          <a:xfrm>
            <a:off x="6072048" y="2509698"/>
            <a:ext cx="1553400" cy="475800"/>
          </a:xfrm>
          <a:prstGeom prst="rect">
            <a:avLst/>
          </a:prstGeom>
        </p:spPr>
        <p:txBody>
          <a:bodyPr spcFirstLastPara="1" wrap="square" lIns="182875" tIns="182875" rIns="0" bIns="0" anchor="t" anchorCtr="0">
            <a:spAutoFit/>
          </a:bodyPr>
          <a:lstStyle>
            <a:lvl1pPr lvl="0">
              <a:lnSpc>
                <a:spcPct val="90000"/>
              </a:lnSpc>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184" name="Google Shape;184;p18"/>
          <p:cNvSpPr txBox="1">
            <a:spLocks noGrp="1"/>
          </p:cNvSpPr>
          <p:nvPr>
            <p:ph type="title" idx="8"/>
          </p:nvPr>
        </p:nvSpPr>
        <p:spPr>
          <a:xfrm>
            <a:off x="284775" y="282900"/>
            <a:ext cx="27876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85" name="Google Shape;185;p18"/>
          <p:cNvSpPr txBox="1">
            <a:spLocks noGrp="1"/>
          </p:cNvSpPr>
          <p:nvPr>
            <p:ph type="body" idx="9"/>
          </p:nvPr>
        </p:nvSpPr>
        <p:spPr>
          <a:xfrm>
            <a:off x="284775" y="3598975"/>
            <a:ext cx="2064000" cy="1036200"/>
          </a:xfrm>
          <a:prstGeom prst="rect">
            <a:avLst/>
          </a:prstGeom>
        </p:spPr>
        <p:txBody>
          <a:bodyPr spcFirstLastPara="1" wrap="square" lIns="0" tIns="0" rIns="0" bIns="0" anchor="b" anchorCtr="0">
            <a:noAutofit/>
          </a:bodyPr>
          <a:lstStyle>
            <a:lvl1pPr marL="457200" lvl="0" indent="-292100">
              <a:spcBef>
                <a:spcPts val="0"/>
              </a:spcBef>
              <a:spcAft>
                <a:spcPts val="0"/>
              </a:spcAft>
              <a:buSzPts val="1000"/>
              <a:buChar char="●"/>
              <a:defRPr sz="1000" b="1"/>
            </a:lvl1pPr>
            <a:lvl2pPr marL="914400" lvl="1" indent="-292100">
              <a:spcBef>
                <a:spcPts val="0"/>
              </a:spcBef>
              <a:spcAft>
                <a:spcPts val="0"/>
              </a:spcAft>
              <a:buSzPts val="1000"/>
              <a:buChar char="○"/>
              <a:defRPr sz="1000" b="1"/>
            </a:lvl2pPr>
            <a:lvl3pPr marL="1371600" lvl="2" indent="-292100">
              <a:spcBef>
                <a:spcPts val="0"/>
              </a:spcBef>
              <a:spcAft>
                <a:spcPts val="0"/>
              </a:spcAft>
              <a:buSzPts val="1000"/>
              <a:buChar char="■"/>
              <a:defRPr sz="1000" b="1"/>
            </a:lvl3pPr>
            <a:lvl4pPr marL="1828800" lvl="3" indent="-292100">
              <a:spcBef>
                <a:spcPts val="0"/>
              </a:spcBef>
              <a:spcAft>
                <a:spcPts val="0"/>
              </a:spcAft>
              <a:buSzPts val="1000"/>
              <a:buChar char="●"/>
              <a:defRPr sz="1000" b="1"/>
            </a:lvl4pPr>
            <a:lvl5pPr marL="2286000" lvl="4" indent="-292100">
              <a:spcBef>
                <a:spcPts val="0"/>
              </a:spcBef>
              <a:spcAft>
                <a:spcPts val="0"/>
              </a:spcAft>
              <a:buSzPts val="1000"/>
              <a:buChar char="○"/>
              <a:defRPr sz="1000" b="1"/>
            </a:lvl5pPr>
            <a:lvl6pPr marL="2743200" lvl="5" indent="-292100">
              <a:spcBef>
                <a:spcPts val="0"/>
              </a:spcBef>
              <a:spcAft>
                <a:spcPts val="0"/>
              </a:spcAft>
              <a:buSzPts val="1000"/>
              <a:buChar char="■"/>
              <a:defRPr sz="1000" b="1"/>
            </a:lvl6pPr>
            <a:lvl7pPr marL="3200400" lvl="6" indent="-292100">
              <a:spcBef>
                <a:spcPts val="0"/>
              </a:spcBef>
              <a:spcAft>
                <a:spcPts val="0"/>
              </a:spcAft>
              <a:buSzPts val="1000"/>
              <a:buChar char="●"/>
              <a:defRPr sz="1000" b="1"/>
            </a:lvl7pPr>
            <a:lvl8pPr marL="3657600" lvl="7" indent="-292100">
              <a:spcBef>
                <a:spcPts val="0"/>
              </a:spcBef>
              <a:spcAft>
                <a:spcPts val="0"/>
              </a:spcAft>
              <a:buSzPts val="1000"/>
              <a:buChar char="○"/>
              <a:defRPr sz="1000" b="1"/>
            </a:lvl8pPr>
            <a:lvl9pPr marL="4114800" lvl="8" indent="-292100">
              <a:spcBef>
                <a:spcPts val="0"/>
              </a:spcBef>
              <a:spcAft>
                <a:spcPts val="0"/>
              </a:spcAft>
              <a:buSzPts val="1000"/>
              <a:buChar char="■"/>
              <a:defRPr sz="1000" b="1"/>
            </a:lvl9pPr>
          </a:lstStyle>
          <a:p>
            <a:endParaRPr/>
          </a:p>
        </p:txBody>
      </p:sp>
      <p:sp>
        <p:nvSpPr>
          <p:cNvPr id="186" name="Google Shape;186;p18"/>
          <p:cNvSpPr txBox="1">
            <a:spLocks noGrp="1"/>
          </p:cNvSpPr>
          <p:nvPr>
            <p:ph type="subTitle" idx="13"/>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187" name="Google Shape;187;p18"/>
          <p:cNvSpPr txBox="1">
            <a:spLocks noGrp="1"/>
          </p:cNvSpPr>
          <p:nvPr>
            <p:ph type="subTitle" idx="14"/>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big ideas - Alt 5">
  <p:cSld name="CUSTOM_6">
    <p:spTree>
      <p:nvGrpSpPr>
        <p:cNvPr id="1" name="Shape 188"/>
        <p:cNvGrpSpPr/>
        <p:nvPr/>
      </p:nvGrpSpPr>
      <p:grpSpPr>
        <a:xfrm>
          <a:off x="0" y="0"/>
          <a:ext cx="0" cy="0"/>
          <a:chOff x="0" y="0"/>
          <a:chExt cx="0" cy="0"/>
        </a:xfrm>
      </p:grpSpPr>
      <p:sp>
        <p:nvSpPr>
          <p:cNvPr id="189" name="Google Shape;189;p19"/>
          <p:cNvSpPr txBox="1">
            <a:spLocks noGrp="1"/>
          </p:cNvSpPr>
          <p:nvPr>
            <p:ph type="title"/>
          </p:nvPr>
        </p:nvSpPr>
        <p:spPr>
          <a:xfrm>
            <a:off x="7054825" y="1868626"/>
            <a:ext cx="1808700" cy="337800"/>
          </a:xfrm>
          <a:prstGeom prst="rect">
            <a:avLst/>
          </a:prstGeom>
        </p:spPr>
        <p:txBody>
          <a:bodyPr spcFirstLastPara="1" wrap="square" lIns="182875" tIns="91425" rIns="91425" bIns="0" anchor="t" anchorCtr="0">
            <a:spAutoFit/>
          </a:bodyPr>
          <a:lstStyle>
            <a:lvl1pPr lvl="0">
              <a:lnSpc>
                <a:spcPct val="90000"/>
              </a:lnSpc>
              <a:spcBef>
                <a:spcPts val="0"/>
              </a:spcBef>
              <a:spcAft>
                <a:spcPts val="0"/>
              </a:spcAft>
              <a:buNone/>
              <a:defRPr sz="1000" b="1">
                <a:latin typeface="Instrument Sans"/>
                <a:ea typeface="Instrument Sans"/>
                <a:cs typeface="Instrument Sans"/>
                <a:sym typeface="Instrument Sans"/>
              </a:defRPr>
            </a:lvl1pPr>
            <a:lvl2pPr lvl="1">
              <a:lnSpc>
                <a:spcPct val="115000"/>
              </a:lnSpc>
              <a:spcBef>
                <a:spcPts val="0"/>
              </a:spcBef>
              <a:spcAft>
                <a:spcPts val="0"/>
              </a:spcAft>
              <a:buNone/>
              <a:defRPr sz="1000" b="1">
                <a:latin typeface="Instrument Sans"/>
                <a:ea typeface="Instrument Sans"/>
                <a:cs typeface="Instrument Sans"/>
                <a:sym typeface="Instrument Sans"/>
              </a:defRPr>
            </a:lvl2pPr>
            <a:lvl3pPr lvl="2">
              <a:lnSpc>
                <a:spcPct val="115000"/>
              </a:lnSpc>
              <a:spcBef>
                <a:spcPts val="0"/>
              </a:spcBef>
              <a:spcAft>
                <a:spcPts val="0"/>
              </a:spcAft>
              <a:buNone/>
              <a:defRPr sz="1000" b="1">
                <a:latin typeface="Instrument Sans"/>
                <a:ea typeface="Instrument Sans"/>
                <a:cs typeface="Instrument Sans"/>
                <a:sym typeface="Instrument Sans"/>
              </a:defRPr>
            </a:lvl3pPr>
            <a:lvl4pPr lvl="3">
              <a:lnSpc>
                <a:spcPct val="115000"/>
              </a:lnSpc>
              <a:spcBef>
                <a:spcPts val="0"/>
              </a:spcBef>
              <a:spcAft>
                <a:spcPts val="0"/>
              </a:spcAft>
              <a:buNone/>
              <a:defRPr sz="1000" b="1">
                <a:latin typeface="Instrument Sans"/>
                <a:ea typeface="Instrument Sans"/>
                <a:cs typeface="Instrument Sans"/>
                <a:sym typeface="Instrument Sans"/>
              </a:defRPr>
            </a:lvl4pPr>
            <a:lvl5pPr lvl="4">
              <a:lnSpc>
                <a:spcPct val="115000"/>
              </a:lnSpc>
              <a:spcBef>
                <a:spcPts val="0"/>
              </a:spcBef>
              <a:spcAft>
                <a:spcPts val="0"/>
              </a:spcAft>
              <a:buNone/>
              <a:defRPr sz="1000" b="1">
                <a:latin typeface="Instrument Sans"/>
                <a:ea typeface="Instrument Sans"/>
                <a:cs typeface="Instrument Sans"/>
                <a:sym typeface="Instrument Sans"/>
              </a:defRPr>
            </a:lvl5pPr>
            <a:lvl6pPr lvl="5">
              <a:lnSpc>
                <a:spcPct val="115000"/>
              </a:lnSpc>
              <a:spcBef>
                <a:spcPts val="0"/>
              </a:spcBef>
              <a:spcAft>
                <a:spcPts val="0"/>
              </a:spcAft>
              <a:buNone/>
              <a:defRPr sz="1000" b="1">
                <a:latin typeface="Instrument Sans"/>
                <a:ea typeface="Instrument Sans"/>
                <a:cs typeface="Instrument Sans"/>
                <a:sym typeface="Instrument Sans"/>
              </a:defRPr>
            </a:lvl6pPr>
            <a:lvl7pPr lvl="6">
              <a:lnSpc>
                <a:spcPct val="115000"/>
              </a:lnSpc>
              <a:spcBef>
                <a:spcPts val="0"/>
              </a:spcBef>
              <a:spcAft>
                <a:spcPts val="0"/>
              </a:spcAft>
              <a:buNone/>
              <a:defRPr sz="1000" b="1">
                <a:latin typeface="Instrument Sans"/>
                <a:ea typeface="Instrument Sans"/>
                <a:cs typeface="Instrument Sans"/>
                <a:sym typeface="Instrument Sans"/>
              </a:defRPr>
            </a:lvl7pPr>
            <a:lvl8pPr lvl="7">
              <a:lnSpc>
                <a:spcPct val="115000"/>
              </a:lnSpc>
              <a:spcBef>
                <a:spcPts val="0"/>
              </a:spcBef>
              <a:spcAft>
                <a:spcPts val="0"/>
              </a:spcAft>
              <a:buNone/>
              <a:defRPr sz="1000" b="1">
                <a:latin typeface="Instrument Sans"/>
                <a:ea typeface="Instrument Sans"/>
                <a:cs typeface="Instrument Sans"/>
                <a:sym typeface="Instrument Sans"/>
              </a:defRPr>
            </a:lvl8pPr>
            <a:lvl9pPr lvl="8">
              <a:lnSpc>
                <a:spcPct val="115000"/>
              </a:lnSpc>
              <a:spcBef>
                <a:spcPts val="0"/>
              </a:spcBef>
              <a:spcAft>
                <a:spcPts val="0"/>
              </a:spcAft>
              <a:buNone/>
              <a:defRPr sz="1000" b="1">
                <a:latin typeface="Instrument Sans"/>
                <a:ea typeface="Instrument Sans"/>
                <a:cs typeface="Instrument Sans"/>
                <a:sym typeface="Instrument Sans"/>
              </a:defRPr>
            </a:lvl9pPr>
          </a:lstStyle>
          <a:p>
            <a:endParaRPr/>
          </a:p>
        </p:txBody>
      </p:sp>
      <p:sp>
        <p:nvSpPr>
          <p:cNvPr id="190" name="Google Shape;190;p19"/>
          <p:cNvSpPr txBox="1">
            <a:spLocks noGrp="1"/>
          </p:cNvSpPr>
          <p:nvPr>
            <p:ph type="title" idx="2"/>
          </p:nvPr>
        </p:nvSpPr>
        <p:spPr>
          <a:xfrm>
            <a:off x="5249650" y="1868626"/>
            <a:ext cx="1808700" cy="337800"/>
          </a:xfrm>
          <a:prstGeom prst="rect">
            <a:avLst/>
          </a:prstGeom>
        </p:spPr>
        <p:txBody>
          <a:bodyPr spcFirstLastPara="1" wrap="square" lIns="182875" tIns="91425" rIns="91425" bIns="0" anchor="t" anchorCtr="0">
            <a:spAutoFit/>
          </a:bodyPr>
          <a:lstStyle>
            <a:lvl1pPr lvl="0">
              <a:lnSpc>
                <a:spcPct val="90000"/>
              </a:lnSpc>
              <a:spcBef>
                <a:spcPts val="0"/>
              </a:spcBef>
              <a:spcAft>
                <a:spcPts val="0"/>
              </a:spcAft>
              <a:buNone/>
              <a:defRPr sz="1000" b="1">
                <a:latin typeface="Instrument Sans"/>
                <a:ea typeface="Instrument Sans"/>
                <a:cs typeface="Instrument Sans"/>
                <a:sym typeface="Instrument Sans"/>
              </a:defRPr>
            </a:lvl1pPr>
            <a:lvl2pPr lvl="1">
              <a:lnSpc>
                <a:spcPct val="115000"/>
              </a:lnSpc>
              <a:spcBef>
                <a:spcPts val="0"/>
              </a:spcBef>
              <a:spcAft>
                <a:spcPts val="0"/>
              </a:spcAft>
              <a:buNone/>
              <a:defRPr sz="1000" b="1">
                <a:latin typeface="Instrument Sans"/>
                <a:ea typeface="Instrument Sans"/>
                <a:cs typeface="Instrument Sans"/>
                <a:sym typeface="Instrument Sans"/>
              </a:defRPr>
            </a:lvl2pPr>
            <a:lvl3pPr lvl="2">
              <a:lnSpc>
                <a:spcPct val="115000"/>
              </a:lnSpc>
              <a:spcBef>
                <a:spcPts val="0"/>
              </a:spcBef>
              <a:spcAft>
                <a:spcPts val="0"/>
              </a:spcAft>
              <a:buNone/>
              <a:defRPr sz="1000" b="1">
                <a:latin typeface="Instrument Sans"/>
                <a:ea typeface="Instrument Sans"/>
                <a:cs typeface="Instrument Sans"/>
                <a:sym typeface="Instrument Sans"/>
              </a:defRPr>
            </a:lvl3pPr>
            <a:lvl4pPr lvl="3">
              <a:lnSpc>
                <a:spcPct val="115000"/>
              </a:lnSpc>
              <a:spcBef>
                <a:spcPts val="0"/>
              </a:spcBef>
              <a:spcAft>
                <a:spcPts val="0"/>
              </a:spcAft>
              <a:buNone/>
              <a:defRPr sz="1000" b="1">
                <a:latin typeface="Instrument Sans"/>
                <a:ea typeface="Instrument Sans"/>
                <a:cs typeface="Instrument Sans"/>
                <a:sym typeface="Instrument Sans"/>
              </a:defRPr>
            </a:lvl4pPr>
            <a:lvl5pPr lvl="4">
              <a:lnSpc>
                <a:spcPct val="115000"/>
              </a:lnSpc>
              <a:spcBef>
                <a:spcPts val="0"/>
              </a:spcBef>
              <a:spcAft>
                <a:spcPts val="0"/>
              </a:spcAft>
              <a:buNone/>
              <a:defRPr sz="1000" b="1">
                <a:latin typeface="Instrument Sans"/>
                <a:ea typeface="Instrument Sans"/>
                <a:cs typeface="Instrument Sans"/>
                <a:sym typeface="Instrument Sans"/>
              </a:defRPr>
            </a:lvl5pPr>
            <a:lvl6pPr lvl="5">
              <a:lnSpc>
                <a:spcPct val="115000"/>
              </a:lnSpc>
              <a:spcBef>
                <a:spcPts val="0"/>
              </a:spcBef>
              <a:spcAft>
                <a:spcPts val="0"/>
              </a:spcAft>
              <a:buNone/>
              <a:defRPr sz="1000" b="1">
                <a:latin typeface="Instrument Sans"/>
                <a:ea typeface="Instrument Sans"/>
                <a:cs typeface="Instrument Sans"/>
                <a:sym typeface="Instrument Sans"/>
              </a:defRPr>
            </a:lvl6pPr>
            <a:lvl7pPr lvl="6">
              <a:lnSpc>
                <a:spcPct val="115000"/>
              </a:lnSpc>
              <a:spcBef>
                <a:spcPts val="0"/>
              </a:spcBef>
              <a:spcAft>
                <a:spcPts val="0"/>
              </a:spcAft>
              <a:buNone/>
              <a:defRPr sz="1000" b="1">
                <a:latin typeface="Instrument Sans"/>
                <a:ea typeface="Instrument Sans"/>
                <a:cs typeface="Instrument Sans"/>
                <a:sym typeface="Instrument Sans"/>
              </a:defRPr>
            </a:lvl7pPr>
            <a:lvl8pPr lvl="7">
              <a:lnSpc>
                <a:spcPct val="115000"/>
              </a:lnSpc>
              <a:spcBef>
                <a:spcPts val="0"/>
              </a:spcBef>
              <a:spcAft>
                <a:spcPts val="0"/>
              </a:spcAft>
              <a:buNone/>
              <a:defRPr sz="1000" b="1">
                <a:latin typeface="Instrument Sans"/>
                <a:ea typeface="Instrument Sans"/>
                <a:cs typeface="Instrument Sans"/>
                <a:sym typeface="Instrument Sans"/>
              </a:defRPr>
            </a:lvl8pPr>
            <a:lvl9pPr lvl="8">
              <a:lnSpc>
                <a:spcPct val="115000"/>
              </a:lnSpc>
              <a:spcBef>
                <a:spcPts val="0"/>
              </a:spcBef>
              <a:spcAft>
                <a:spcPts val="0"/>
              </a:spcAft>
              <a:buNone/>
              <a:defRPr sz="1000" b="1">
                <a:latin typeface="Instrument Sans"/>
                <a:ea typeface="Instrument Sans"/>
                <a:cs typeface="Instrument Sans"/>
                <a:sym typeface="Instrument Sans"/>
              </a:defRPr>
            </a:lvl9pPr>
          </a:lstStyle>
          <a:p>
            <a:endParaRPr/>
          </a:p>
        </p:txBody>
      </p:sp>
      <p:sp>
        <p:nvSpPr>
          <p:cNvPr id="191" name="Google Shape;191;p19"/>
          <p:cNvSpPr txBox="1">
            <a:spLocks noGrp="1"/>
          </p:cNvSpPr>
          <p:nvPr>
            <p:ph type="title" idx="3"/>
          </p:nvPr>
        </p:nvSpPr>
        <p:spPr>
          <a:xfrm>
            <a:off x="3444475" y="1868626"/>
            <a:ext cx="1808700" cy="337800"/>
          </a:xfrm>
          <a:prstGeom prst="rect">
            <a:avLst/>
          </a:prstGeom>
        </p:spPr>
        <p:txBody>
          <a:bodyPr spcFirstLastPara="1" wrap="square" lIns="182875" tIns="91425" rIns="91425" bIns="0" anchor="t" anchorCtr="0">
            <a:spAutoFit/>
          </a:bodyPr>
          <a:lstStyle>
            <a:lvl1pPr lvl="0">
              <a:lnSpc>
                <a:spcPct val="90000"/>
              </a:lnSpc>
              <a:spcBef>
                <a:spcPts val="0"/>
              </a:spcBef>
              <a:spcAft>
                <a:spcPts val="0"/>
              </a:spcAft>
              <a:buNone/>
              <a:defRPr sz="1000" b="1">
                <a:latin typeface="Instrument Sans"/>
                <a:ea typeface="Instrument Sans"/>
                <a:cs typeface="Instrument Sans"/>
                <a:sym typeface="Instrument Sans"/>
              </a:defRPr>
            </a:lvl1pPr>
            <a:lvl2pPr lvl="1">
              <a:lnSpc>
                <a:spcPct val="115000"/>
              </a:lnSpc>
              <a:spcBef>
                <a:spcPts val="0"/>
              </a:spcBef>
              <a:spcAft>
                <a:spcPts val="0"/>
              </a:spcAft>
              <a:buNone/>
              <a:defRPr sz="1000" b="1">
                <a:latin typeface="Instrument Sans"/>
                <a:ea typeface="Instrument Sans"/>
                <a:cs typeface="Instrument Sans"/>
                <a:sym typeface="Instrument Sans"/>
              </a:defRPr>
            </a:lvl2pPr>
            <a:lvl3pPr lvl="2">
              <a:lnSpc>
                <a:spcPct val="115000"/>
              </a:lnSpc>
              <a:spcBef>
                <a:spcPts val="0"/>
              </a:spcBef>
              <a:spcAft>
                <a:spcPts val="0"/>
              </a:spcAft>
              <a:buNone/>
              <a:defRPr sz="1000" b="1">
                <a:latin typeface="Instrument Sans"/>
                <a:ea typeface="Instrument Sans"/>
                <a:cs typeface="Instrument Sans"/>
                <a:sym typeface="Instrument Sans"/>
              </a:defRPr>
            </a:lvl3pPr>
            <a:lvl4pPr lvl="3">
              <a:lnSpc>
                <a:spcPct val="115000"/>
              </a:lnSpc>
              <a:spcBef>
                <a:spcPts val="0"/>
              </a:spcBef>
              <a:spcAft>
                <a:spcPts val="0"/>
              </a:spcAft>
              <a:buNone/>
              <a:defRPr sz="1000" b="1">
                <a:latin typeface="Instrument Sans"/>
                <a:ea typeface="Instrument Sans"/>
                <a:cs typeface="Instrument Sans"/>
                <a:sym typeface="Instrument Sans"/>
              </a:defRPr>
            </a:lvl4pPr>
            <a:lvl5pPr lvl="4">
              <a:lnSpc>
                <a:spcPct val="115000"/>
              </a:lnSpc>
              <a:spcBef>
                <a:spcPts val="0"/>
              </a:spcBef>
              <a:spcAft>
                <a:spcPts val="0"/>
              </a:spcAft>
              <a:buNone/>
              <a:defRPr sz="1000" b="1">
                <a:latin typeface="Instrument Sans"/>
                <a:ea typeface="Instrument Sans"/>
                <a:cs typeface="Instrument Sans"/>
                <a:sym typeface="Instrument Sans"/>
              </a:defRPr>
            </a:lvl5pPr>
            <a:lvl6pPr lvl="5">
              <a:lnSpc>
                <a:spcPct val="115000"/>
              </a:lnSpc>
              <a:spcBef>
                <a:spcPts val="0"/>
              </a:spcBef>
              <a:spcAft>
                <a:spcPts val="0"/>
              </a:spcAft>
              <a:buNone/>
              <a:defRPr sz="1000" b="1">
                <a:latin typeface="Instrument Sans"/>
                <a:ea typeface="Instrument Sans"/>
                <a:cs typeface="Instrument Sans"/>
                <a:sym typeface="Instrument Sans"/>
              </a:defRPr>
            </a:lvl6pPr>
            <a:lvl7pPr lvl="6">
              <a:lnSpc>
                <a:spcPct val="115000"/>
              </a:lnSpc>
              <a:spcBef>
                <a:spcPts val="0"/>
              </a:spcBef>
              <a:spcAft>
                <a:spcPts val="0"/>
              </a:spcAft>
              <a:buNone/>
              <a:defRPr sz="1000" b="1">
                <a:latin typeface="Instrument Sans"/>
                <a:ea typeface="Instrument Sans"/>
                <a:cs typeface="Instrument Sans"/>
                <a:sym typeface="Instrument Sans"/>
              </a:defRPr>
            </a:lvl7pPr>
            <a:lvl8pPr lvl="7">
              <a:lnSpc>
                <a:spcPct val="115000"/>
              </a:lnSpc>
              <a:spcBef>
                <a:spcPts val="0"/>
              </a:spcBef>
              <a:spcAft>
                <a:spcPts val="0"/>
              </a:spcAft>
              <a:buNone/>
              <a:defRPr sz="1000" b="1">
                <a:latin typeface="Instrument Sans"/>
                <a:ea typeface="Instrument Sans"/>
                <a:cs typeface="Instrument Sans"/>
                <a:sym typeface="Instrument Sans"/>
              </a:defRPr>
            </a:lvl8pPr>
            <a:lvl9pPr lvl="8">
              <a:lnSpc>
                <a:spcPct val="115000"/>
              </a:lnSpc>
              <a:spcBef>
                <a:spcPts val="0"/>
              </a:spcBef>
              <a:spcAft>
                <a:spcPts val="0"/>
              </a:spcAft>
              <a:buNone/>
              <a:defRPr sz="1000" b="1">
                <a:latin typeface="Instrument Sans"/>
                <a:ea typeface="Instrument Sans"/>
                <a:cs typeface="Instrument Sans"/>
                <a:sym typeface="Instrument Sans"/>
              </a:defRPr>
            </a:lvl9pPr>
          </a:lstStyle>
          <a:p>
            <a:endParaRPr/>
          </a:p>
        </p:txBody>
      </p:sp>
      <p:sp>
        <p:nvSpPr>
          <p:cNvPr id="192" name="Google Shape;192;p19"/>
          <p:cNvSpPr txBox="1">
            <a:spLocks noGrp="1"/>
          </p:cNvSpPr>
          <p:nvPr>
            <p:ph type="title" idx="4"/>
          </p:nvPr>
        </p:nvSpPr>
        <p:spPr>
          <a:xfrm>
            <a:off x="1624900" y="1868626"/>
            <a:ext cx="1808700" cy="337800"/>
          </a:xfrm>
          <a:prstGeom prst="rect">
            <a:avLst/>
          </a:prstGeom>
        </p:spPr>
        <p:txBody>
          <a:bodyPr spcFirstLastPara="1" wrap="square" lIns="182875" tIns="91425" rIns="91425" bIns="0" anchor="t" anchorCtr="0">
            <a:spAutoFit/>
          </a:bodyPr>
          <a:lstStyle>
            <a:lvl1pPr lvl="0">
              <a:lnSpc>
                <a:spcPct val="90000"/>
              </a:lnSpc>
              <a:spcBef>
                <a:spcPts val="0"/>
              </a:spcBef>
              <a:spcAft>
                <a:spcPts val="0"/>
              </a:spcAft>
              <a:buNone/>
              <a:defRPr sz="1000" b="1">
                <a:solidFill>
                  <a:schemeClr val="lt2"/>
                </a:solidFill>
                <a:latin typeface="Instrument Sans"/>
                <a:ea typeface="Instrument Sans"/>
                <a:cs typeface="Instrument Sans"/>
                <a:sym typeface="Instrument Sans"/>
              </a:defRPr>
            </a:lvl1pPr>
            <a:lvl2pPr lvl="1">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9pPr>
          </a:lstStyle>
          <a:p>
            <a:endParaRPr/>
          </a:p>
        </p:txBody>
      </p:sp>
      <p:sp>
        <p:nvSpPr>
          <p:cNvPr id="193" name="Google Shape;193;p19"/>
          <p:cNvSpPr txBox="1">
            <a:spLocks noGrp="1"/>
          </p:cNvSpPr>
          <p:nvPr>
            <p:ph type="body" idx="1"/>
          </p:nvPr>
        </p:nvSpPr>
        <p:spPr>
          <a:xfrm>
            <a:off x="5249650" y="2206475"/>
            <a:ext cx="1808700" cy="2428500"/>
          </a:xfrm>
          <a:prstGeom prst="rect">
            <a:avLst/>
          </a:prstGeom>
        </p:spPr>
        <p:txBody>
          <a:bodyPr spcFirstLastPara="1" wrap="square" lIns="155425" tIns="91425" rIns="137150" bIns="9142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94" name="Google Shape;194;p19"/>
          <p:cNvSpPr txBox="1">
            <a:spLocks noGrp="1"/>
          </p:cNvSpPr>
          <p:nvPr>
            <p:ph type="body" idx="5"/>
          </p:nvPr>
        </p:nvSpPr>
        <p:spPr>
          <a:xfrm>
            <a:off x="3444475" y="2206475"/>
            <a:ext cx="1808700" cy="2428500"/>
          </a:xfrm>
          <a:prstGeom prst="rect">
            <a:avLst/>
          </a:prstGeom>
        </p:spPr>
        <p:txBody>
          <a:bodyPr spcFirstLastPara="1" wrap="square" lIns="155425" tIns="91425" rIns="137150" bIns="9142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195" name="Google Shape;195;p19"/>
          <p:cNvSpPr txBox="1">
            <a:spLocks noGrp="1"/>
          </p:cNvSpPr>
          <p:nvPr>
            <p:ph type="title" idx="6"/>
          </p:nvPr>
        </p:nvSpPr>
        <p:spPr>
          <a:xfrm>
            <a:off x="1731400" y="282900"/>
            <a:ext cx="7128000" cy="11169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96" name="Google Shape;196;p19"/>
          <p:cNvSpPr txBox="1">
            <a:spLocks noGrp="1"/>
          </p:cNvSpPr>
          <p:nvPr>
            <p:ph type="title" idx="7"/>
          </p:nvPr>
        </p:nvSpPr>
        <p:spPr>
          <a:xfrm>
            <a:off x="284800" y="2206500"/>
            <a:ext cx="1340100" cy="409500"/>
          </a:xfrm>
          <a:prstGeom prst="rect">
            <a:avLst/>
          </a:prstGeom>
        </p:spPr>
        <p:txBody>
          <a:bodyPr spcFirstLastPara="1" wrap="square" lIns="182875" tIns="91425" rIns="91425" bIns="0" anchor="t" anchorCtr="0">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a:endParaRPr/>
          </a:p>
        </p:txBody>
      </p:sp>
      <p:sp>
        <p:nvSpPr>
          <p:cNvPr id="197" name="Google Shape;197;p19"/>
          <p:cNvSpPr txBox="1">
            <a:spLocks noGrp="1"/>
          </p:cNvSpPr>
          <p:nvPr>
            <p:ph type="title" idx="8"/>
          </p:nvPr>
        </p:nvSpPr>
        <p:spPr>
          <a:xfrm>
            <a:off x="284800" y="2939825"/>
            <a:ext cx="1340100" cy="409500"/>
          </a:xfrm>
          <a:prstGeom prst="rect">
            <a:avLst/>
          </a:prstGeom>
        </p:spPr>
        <p:txBody>
          <a:bodyPr spcFirstLastPara="1" wrap="square" lIns="182875" tIns="91425" rIns="91425" bIns="0" anchor="t" anchorCtr="0">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a:endParaRPr/>
          </a:p>
        </p:txBody>
      </p:sp>
      <p:sp>
        <p:nvSpPr>
          <p:cNvPr id="198" name="Google Shape;198;p19"/>
          <p:cNvSpPr txBox="1">
            <a:spLocks noGrp="1"/>
          </p:cNvSpPr>
          <p:nvPr>
            <p:ph type="subTitle" idx="9"/>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a:endParaRPr/>
          </a:p>
        </p:txBody>
      </p:sp>
      <p:sp>
        <p:nvSpPr>
          <p:cNvPr id="199" name="Google Shape;199;p19"/>
          <p:cNvSpPr txBox="1">
            <a:spLocks noGrp="1"/>
          </p:cNvSpPr>
          <p:nvPr>
            <p:ph type="title" idx="13"/>
          </p:nvPr>
        </p:nvSpPr>
        <p:spPr>
          <a:xfrm>
            <a:off x="284800" y="3825550"/>
            <a:ext cx="1340100" cy="409500"/>
          </a:xfrm>
          <a:prstGeom prst="rect">
            <a:avLst/>
          </a:prstGeom>
        </p:spPr>
        <p:txBody>
          <a:bodyPr spcFirstLastPara="1" wrap="square" lIns="182875" tIns="91425" rIns="91425" bIns="0" anchor="t" anchorCtr="0">
            <a:spAutoFit/>
          </a:bodyPr>
          <a:lstStyle>
            <a:lvl1pPr lvl="0">
              <a:lnSpc>
                <a:spcPct val="90000"/>
              </a:lnSpc>
              <a:spcBef>
                <a:spcPts val="0"/>
              </a:spcBef>
              <a:spcAft>
                <a:spcPts val="0"/>
              </a:spcAft>
              <a:buNone/>
              <a:defRPr sz="1000">
                <a:latin typeface="Instrument Sans"/>
                <a:ea typeface="Instrument Sans"/>
                <a:cs typeface="Instrument Sans"/>
                <a:sym typeface="Instrument Sans"/>
              </a:defRPr>
            </a:lvl1pPr>
            <a:lvl2pPr lvl="1">
              <a:lnSpc>
                <a:spcPct val="115000"/>
              </a:lnSpc>
              <a:spcBef>
                <a:spcPts val="0"/>
              </a:spcBef>
              <a:spcAft>
                <a:spcPts val="0"/>
              </a:spcAft>
              <a:buNone/>
              <a:defRPr sz="1000">
                <a:latin typeface="Instrument Sans"/>
                <a:ea typeface="Instrument Sans"/>
                <a:cs typeface="Instrument Sans"/>
                <a:sym typeface="Instrument Sans"/>
              </a:defRPr>
            </a:lvl2pPr>
            <a:lvl3pPr lvl="2">
              <a:lnSpc>
                <a:spcPct val="115000"/>
              </a:lnSpc>
              <a:spcBef>
                <a:spcPts val="0"/>
              </a:spcBef>
              <a:spcAft>
                <a:spcPts val="0"/>
              </a:spcAft>
              <a:buNone/>
              <a:defRPr sz="1000">
                <a:latin typeface="Instrument Sans"/>
                <a:ea typeface="Instrument Sans"/>
                <a:cs typeface="Instrument Sans"/>
                <a:sym typeface="Instrument Sans"/>
              </a:defRPr>
            </a:lvl3pPr>
            <a:lvl4pPr lvl="3">
              <a:lnSpc>
                <a:spcPct val="115000"/>
              </a:lnSpc>
              <a:spcBef>
                <a:spcPts val="0"/>
              </a:spcBef>
              <a:spcAft>
                <a:spcPts val="0"/>
              </a:spcAft>
              <a:buNone/>
              <a:defRPr sz="1000">
                <a:latin typeface="Instrument Sans"/>
                <a:ea typeface="Instrument Sans"/>
                <a:cs typeface="Instrument Sans"/>
                <a:sym typeface="Instrument Sans"/>
              </a:defRPr>
            </a:lvl4pPr>
            <a:lvl5pPr lvl="4">
              <a:lnSpc>
                <a:spcPct val="115000"/>
              </a:lnSpc>
              <a:spcBef>
                <a:spcPts val="0"/>
              </a:spcBef>
              <a:spcAft>
                <a:spcPts val="0"/>
              </a:spcAft>
              <a:buNone/>
              <a:defRPr sz="1000">
                <a:latin typeface="Instrument Sans"/>
                <a:ea typeface="Instrument Sans"/>
                <a:cs typeface="Instrument Sans"/>
                <a:sym typeface="Instrument Sans"/>
              </a:defRPr>
            </a:lvl5pPr>
            <a:lvl6pPr lvl="5">
              <a:lnSpc>
                <a:spcPct val="115000"/>
              </a:lnSpc>
              <a:spcBef>
                <a:spcPts val="0"/>
              </a:spcBef>
              <a:spcAft>
                <a:spcPts val="0"/>
              </a:spcAft>
              <a:buNone/>
              <a:defRPr sz="1000">
                <a:latin typeface="Instrument Sans"/>
                <a:ea typeface="Instrument Sans"/>
                <a:cs typeface="Instrument Sans"/>
                <a:sym typeface="Instrument Sans"/>
              </a:defRPr>
            </a:lvl6pPr>
            <a:lvl7pPr lvl="6">
              <a:lnSpc>
                <a:spcPct val="115000"/>
              </a:lnSpc>
              <a:spcBef>
                <a:spcPts val="0"/>
              </a:spcBef>
              <a:spcAft>
                <a:spcPts val="0"/>
              </a:spcAft>
              <a:buNone/>
              <a:defRPr sz="1000">
                <a:latin typeface="Instrument Sans"/>
                <a:ea typeface="Instrument Sans"/>
                <a:cs typeface="Instrument Sans"/>
                <a:sym typeface="Instrument Sans"/>
              </a:defRPr>
            </a:lvl7pPr>
            <a:lvl8pPr lvl="7">
              <a:lnSpc>
                <a:spcPct val="115000"/>
              </a:lnSpc>
              <a:spcBef>
                <a:spcPts val="0"/>
              </a:spcBef>
              <a:spcAft>
                <a:spcPts val="0"/>
              </a:spcAft>
              <a:buNone/>
              <a:defRPr sz="1000">
                <a:latin typeface="Instrument Sans"/>
                <a:ea typeface="Instrument Sans"/>
                <a:cs typeface="Instrument Sans"/>
                <a:sym typeface="Instrument Sans"/>
              </a:defRPr>
            </a:lvl8pPr>
            <a:lvl9pPr lvl="8">
              <a:lnSpc>
                <a:spcPct val="115000"/>
              </a:lnSpc>
              <a:spcBef>
                <a:spcPts val="0"/>
              </a:spcBef>
              <a:spcAft>
                <a:spcPts val="0"/>
              </a:spcAft>
              <a:buNone/>
              <a:defRPr sz="1000">
                <a:latin typeface="Instrument Sans"/>
                <a:ea typeface="Instrument Sans"/>
                <a:cs typeface="Instrument Sans"/>
                <a:sym typeface="Instrument Sans"/>
              </a:defRPr>
            </a:lvl9pPr>
          </a:lstStyle>
          <a:p>
            <a:endParaRPr/>
          </a:p>
        </p:txBody>
      </p:sp>
      <p:sp>
        <p:nvSpPr>
          <p:cNvPr id="200" name="Google Shape;200;p19"/>
          <p:cNvSpPr txBox="1">
            <a:spLocks noGrp="1"/>
          </p:cNvSpPr>
          <p:nvPr>
            <p:ph type="subTitle" idx="14"/>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201" name="Google Shape;201;p19"/>
          <p:cNvSpPr txBox="1">
            <a:spLocks noGrp="1"/>
          </p:cNvSpPr>
          <p:nvPr>
            <p:ph type="body" idx="15"/>
          </p:nvPr>
        </p:nvSpPr>
        <p:spPr>
          <a:xfrm>
            <a:off x="1624900" y="2206475"/>
            <a:ext cx="1808700" cy="2428500"/>
          </a:xfrm>
          <a:prstGeom prst="rect">
            <a:avLst/>
          </a:prstGeom>
        </p:spPr>
        <p:txBody>
          <a:bodyPr spcFirstLastPara="1" wrap="square" lIns="155425" tIns="91425" rIns="137150" bIns="91425" anchor="t"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202" name="Google Shape;202;p19"/>
          <p:cNvSpPr txBox="1">
            <a:spLocks noGrp="1"/>
          </p:cNvSpPr>
          <p:nvPr>
            <p:ph type="body" idx="16"/>
          </p:nvPr>
        </p:nvSpPr>
        <p:spPr>
          <a:xfrm>
            <a:off x="7054825" y="2206475"/>
            <a:ext cx="1808700" cy="2428500"/>
          </a:xfrm>
          <a:prstGeom prst="rect">
            <a:avLst/>
          </a:prstGeom>
        </p:spPr>
        <p:txBody>
          <a:bodyPr spcFirstLastPara="1" wrap="square" lIns="155425" tIns="91425" rIns="137150" bIns="91425"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03" name="Google Shape;203;p19"/>
          <p:cNvSpPr txBox="1">
            <a:spLocks noGrp="1"/>
          </p:cNvSpPr>
          <p:nvPr>
            <p:ph type="subTitle" idx="17"/>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big ideas - Alt 6">
  <p:cSld name="CUSTOM_9">
    <p:spTree>
      <p:nvGrpSpPr>
        <p:cNvPr id="1" name="Shape 204"/>
        <p:cNvGrpSpPr/>
        <p:nvPr/>
      </p:nvGrpSpPr>
      <p:grpSpPr>
        <a:xfrm>
          <a:off x="0" y="0"/>
          <a:ext cx="0" cy="0"/>
          <a:chOff x="0" y="0"/>
          <a:chExt cx="0" cy="0"/>
        </a:xfrm>
      </p:grpSpPr>
      <p:sp>
        <p:nvSpPr>
          <p:cNvPr id="205" name="Google Shape;205;p20"/>
          <p:cNvSpPr txBox="1">
            <a:spLocks noGrp="1"/>
          </p:cNvSpPr>
          <p:nvPr>
            <p:ph type="body" idx="1"/>
          </p:nvPr>
        </p:nvSpPr>
        <p:spPr>
          <a:xfrm>
            <a:off x="6795150" y="3532980"/>
            <a:ext cx="2064000" cy="1101900"/>
          </a:xfrm>
          <a:prstGeom prst="rect">
            <a:avLst/>
          </a:prstGeom>
        </p:spPr>
        <p:txBody>
          <a:bodyPr spcFirstLastPara="1" wrap="square" lIns="182875" tIns="91425" rIns="182875" bIns="182875" anchor="b" anchorCtr="0">
            <a:noAutofit/>
          </a:bodyPr>
          <a:lstStyle>
            <a:lvl1pPr marL="457200" lvl="0" indent="-292100">
              <a:spcBef>
                <a:spcPts val="0"/>
              </a:spcBef>
              <a:spcAft>
                <a:spcPts val="0"/>
              </a:spcAft>
              <a:buClr>
                <a:schemeClr val="lt2"/>
              </a:buClr>
              <a:buSzPts val="1000"/>
              <a:buChar char="●"/>
              <a:defRPr sz="1000">
                <a:solidFill>
                  <a:schemeClr val="lt2"/>
                </a:solidFill>
              </a:defRPr>
            </a:lvl1pPr>
            <a:lvl2pPr marL="914400" lvl="1" indent="-292100">
              <a:spcBef>
                <a:spcPts val="0"/>
              </a:spcBef>
              <a:spcAft>
                <a:spcPts val="0"/>
              </a:spcAft>
              <a:buClr>
                <a:schemeClr val="lt2"/>
              </a:buClr>
              <a:buSzPts val="1000"/>
              <a:buChar char="○"/>
              <a:defRPr sz="1000">
                <a:solidFill>
                  <a:schemeClr val="lt2"/>
                </a:solidFill>
              </a:defRPr>
            </a:lvl2pPr>
            <a:lvl3pPr marL="1371600" lvl="2" indent="-292100">
              <a:spcBef>
                <a:spcPts val="0"/>
              </a:spcBef>
              <a:spcAft>
                <a:spcPts val="0"/>
              </a:spcAft>
              <a:buClr>
                <a:schemeClr val="lt2"/>
              </a:buClr>
              <a:buSzPts val="1000"/>
              <a:buChar char="■"/>
              <a:defRPr sz="1000">
                <a:solidFill>
                  <a:schemeClr val="lt2"/>
                </a:solidFill>
              </a:defRPr>
            </a:lvl3pPr>
            <a:lvl4pPr marL="1828800" lvl="3" indent="-292100">
              <a:spcBef>
                <a:spcPts val="0"/>
              </a:spcBef>
              <a:spcAft>
                <a:spcPts val="0"/>
              </a:spcAft>
              <a:buClr>
                <a:schemeClr val="lt2"/>
              </a:buClr>
              <a:buSzPts val="1000"/>
              <a:buChar char="●"/>
              <a:defRPr sz="1000">
                <a:solidFill>
                  <a:schemeClr val="lt2"/>
                </a:solidFill>
              </a:defRPr>
            </a:lvl4pPr>
            <a:lvl5pPr marL="2286000" lvl="4" indent="-292100">
              <a:spcBef>
                <a:spcPts val="0"/>
              </a:spcBef>
              <a:spcAft>
                <a:spcPts val="0"/>
              </a:spcAft>
              <a:buClr>
                <a:schemeClr val="lt2"/>
              </a:buClr>
              <a:buSzPts val="1000"/>
              <a:buChar char="○"/>
              <a:defRPr sz="1000">
                <a:solidFill>
                  <a:schemeClr val="lt2"/>
                </a:solidFill>
              </a:defRPr>
            </a:lvl5pPr>
            <a:lvl6pPr marL="2743200" lvl="5" indent="-292100">
              <a:spcBef>
                <a:spcPts val="0"/>
              </a:spcBef>
              <a:spcAft>
                <a:spcPts val="0"/>
              </a:spcAft>
              <a:buClr>
                <a:schemeClr val="lt2"/>
              </a:buClr>
              <a:buSzPts val="1000"/>
              <a:buChar char="■"/>
              <a:defRPr sz="1000">
                <a:solidFill>
                  <a:schemeClr val="lt2"/>
                </a:solidFill>
              </a:defRPr>
            </a:lvl6pPr>
            <a:lvl7pPr marL="3200400" lvl="6" indent="-292100">
              <a:spcBef>
                <a:spcPts val="0"/>
              </a:spcBef>
              <a:spcAft>
                <a:spcPts val="0"/>
              </a:spcAft>
              <a:buClr>
                <a:schemeClr val="lt2"/>
              </a:buClr>
              <a:buSzPts val="1000"/>
              <a:buChar char="●"/>
              <a:defRPr sz="1000">
                <a:solidFill>
                  <a:schemeClr val="lt2"/>
                </a:solidFill>
              </a:defRPr>
            </a:lvl7pPr>
            <a:lvl8pPr marL="3657600" lvl="7" indent="-292100">
              <a:spcBef>
                <a:spcPts val="0"/>
              </a:spcBef>
              <a:spcAft>
                <a:spcPts val="0"/>
              </a:spcAft>
              <a:buClr>
                <a:schemeClr val="lt2"/>
              </a:buClr>
              <a:buSzPts val="1000"/>
              <a:buChar char="○"/>
              <a:defRPr sz="1000">
                <a:solidFill>
                  <a:schemeClr val="lt2"/>
                </a:solidFill>
              </a:defRPr>
            </a:lvl8pPr>
            <a:lvl9pPr marL="4114800" lvl="8" indent="-292100">
              <a:spcBef>
                <a:spcPts val="0"/>
              </a:spcBef>
              <a:spcAft>
                <a:spcPts val="0"/>
              </a:spcAft>
              <a:buClr>
                <a:schemeClr val="lt2"/>
              </a:buClr>
              <a:buSzPts val="1000"/>
              <a:buChar char="■"/>
              <a:defRPr sz="1000">
                <a:solidFill>
                  <a:schemeClr val="lt2"/>
                </a:solidFill>
              </a:defRPr>
            </a:lvl9pPr>
          </a:lstStyle>
          <a:p>
            <a:endParaRPr/>
          </a:p>
        </p:txBody>
      </p:sp>
      <p:sp>
        <p:nvSpPr>
          <p:cNvPr id="206" name="Google Shape;206;p20"/>
          <p:cNvSpPr txBox="1">
            <a:spLocks noGrp="1"/>
          </p:cNvSpPr>
          <p:nvPr>
            <p:ph type="title"/>
          </p:nvPr>
        </p:nvSpPr>
        <p:spPr>
          <a:xfrm>
            <a:off x="6795150" y="2623350"/>
            <a:ext cx="2064000" cy="464700"/>
          </a:xfrm>
          <a:prstGeom prst="rect">
            <a:avLst/>
          </a:prstGeom>
        </p:spPr>
        <p:txBody>
          <a:bodyPr spcFirstLastPara="1" wrap="square" lIns="164575" tIns="164575" rIns="91425" bIns="0" anchor="t" anchorCtr="0">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07" name="Google Shape;207;p20"/>
          <p:cNvSpPr txBox="1">
            <a:spLocks noGrp="1"/>
          </p:cNvSpPr>
          <p:nvPr>
            <p:ph type="body" idx="2"/>
          </p:nvPr>
        </p:nvSpPr>
        <p:spPr>
          <a:xfrm>
            <a:off x="3901625" y="3532980"/>
            <a:ext cx="2064000" cy="1101900"/>
          </a:xfrm>
          <a:prstGeom prst="rect">
            <a:avLst/>
          </a:prstGeom>
        </p:spPr>
        <p:txBody>
          <a:bodyPr spcFirstLastPara="1" wrap="square" lIns="182875" tIns="91425" rIns="182875" bIns="182875"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08" name="Google Shape;208;p20"/>
          <p:cNvSpPr txBox="1">
            <a:spLocks noGrp="1"/>
          </p:cNvSpPr>
          <p:nvPr>
            <p:ph type="body" idx="3"/>
          </p:nvPr>
        </p:nvSpPr>
        <p:spPr>
          <a:xfrm>
            <a:off x="1731400" y="3532980"/>
            <a:ext cx="2064000" cy="1101900"/>
          </a:xfrm>
          <a:prstGeom prst="rect">
            <a:avLst/>
          </a:prstGeom>
        </p:spPr>
        <p:txBody>
          <a:bodyPr spcFirstLastPara="1" wrap="square" lIns="182875" tIns="91425" rIns="182875" bIns="182875" anchor="b"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09" name="Google Shape;209;p20"/>
          <p:cNvSpPr txBox="1">
            <a:spLocks noGrp="1"/>
          </p:cNvSpPr>
          <p:nvPr>
            <p:ph type="title" idx="4"/>
          </p:nvPr>
        </p:nvSpPr>
        <p:spPr>
          <a:xfrm>
            <a:off x="3901625" y="2623350"/>
            <a:ext cx="2064000" cy="4647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lvl2pPr>
            <a:lvl3pPr lvl="2">
              <a:lnSpc>
                <a:spcPct val="115000"/>
              </a:lnSpc>
              <a:spcBef>
                <a:spcPts val="0"/>
              </a:spcBef>
              <a:spcAft>
                <a:spcPts val="0"/>
              </a:spcAft>
              <a:buNone/>
              <a:defRPr sz="1200" b="1"/>
            </a:lvl3pPr>
            <a:lvl4pPr lvl="3">
              <a:lnSpc>
                <a:spcPct val="115000"/>
              </a:lnSpc>
              <a:spcBef>
                <a:spcPts val="0"/>
              </a:spcBef>
              <a:spcAft>
                <a:spcPts val="0"/>
              </a:spcAft>
              <a:buNone/>
              <a:defRPr sz="1200" b="1"/>
            </a:lvl4pPr>
            <a:lvl5pPr lvl="4">
              <a:lnSpc>
                <a:spcPct val="115000"/>
              </a:lnSpc>
              <a:spcBef>
                <a:spcPts val="0"/>
              </a:spcBef>
              <a:spcAft>
                <a:spcPts val="0"/>
              </a:spcAft>
              <a:buNone/>
              <a:defRPr sz="1200" b="1"/>
            </a:lvl5pPr>
            <a:lvl6pPr lvl="5">
              <a:lnSpc>
                <a:spcPct val="115000"/>
              </a:lnSpc>
              <a:spcBef>
                <a:spcPts val="0"/>
              </a:spcBef>
              <a:spcAft>
                <a:spcPts val="0"/>
              </a:spcAft>
              <a:buNone/>
              <a:defRPr sz="1200" b="1"/>
            </a:lvl6pPr>
            <a:lvl7pPr lvl="6">
              <a:lnSpc>
                <a:spcPct val="115000"/>
              </a:lnSpc>
              <a:spcBef>
                <a:spcPts val="0"/>
              </a:spcBef>
              <a:spcAft>
                <a:spcPts val="0"/>
              </a:spcAft>
              <a:buNone/>
              <a:defRPr sz="1200" b="1"/>
            </a:lvl7pPr>
            <a:lvl8pPr lvl="7">
              <a:lnSpc>
                <a:spcPct val="115000"/>
              </a:lnSpc>
              <a:spcBef>
                <a:spcPts val="0"/>
              </a:spcBef>
              <a:spcAft>
                <a:spcPts val="0"/>
              </a:spcAft>
              <a:buNone/>
              <a:defRPr sz="1200" b="1"/>
            </a:lvl8pPr>
            <a:lvl9pPr lvl="8">
              <a:lnSpc>
                <a:spcPct val="115000"/>
              </a:lnSpc>
              <a:spcBef>
                <a:spcPts val="0"/>
              </a:spcBef>
              <a:spcAft>
                <a:spcPts val="0"/>
              </a:spcAft>
              <a:buNone/>
              <a:defRPr sz="1200" b="1"/>
            </a:lvl9pPr>
          </a:lstStyle>
          <a:p>
            <a:endParaRPr/>
          </a:p>
        </p:txBody>
      </p:sp>
      <p:sp>
        <p:nvSpPr>
          <p:cNvPr id="210" name="Google Shape;210;p20"/>
          <p:cNvSpPr txBox="1">
            <a:spLocks noGrp="1"/>
          </p:cNvSpPr>
          <p:nvPr>
            <p:ph type="title" idx="5"/>
          </p:nvPr>
        </p:nvSpPr>
        <p:spPr>
          <a:xfrm>
            <a:off x="1731400" y="2623350"/>
            <a:ext cx="2064000" cy="4647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lvl2pPr>
            <a:lvl3pPr lvl="2">
              <a:lnSpc>
                <a:spcPct val="115000"/>
              </a:lnSpc>
              <a:spcBef>
                <a:spcPts val="0"/>
              </a:spcBef>
              <a:spcAft>
                <a:spcPts val="0"/>
              </a:spcAft>
              <a:buNone/>
              <a:defRPr sz="1200" b="1"/>
            </a:lvl3pPr>
            <a:lvl4pPr lvl="3">
              <a:lnSpc>
                <a:spcPct val="115000"/>
              </a:lnSpc>
              <a:spcBef>
                <a:spcPts val="0"/>
              </a:spcBef>
              <a:spcAft>
                <a:spcPts val="0"/>
              </a:spcAft>
              <a:buNone/>
              <a:defRPr sz="1200" b="1"/>
            </a:lvl4pPr>
            <a:lvl5pPr lvl="4">
              <a:lnSpc>
                <a:spcPct val="115000"/>
              </a:lnSpc>
              <a:spcBef>
                <a:spcPts val="0"/>
              </a:spcBef>
              <a:spcAft>
                <a:spcPts val="0"/>
              </a:spcAft>
              <a:buNone/>
              <a:defRPr sz="1200" b="1"/>
            </a:lvl5pPr>
            <a:lvl6pPr lvl="5">
              <a:lnSpc>
                <a:spcPct val="115000"/>
              </a:lnSpc>
              <a:spcBef>
                <a:spcPts val="0"/>
              </a:spcBef>
              <a:spcAft>
                <a:spcPts val="0"/>
              </a:spcAft>
              <a:buNone/>
              <a:defRPr sz="1200" b="1"/>
            </a:lvl6pPr>
            <a:lvl7pPr lvl="6">
              <a:lnSpc>
                <a:spcPct val="115000"/>
              </a:lnSpc>
              <a:spcBef>
                <a:spcPts val="0"/>
              </a:spcBef>
              <a:spcAft>
                <a:spcPts val="0"/>
              </a:spcAft>
              <a:buNone/>
              <a:defRPr sz="1200" b="1"/>
            </a:lvl7pPr>
            <a:lvl8pPr lvl="7">
              <a:lnSpc>
                <a:spcPct val="115000"/>
              </a:lnSpc>
              <a:spcBef>
                <a:spcPts val="0"/>
              </a:spcBef>
              <a:spcAft>
                <a:spcPts val="0"/>
              </a:spcAft>
              <a:buNone/>
              <a:defRPr sz="1200" b="1"/>
            </a:lvl8pPr>
            <a:lvl9pPr lvl="8">
              <a:lnSpc>
                <a:spcPct val="115000"/>
              </a:lnSpc>
              <a:spcBef>
                <a:spcPts val="0"/>
              </a:spcBef>
              <a:spcAft>
                <a:spcPts val="0"/>
              </a:spcAft>
              <a:buNone/>
              <a:defRPr sz="1200" b="1"/>
            </a:lvl9pPr>
          </a:lstStyle>
          <a:p>
            <a:endParaRPr/>
          </a:p>
        </p:txBody>
      </p:sp>
      <p:sp>
        <p:nvSpPr>
          <p:cNvPr id="211" name="Google Shape;211;p20"/>
          <p:cNvSpPr/>
          <p:nvPr/>
        </p:nvSpPr>
        <p:spPr>
          <a:xfrm flipH="1">
            <a:off x="4625100" y="282925"/>
            <a:ext cx="3510900" cy="2234100"/>
          </a:xfrm>
          <a:prstGeom prst="round2DiagRect">
            <a:avLst>
              <a:gd name="adj1" fmla="val 13968"/>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Outfit"/>
              <a:ea typeface="Outfit"/>
              <a:cs typeface="Outfit"/>
              <a:sym typeface="Outfit"/>
            </a:endParaRPr>
          </a:p>
        </p:txBody>
      </p:sp>
      <p:sp>
        <p:nvSpPr>
          <p:cNvPr id="212" name="Google Shape;212;p20"/>
          <p:cNvSpPr txBox="1">
            <a:spLocks noGrp="1"/>
          </p:cNvSpPr>
          <p:nvPr>
            <p:ph type="subTitle" idx="6"/>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SzPts val="800"/>
              <a:buNone/>
              <a:defRPr sz="800"/>
            </a:lvl2pPr>
            <a:lvl3pPr lvl="2" algn="ctr">
              <a:spcBef>
                <a:spcPts val="0"/>
              </a:spcBef>
              <a:spcAft>
                <a:spcPts val="0"/>
              </a:spcAft>
              <a:buSzPts val="800"/>
              <a:buNone/>
              <a:defRPr sz="800"/>
            </a:lvl3pPr>
            <a:lvl4pPr lvl="3" algn="ctr">
              <a:spcBef>
                <a:spcPts val="0"/>
              </a:spcBef>
              <a:spcAft>
                <a:spcPts val="0"/>
              </a:spcAft>
              <a:buSzPts val="800"/>
              <a:buNone/>
              <a:defRPr sz="800"/>
            </a:lvl4pPr>
            <a:lvl5pPr lvl="4" algn="ctr">
              <a:spcBef>
                <a:spcPts val="0"/>
              </a:spcBef>
              <a:spcAft>
                <a:spcPts val="0"/>
              </a:spcAft>
              <a:buSzPts val="800"/>
              <a:buNone/>
              <a:defRPr sz="800"/>
            </a:lvl5pPr>
            <a:lvl6pPr lvl="5" algn="ctr">
              <a:spcBef>
                <a:spcPts val="0"/>
              </a:spcBef>
              <a:spcAft>
                <a:spcPts val="0"/>
              </a:spcAft>
              <a:buSzPts val="800"/>
              <a:buNone/>
              <a:defRPr sz="800"/>
            </a:lvl6pPr>
            <a:lvl7pPr lvl="6" algn="ctr">
              <a:spcBef>
                <a:spcPts val="0"/>
              </a:spcBef>
              <a:spcAft>
                <a:spcPts val="0"/>
              </a:spcAft>
              <a:buSzPts val="800"/>
              <a:buNone/>
              <a:defRPr sz="800"/>
            </a:lvl7pPr>
            <a:lvl8pPr lvl="7" algn="ctr">
              <a:spcBef>
                <a:spcPts val="0"/>
              </a:spcBef>
              <a:spcAft>
                <a:spcPts val="0"/>
              </a:spcAft>
              <a:buSzPts val="800"/>
              <a:buNone/>
              <a:defRPr sz="800"/>
            </a:lvl8pPr>
            <a:lvl9pPr lvl="8" algn="ctr">
              <a:spcBef>
                <a:spcPts val="0"/>
              </a:spcBef>
              <a:spcAft>
                <a:spcPts val="0"/>
              </a:spcAft>
              <a:buSzPts val="800"/>
              <a:buNone/>
              <a:defRPr sz="800"/>
            </a:lvl9pPr>
          </a:lstStyle>
          <a:p>
            <a:endParaRPr/>
          </a:p>
        </p:txBody>
      </p:sp>
      <p:sp>
        <p:nvSpPr>
          <p:cNvPr id="213" name="Google Shape;213;p20"/>
          <p:cNvSpPr>
            <a:spLocks noGrp="1"/>
          </p:cNvSpPr>
          <p:nvPr>
            <p:ph type="pic" idx="7"/>
          </p:nvPr>
        </p:nvSpPr>
        <p:spPr>
          <a:xfrm>
            <a:off x="2561025" y="389125"/>
            <a:ext cx="1957500" cy="2025300"/>
          </a:xfrm>
          <a:prstGeom prst="roundRect">
            <a:avLst>
              <a:gd name="adj" fmla="val 7835"/>
            </a:avLst>
          </a:prstGeom>
          <a:noFill/>
          <a:ln>
            <a:noFill/>
          </a:ln>
        </p:spPr>
      </p:sp>
      <p:sp>
        <p:nvSpPr>
          <p:cNvPr id="214" name="Google Shape;214;p20"/>
          <p:cNvSpPr txBox="1">
            <a:spLocks noGrp="1"/>
          </p:cNvSpPr>
          <p:nvPr>
            <p:ph type="subTitle" idx="8"/>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215" name="Google Shape;215;p20"/>
          <p:cNvSpPr txBox="1">
            <a:spLocks noGrp="1"/>
          </p:cNvSpPr>
          <p:nvPr>
            <p:ph type="subTitle" idx="9"/>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ix big ideas">
  <p:cSld name="CUSTOM_7">
    <p:spTree>
      <p:nvGrpSpPr>
        <p:cNvPr id="1" name="Shape 216"/>
        <p:cNvGrpSpPr/>
        <p:nvPr/>
      </p:nvGrpSpPr>
      <p:grpSpPr>
        <a:xfrm>
          <a:off x="0" y="0"/>
          <a:ext cx="0" cy="0"/>
          <a:chOff x="0" y="0"/>
          <a:chExt cx="0" cy="0"/>
        </a:xfrm>
      </p:grpSpPr>
      <p:sp>
        <p:nvSpPr>
          <p:cNvPr id="217" name="Google Shape;217;p21"/>
          <p:cNvSpPr txBox="1">
            <a:spLocks noGrp="1"/>
          </p:cNvSpPr>
          <p:nvPr>
            <p:ph type="body" idx="1"/>
          </p:nvPr>
        </p:nvSpPr>
        <p:spPr>
          <a:xfrm>
            <a:off x="284775" y="1727100"/>
            <a:ext cx="2787300" cy="1677900"/>
          </a:xfrm>
          <a:prstGeom prst="rect">
            <a:avLst/>
          </a:prstGeom>
        </p:spPr>
        <p:txBody>
          <a:bodyPr spcFirstLastPara="1" wrap="square" lIns="164575" tIns="0" rIns="182875" bIns="182875" anchor="b"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18" name="Google Shape;218;p21"/>
          <p:cNvSpPr txBox="1">
            <a:spLocks noGrp="1"/>
          </p:cNvSpPr>
          <p:nvPr>
            <p:ph type="title"/>
          </p:nvPr>
        </p:nvSpPr>
        <p:spPr>
          <a:xfrm>
            <a:off x="284775" y="282900"/>
            <a:ext cx="3512100" cy="9963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19" name="Google Shape;219;p21"/>
          <p:cNvSpPr txBox="1">
            <a:spLocks noGrp="1"/>
          </p:cNvSpPr>
          <p:nvPr>
            <p:ph type="title" idx="2"/>
          </p:nvPr>
        </p:nvSpPr>
        <p:spPr>
          <a:xfrm>
            <a:off x="3178325" y="1279200"/>
            <a:ext cx="27873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20" name="Google Shape;220;p21"/>
          <p:cNvSpPr txBox="1">
            <a:spLocks noGrp="1"/>
          </p:cNvSpPr>
          <p:nvPr>
            <p:ph type="title" idx="3"/>
          </p:nvPr>
        </p:nvSpPr>
        <p:spPr>
          <a:xfrm>
            <a:off x="3178325" y="3007800"/>
            <a:ext cx="27873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lvl2pPr>
            <a:lvl3pPr lvl="2">
              <a:lnSpc>
                <a:spcPct val="115000"/>
              </a:lnSpc>
              <a:spcBef>
                <a:spcPts val="0"/>
              </a:spcBef>
              <a:spcAft>
                <a:spcPts val="0"/>
              </a:spcAft>
              <a:buNone/>
              <a:defRPr sz="1200" b="1"/>
            </a:lvl3pPr>
            <a:lvl4pPr lvl="3">
              <a:lnSpc>
                <a:spcPct val="115000"/>
              </a:lnSpc>
              <a:spcBef>
                <a:spcPts val="0"/>
              </a:spcBef>
              <a:spcAft>
                <a:spcPts val="0"/>
              </a:spcAft>
              <a:buNone/>
              <a:defRPr sz="1200" b="1"/>
            </a:lvl4pPr>
            <a:lvl5pPr lvl="4">
              <a:lnSpc>
                <a:spcPct val="115000"/>
              </a:lnSpc>
              <a:spcBef>
                <a:spcPts val="0"/>
              </a:spcBef>
              <a:spcAft>
                <a:spcPts val="0"/>
              </a:spcAft>
              <a:buNone/>
              <a:defRPr sz="1200" b="1"/>
            </a:lvl5pPr>
            <a:lvl6pPr lvl="5">
              <a:lnSpc>
                <a:spcPct val="115000"/>
              </a:lnSpc>
              <a:spcBef>
                <a:spcPts val="0"/>
              </a:spcBef>
              <a:spcAft>
                <a:spcPts val="0"/>
              </a:spcAft>
              <a:buNone/>
              <a:defRPr sz="1200" b="1"/>
            </a:lvl6pPr>
            <a:lvl7pPr lvl="6">
              <a:lnSpc>
                <a:spcPct val="115000"/>
              </a:lnSpc>
              <a:spcBef>
                <a:spcPts val="0"/>
              </a:spcBef>
              <a:spcAft>
                <a:spcPts val="0"/>
              </a:spcAft>
              <a:buNone/>
              <a:defRPr sz="1200" b="1"/>
            </a:lvl7pPr>
            <a:lvl8pPr lvl="7">
              <a:lnSpc>
                <a:spcPct val="115000"/>
              </a:lnSpc>
              <a:spcBef>
                <a:spcPts val="0"/>
              </a:spcBef>
              <a:spcAft>
                <a:spcPts val="0"/>
              </a:spcAft>
              <a:buNone/>
              <a:defRPr sz="1200" b="1"/>
            </a:lvl8pPr>
            <a:lvl9pPr lvl="8">
              <a:lnSpc>
                <a:spcPct val="115000"/>
              </a:lnSpc>
              <a:spcBef>
                <a:spcPts val="0"/>
              </a:spcBef>
              <a:spcAft>
                <a:spcPts val="0"/>
              </a:spcAft>
              <a:buNone/>
              <a:defRPr sz="1200" b="1"/>
            </a:lvl9pPr>
          </a:lstStyle>
          <a:p>
            <a:endParaRPr/>
          </a:p>
        </p:txBody>
      </p:sp>
      <p:sp>
        <p:nvSpPr>
          <p:cNvPr id="221" name="Google Shape;221;p21"/>
          <p:cNvSpPr txBox="1">
            <a:spLocks noGrp="1"/>
          </p:cNvSpPr>
          <p:nvPr>
            <p:ph type="title" idx="4"/>
          </p:nvPr>
        </p:nvSpPr>
        <p:spPr>
          <a:xfrm>
            <a:off x="6071875" y="1279200"/>
            <a:ext cx="27873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22" name="Google Shape;222;p21"/>
          <p:cNvSpPr txBox="1">
            <a:spLocks noGrp="1"/>
          </p:cNvSpPr>
          <p:nvPr>
            <p:ph type="title" idx="5"/>
          </p:nvPr>
        </p:nvSpPr>
        <p:spPr>
          <a:xfrm>
            <a:off x="6071875" y="3007800"/>
            <a:ext cx="27873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23" name="Google Shape;223;p21"/>
          <p:cNvSpPr txBox="1">
            <a:spLocks noGrp="1"/>
          </p:cNvSpPr>
          <p:nvPr>
            <p:ph type="title" idx="6"/>
          </p:nvPr>
        </p:nvSpPr>
        <p:spPr>
          <a:xfrm>
            <a:off x="284775" y="3511650"/>
            <a:ext cx="27873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lvl2pPr>
            <a:lvl3pPr lvl="2">
              <a:lnSpc>
                <a:spcPct val="115000"/>
              </a:lnSpc>
              <a:spcBef>
                <a:spcPts val="0"/>
              </a:spcBef>
              <a:spcAft>
                <a:spcPts val="0"/>
              </a:spcAft>
              <a:buNone/>
              <a:defRPr sz="1200" b="1"/>
            </a:lvl3pPr>
            <a:lvl4pPr lvl="3">
              <a:lnSpc>
                <a:spcPct val="115000"/>
              </a:lnSpc>
              <a:spcBef>
                <a:spcPts val="0"/>
              </a:spcBef>
              <a:spcAft>
                <a:spcPts val="0"/>
              </a:spcAft>
              <a:buNone/>
              <a:defRPr sz="1200" b="1"/>
            </a:lvl4pPr>
            <a:lvl5pPr lvl="4">
              <a:lnSpc>
                <a:spcPct val="115000"/>
              </a:lnSpc>
              <a:spcBef>
                <a:spcPts val="0"/>
              </a:spcBef>
              <a:spcAft>
                <a:spcPts val="0"/>
              </a:spcAft>
              <a:buNone/>
              <a:defRPr sz="1200" b="1"/>
            </a:lvl5pPr>
            <a:lvl6pPr lvl="5">
              <a:lnSpc>
                <a:spcPct val="115000"/>
              </a:lnSpc>
              <a:spcBef>
                <a:spcPts val="0"/>
              </a:spcBef>
              <a:spcAft>
                <a:spcPts val="0"/>
              </a:spcAft>
              <a:buNone/>
              <a:defRPr sz="1200" b="1"/>
            </a:lvl6pPr>
            <a:lvl7pPr lvl="6">
              <a:lnSpc>
                <a:spcPct val="115000"/>
              </a:lnSpc>
              <a:spcBef>
                <a:spcPts val="0"/>
              </a:spcBef>
              <a:spcAft>
                <a:spcPts val="0"/>
              </a:spcAft>
              <a:buNone/>
              <a:defRPr sz="1200" b="1"/>
            </a:lvl7pPr>
            <a:lvl8pPr lvl="7">
              <a:lnSpc>
                <a:spcPct val="115000"/>
              </a:lnSpc>
              <a:spcBef>
                <a:spcPts val="0"/>
              </a:spcBef>
              <a:spcAft>
                <a:spcPts val="0"/>
              </a:spcAft>
              <a:buNone/>
              <a:defRPr sz="1200" b="1"/>
            </a:lvl8pPr>
            <a:lvl9pPr lvl="8">
              <a:lnSpc>
                <a:spcPct val="115000"/>
              </a:lnSpc>
              <a:spcBef>
                <a:spcPts val="0"/>
              </a:spcBef>
              <a:spcAft>
                <a:spcPts val="0"/>
              </a:spcAft>
              <a:buNone/>
              <a:defRPr sz="1200" b="1"/>
            </a:lvl9pPr>
          </a:lstStyle>
          <a:p>
            <a:endParaRPr/>
          </a:p>
        </p:txBody>
      </p:sp>
      <p:sp>
        <p:nvSpPr>
          <p:cNvPr id="224" name="Google Shape;224;p21"/>
          <p:cNvSpPr txBox="1">
            <a:spLocks noGrp="1"/>
          </p:cNvSpPr>
          <p:nvPr>
            <p:ph type="subTitle" idx="7"/>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225" name="Google Shape;225;p21"/>
          <p:cNvSpPr txBox="1">
            <a:spLocks noGrp="1"/>
          </p:cNvSpPr>
          <p:nvPr>
            <p:ph type="subTitle" idx="8"/>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ix big ideas - Alt 1">
  <p:cSld name="CUSTOM_8">
    <p:spTree>
      <p:nvGrpSpPr>
        <p:cNvPr id="1" name="Shape 226"/>
        <p:cNvGrpSpPr/>
        <p:nvPr/>
      </p:nvGrpSpPr>
      <p:grpSpPr>
        <a:xfrm>
          <a:off x="0" y="0"/>
          <a:ext cx="0" cy="0"/>
          <a:chOff x="0" y="0"/>
          <a:chExt cx="0" cy="0"/>
        </a:xfrm>
      </p:grpSpPr>
      <p:sp>
        <p:nvSpPr>
          <p:cNvPr id="227" name="Google Shape;227;p22"/>
          <p:cNvSpPr txBox="1">
            <a:spLocks noGrp="1"/>
          </p:cNvSpPr>
          <p:nvPr>
            <p:ph type="body" idx="1"/>
          </p:nvPr>
        </p:nvSpPr>
        <p:spPr>
          <a:xfrm>
            <a:off x="1731400" y="1357250"/>
            <a:ext cx="2064000" cy="1677900"/>
          </a:xfrm>
          <a:prstGeom prst="rect">
            <a:avLst/>
          </a:prstGeom>
        </p:spPr>
        <p:txBody>
          <a:bodyPr spcFirstLastPara="1" wrap="square" lIns="164575" tIns="0" rIns="182875" bIns="182875" anchor="b"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28" name="Google Shape;228;p22"/>
          <p:cNvSpPr txBox="1">
            <a:spLocks noGrp="1"/>
          </p:cNvSpPr>
          <p:nvPr>
            <p:ph type="subTitle" idx="2"/>
          </p:nvPr>
        </p:nvSpPr>
        <p:spPr>
          <a:xfrm>
            <a:off x="284798" y="282900"/>
            <a:ext cx="1207200" cy="368100"/>
          </a:xfrm>
          <a:prstGeom prst="rect">
            <a:avLst/>
          </a:prstGeom>
        </p:spPr>
        <p:txBody>
          <a:bodyPr spcFirstLastPara="1" wrap="square" lIns="0" tIns="0" rIns="0" bIns="0" anchor="ctr" anchorCtr="0">
            <a:noAutofit/>
          </a:bodyPr>
          <a:lstStyle>
            <a:lvl1pPr lvl="0" algn="ctr">
              <a:lnSpc>
                <a:spcPct val="115000"/>
              </a:lnSpc>
              <a:spcBef>
                <a:spcPts val="0"/>
              </a:spcBef>
              <a:spcAft>
                <a:spcPts val="0"/>
              </a:spcAft>
              <a:buNone/>
              <a:defRPr sz="800"/>
            </a:lvl1pPr>
            <a:lvl2pPr lvl="1" algn="ctr">
              <a:spcBef>
                <a:spcPts val="0"/>
              </a:spcBef>
              <a:spcAft>
                <a:spcPts val="0"/>
              </a:spcAft>
              <a:buClr>
                <a:schemeClr val="lt1"/>
              </a:buClr>
              <a:buSzPts val="800"/>
              <a:buNone/>
              <a:defRPr sz="800"/>
            </a:lvl2pPr>
            <a:lvl3pPr lvl="2" algn="ctr">
              <a:spcBef>
                <a:spcPts val="0"/>
              </a:spcBef>
              <a:spcAft>
                <a:spcPts val="0"/>
              </a:spcAft>
              <a:buClr>
                <a:schemeClr val="lt1"/>
              </a:buClr>
              <a:buSzPts val="800"/>
              <a:buNone/>
              <a:defRPr sz="800"/>
            </a:lvl3pPr>
            <a:lvl4pPr lvl="3" algn="ctr">
              <a:spcBef>
                <a:spcPts val="0"/>
              </a:spcBef>
              <a:spcAft>
                <a:spcPts val="0"/>
              </a:spcAft>
              <a:buClr>
                <a:schemeClr val="lt1"/>
              </a:buClr>
              <a:buSzPts val="800"/>
              <a:buNone/>
              <a:defRPr sz="800"/>
            </a:lvl4pPr>
            <a:lvl5pPr lvl="4" algn="ctr">
              <a:spcBef>
                <a:spcPts val="0"/>
              </a:spcBef>
              <a:spcAft>
                <a:spcPts val="0"/>
              </a:spcAft>
              <a:buClr>
                <a:schemeClr val="lt1"/>
              </a:buClr>
              <a:buSzPts val="800"/>
              <a:buNone/>
              <a:defRPr sz="800"/>
            </a:lvl5pPr>
            <a:lvl6pPr lvl="5" algn="ctr">
              <a:spcBef>
                <a:spcPts val="0"/>
              </a:spcBef>
              <a:spcAft>
                <a:spcPts val="0"/>
              </a:spcAft>
              <a:buClr>
                <a:schemeClr val="lt1"/>
              </a:buClr>
              <a:buSzPts val="800"/>
              <a:buNone/>
              <a:defRPr sz="800"/>
            </a:lvl6pPr>
            <a:lvl7pPr lvl="6" algn="ctr">
              <a:spcBef>
                <a:spcPts val="0"/>
              </a:spcBef>
              <a:spcAft>
                <a:spcPts val="0"/>
              </a:spcAft>
              <a:buClr>
                <a:schemeClr val="lt1"/>
              </a:buClr>
              <a:buSzPts val="800"/>
              <a:buNone/>
              <a:defRPr sz="800"/>
            </a:lvl7pPr>
            <a:lvl8pPr lvl="7" algn="ctr">
              <a:spcBef>
                <a:spcPts val="0"/>
              </a:spcBef>
              <a:spcAft>
                <a:spcPts val="0"/>
              </a:spcAft>
              <a:buClr>
                <a:schemeClr val="lt1"/>
              </a:buClr>
              <a:buSzPts val="800"/>
              <a:buNone/>
              <a:defRPr sz="800"/>
            </a:lvl8pPr>
            <a:lvl9pPr lvl="8" algn="ctr">
              <a:spcBef>
                <a:spcPts val="0"/>
              </a:spcBef>
              <a:spcAft>
                <a:spcPts val="0"/>
              </a:spcAft>
              <a:buClr>
                <a:schemeClr val="lt1"/>
              </a:buClr>
              <a:buSzPts val="800"/>
              <a:buNone/>
              <a:defRPr sz="800"/>
            </a:lvl9pPr>
          </a:lstStyle>
          <a:p>
            <a:endParaRPr/>
          </a:p>
        </p:txBody>
      </p:sp>
      <p:sp>
        <p:nvSpPr>
          <p:cNvPr id="229" name="Google Shape;229;p22"/>
          <p:cNvSpPr txBox="1">
            <a:spLocks noGrp="1"/>
          </p:cNvSpPr>
          <p:nvPr>
            <p:ph type="title"/>
          </p:nvPr>
        </p:nvSpPr>
        <p:spPr>
          <a:xfrm>
            <a:off x="3901625" y="389475"/>
            <a:ext cx="27873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30" name="Google Shape;230;p22"/>
          <p:cNvSpPr txBox="1">
            <a:spLocks noGrp="1"/>
          </p:cNvSpPr>
          <p:nvPr>
            <p:ph type="title" idx="3"/>
          </p:nvPr>
        </p:nvSpPr>
        <p:spPr>
          <a:xfrm>
            <a:off x="3901625" y="2625650"/>
            <a:ext cx="35106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31" name="Google Shape;231;p22"/>
          <p:cNvSpPr txBox="1">
            <a:spLocks noGrp="1"/>
          </p:cNvSpPr>
          <p:nvPr>
            <p:ph type="title" idx="4"/>
          </p:nvPr>
        </p:nvSpPr>
        <p:spPr>
          <a:xfrm>
            <a:off x="1731400" y="3144025"/>
            <a:ext cx="20640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32" name="Google Shape;232;p22"/>
          <p:cNvSpPr txBox="1">
            <a:spLocks noGrp="1"/>
          </p:cNvSpPr>
          <p:nvPr>
            <p:ph type="title" idx="5"/>
          </p:nvPr>
        </p:nvSpPr>
        <p:spPr>
          <a:xfrm>
            <a:off x="6795150" y="389475"/>
            <a:ext cx="20640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33" name="Google Shape;233;p22"/>
          <p:cNvSpPr txBox="1">
            <a:spLocks noGrp="1"/>
          </p:cNvSpPr>
          <p:nvPr>
            <p:ph type="title" idx="6"/>
          </p:nvPr>
        </p:nvSpPr>
        <p:spPr>
          <a:xfrm>
            <a:off x="7518450" y="2625650"/>
            <a:ext cx="13407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200">
                <a:solidFill>
                  <a:schemeClr val="lt2"/>
                </a:solidFill>
                <a:latin typeface="Outfit SemiBold"/>
                <a:ea typeface="Outfit SemiBold"/>
                <a:cs typeface="Outfit SemiBold"/>
                <a:sym typeface="Outfit SemiBold"/>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34" name="Google Shape;234;p22"/>
          <p:cNvSpPr txBox="1">
            <a:spLocks noGrp="1"/>
          </p:cNvSpPr>
          <p:nvPr>
            <p:ph type="subTitle" idx="7"/>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235" name="Google Shape;235;p22"/>
          <p:cNvSpPr txBox="1">
            <a:spLocks noGrp="1"/>
          </p:cNvSpPr>
          <p:nvPr>
            <p:ph type="subTitle" idx="8"/>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wo storyboards - Alt 2">
  <p:cSld name="BLANK_1_1_1_1_1_1_1_1_1_1_1_1_1_1_1_1_1_3">
    <p:spTree>
      <p:nvGrpSpPr>
        <p:cNvPr id="1" name="Shape 236"/>
        <p:cNvGrpSpPr/>
        <p:nvPr/>
      </p:nvGrpSpPr>
      <p:grpSpPr>
        <a:xfrm>
          <a:off x="0" y="0"/>
          <a:ext cx="0" cy="0"/>
          <a:chOff x="0" y="0"/>
          <a:chExt cx="0" cy="0"/>
        </a:xfrm>
      </p:grpSpPr>
      <p:sp>
        <p:nvSpPr>
          <p:cNvPr id="237" name="Google Shape;237;p23"/>
          <p:cNvSpPr txBox="1">
            <a:spLocks noGrp="1"/>
          </p:cNvSpPr>
          <p:nvPr>
            <p:ph type="body" idx="1"/>
          </p:nvPr>
        </p:nvSpPr>
        <p:spPr>
          <a:xfrm>
            <a:off x="1883800" y="2695375"/>
            <a:ext cx="1564500" cy="1273500"/>
          </a:xfrm>
          <a:prstGeom prst="rect">
            <a:avLst/>
          </a:prstGeom>
        </p:spPr>
        <p:txBody>
          <a:bodyPr spcFirstLastPara="1" wrap="square" lIns="0" tIns="0" rIns="0" bIns="0" anchor="t" anchorCtr="0">
            <a:noAutofit/>
          </a:bodyPr>
          <a:lstStyle>
            <a:lvl1pPr marL="457200" lvl="0" indent="-285750">
              <a:spcBef>
                <a:spcPts val="0"/>
              </a:spcBef>
              <a:spcAft>
                <a:spcPts val="0"/>
              </a:spcAft>
              <a:buSzPts val="900"/>
              <a:buChar char="●"/>
              <a:defRPr sz="900"/>
            </a:lvl1pPr>
            <a:lvl2pPr marL="914400" lvl="1" indent="-285750">
              <a:spcBef>
                <a:spcPts val="0"/>
              </a:spcBef>
              <a:spcAft>
                <a:spcPts val="0"/>
              </a:spcAft>
              <a:buSzPts val="900"/>
              <a:buChar char="○"/>
              <a:defRPr sz="900"/>
            </a:lvl2pPr>
            <a:lvl3pPr marL="1371600" lvl="2" indent="-285750">
              <a:spcBef>
                <a:spcPts val="0"/>
              </a:spcBef>
              <a:spcAft>
                <a:spcPts val="0"/>
              </a:spcAft>
              <a:buSzPts val="900"/>
              <a:buChar char="■"/>
              <a:defRPr sz="900"/>
            </a:lvl3pPr>
            <a:lvl4pPr marL="1828800" lvl="3" indent="-285750">
              <a:spcBef>
                <a:spcPts val="0"/>
              </a:spcBef>
              <a:spcAft>
                <a:spcPts val="0"/>
              </a:spcAft>
              <a:buSzPts val="900"/>
              <a:buChar char="●"/>
              <a:defRPr sz="900"/>
            </a:lvl4pPr>
            <a:lvl5pPr marL="2286000" lvl="4" indent="-285750">
              <a:spcBef>
                <a:spcPts val="0"/>
              </a:spcBef>
              <a:spcAft>
                <a:spcPts val="0"/>
              </a:spcAft>
              <a:buSzPts val="900"/>
              <a:buChar char="○"/>
              <a:defRPr sz="900"/>
            </a:lvl5pPr>
            <a:lvl6pPr marL="2743200" lvl="5" indent="-285750">
              <a:spcBef>
                <a:spcPts val="0"/>
              </a:spcBef>
              <a:spcAft>
                <a:spcPts val="0"/>
              </a:spcAft>
              <a:buSzPts val="900"/>
              <a:buChar char="■"/>
              <a:defRPr sz="900"/>
            </a:lvl6pPr>
            <a:lvl7pPr marL="3200400" lvl="6" indent="-285750">
              <a:spcBef>
                <a:spcPts val="0"/>
              </a:spcBef>
              <a:spcAft>
                <a:spcPts val="0"/>
              </a:spcAft>
              <a:buSzPts val="900"/>
              <a:buChar char="●"/>
              <a:defRPr sz="900"/>
            </a:lvl7pPr>
            <a:lvl8pPr marL="3657600" lvl="7" indent="-285750">
              <a:spcBef>
                <a:spcPts val="0"/>
              </a:spcBef>
              <a:spcAft>
                <a:spcPts val="0"/>
              </a:spcAft>
              <a:buSzPts val="900"/>
              <a:buChar char="○"/>
              <a:defRPr sz="900"/>
            </a:lvl8pPr>
            <a:lvl9pPr marL="4114800" lvl="8" indent="-285750">
              <a:spcBef>
                <a:spcPts val="0"/>
              </a:spcBef>
              <a:spcAft>
                <a:spcPts val="0"/>
              </a:spcAft>
              <a:buSzPts val="900"/>
              <a:buChar char="■"/>
              <a:defRPr sz="900"/>
            </a:lvl9pPr>
          </a:lstStyle>
          <a:p>
            <a:endParaRPr/>
          </a:p>
        </p:txBody>
      </p:sp>
      <p:sp>
        <p:nvSpPr>
          <p:cNvPr id="238" name="Google Shape;238;p23"/>
          <p:cNvSpPr txBox="1">
            <a:spLocks noGrp="1"/>
          </p:cNvSpPr>
          <p:nvPr>
            <p:ph type="body" idx="2"/>
          </p:nvPr>
        </p:nvSpPr>
        <p:spPr>
          <a:xfrm>
            <a:off x="3571625" y="2695375"/>
            <a:ext cx="1564500" cy="1273500"/>
          </a:xfrm>
          <a:prstGeom prst="rect">
            <a:avLst/>
          </a:prstGeom>
        </p:spPr>
        <p:txBody>
          <a:bodyPr spcFirstLastPara="1" wrap="square" lIns="0" tIns="0" rIns="91425" bIns="0" anchor="t" anchorCtr="0">
            <a:noAutofit/>
          </a:bodyPr>
          <a:lstStyle>
            <a:lvl1pPr marL="457200" lvl="0" indent="-285750">
              <a:spcBef>
                <a:spcPts val="0"/>
              </a:spcBef>
              <a:spcAft>
                <a:spcPts val="0"/>
              </a:spcAft>
              <a:buSzPts val="900"/>
              <a:buChar char="●"/>
              <a:defRPr sz="900"/>
            </a:lvl1pPr>
            <a:lvl2pPr marL="914400" lvl="1" indent="-285750">
              <a:spcBef>
                <a:spcPts val="0"/>
              </a:spcBef>
              <a:spcAft>
                <a:spcPts val="0"/>
              </a:spcAft>
              <a:buSzPts val="900"/>
              <a:buChar char="○"/>
              <a:defRPr sz="900"/>
            </a:lvl2pPr>
            <a:lvl3pPr marL="1371600" lvl="2" indent="-285750">
              <a:spcBef>
                <a:spcPts val="0"/>
              </a:spcBef>
              <a:spcAft>
                <a:spcPts val="0"/>
              </a:spcAft>
              <a:buSzPts val="900"/>
              <a:buChar char="■"/>
              <a:defRPr sz="900"/>
            </a:lvl3pPr>
            <a:lvl4pPr marL="1828800" lvl="3" indent="-285750">
              <a:spcBef>
                <a:spcPts val="0"/>
              </a:spcBef>
              <a:spcAft>
                <a:spcPts val="0"/>
              </a:spcAft>
              <a:buSzPts val="900"/>
              <a:buChar char="●"/>
              <a:defRPr sz="900"/>
            </a:lvl4pPr>
            <a:lvl5pPr marL="2286000" lvl="4" indent="-285750">
              <a:spcBef>
                <a:spcPts val="0"/>
              </a:spcBef>
              <a:spcAft>
                <a:spcPts val="0"/>
              </a:spcAft>
              <a:buSzPts val="900"/>
              <a:buChar char="○"/>
              <a:defRPr sz="900"/>
            </a:lvl5pPr>
            <a:lvl6pPr marL="2743200" lvl="5" indent="-285750">
              <a:spcBef>
                <a:spcPts val="0"/>
              </a:spcBef>
              <a:spcAft>
                <a:spcPts val="0"/>
              </a:spcAft>
              <a:buSzPts val="900"/>
              <a:buChar char="■"/>
              <a:defRPr sz="900"/>
            </a:lvl6pPr>
            <a:lvl7pPr marL="3200400" lvl="6" indent="-285750">
              <a:spcBef>
                <a:spcPts val="0"/>
              </a:spcBef>
              <a:spcAft>
                <a:spcPts val="0"/>
              </a:spcAft>
              <a:buSzPts val="900"/>
              <a:buChar char="●"/>
              <a:defRPr sz="900"/>
            </a:lvl7pPr>
            <a:lvl8pPr marL="3657600" lvl="7" indent="-285750">
              <a:spcBef>
                <a:spcPts val="0"/>
              </a:spcBef>
              <a:spcAft>
                <a:spcPts val="0"/>
              </a:spcAft>
              <a:buSzPts val="900"/>
              <a:buChar char="○"/>
              <a:defRPr sz="900"/>
            </a:lvl8pPr>
            <a:lvl9pPr marL="4114800" lvl="8" indent="-285750">
              <a:spcBef>
                <a:spcPts val="0"/>
              </a:spcBef>
              <a:spcAft>
                <a:spcPts val="0"/>
              </a:spcAft>
              <a:buSzPts val="900"/>
              <a:buChar char="■"/>
              <a:defRPr sz="900"/>
            </a:lvl9pPr>
          </a:lstStyle>
          <a:p>
            <a:endParaRPr/>
          </a:p>
        </p:txBody>
      </p:sp>
      <p:sp>
        <p:nvSpPr>
          <p:cNvPr id="239" name="Google Shape;239;p23"/>
          <p:cNvSpPr txBox="1">
            <a:spLocks noGrp="1"/>
          </p:cNvSpPr>
          <p:nvPr>
            <p:ph type="body" idx="3"/>
          </p:nvPr>
        </p:nvSpPr>
        <p:spPr>
          <a:xfrm>
            <a:off x="5500650" y="2695375"/>
            <a:ext cx="1564500" cy="1273500"/>
          </a:xfrm>
          <a:prstGeom prst="rect">
            <a:avLst/>
          </a:prstGeom>
        </p:spPr>
        <p:txBody>
          <a:bodyPr spcFirstLastPara="1" wrap="square" lIns="0" tIns="0" rIns="0" bIns="0" anchor="t" anchorCtr="0">
            <a:noAutofit/>
          </a:bodyPr>
          <a:lstStyle>
            <a:lvl1pPr marL="457200" lvl="0" indent="-285750">
              <a:spcBef>
                <a:spcPts val="0"/>
              </a:spcBef>
              <a:spcAft>
                <a:spcPts val="0"/>
              </a:spcAft>
              <a:buSzPts val="900"/>
              <a:buChar char="●"/>
              <a:defRPr sz="900"/>
            </a:lvl1pPr>
            <a:lvl2pPr marL="914400" lvl="1" indent="-285750">
              <a:spcBef>
                <a:spcPts val="0"/>
              </a:spcBef>
              <a:spcAft>
                <a:spcPts val="0"/>
              </a:spcAft>
              <a:buSzPts val="900"/>
              <a:buChar char="○"/>
              <a:defRPr sz="900"/>
            </a:lvl2pPr>
            <a:lvl3pPr marL="1371600" lvl="2" indent="-285750">
              <a:spcBef>
                <a:spcPts val="0"/>
              </a:spcBef>
              <a:spcAft>
                <a:spcPts val="0"/>
              </a:spcAft>
              <a:buSzPts val="900"/>
              <a:buChar char="■"/>
              <a:defRPr sz="900"/>
            </a:lvl3pPr>
            <a:lvl4pPr marL="1828800" lvl="3" indent="-285750">
              <a:spcBef>
                <a:spcPts val="0"/>
              </a:spcBef>
              <a:spcAft>
                <a:spcPts val="0"/>
              </a:spcAft>
              <a:buSzPts val="900"/>
              <a:buChar char="●"/>
              <a:defRPr sz="900"/>
            </a:lvl4pPr>
            <a:lvl5pPr marL="2286000" lvl="4" indent="-285750">
              <a:spcBef>
                <a:spcPts val="0"/>
              </a:spcBef>
              <a:spcAft>
                <a:spcPts val="0"/>
              </a:spcAft>
              <a:buSzPts val="900"/>
              <a:buChar char="○"/>
              <a:defRPr sz="900"/>
            </a:lvl5pPr>
            <a:lvl6pPr marL="2743200" lvl="5" indent="-285750">
              <a:spcBef>
                <a:spcPts val="0"/>
              </a:spcBef>
              <a:spcAft>
                <a:spcPts val="0"/>
              </a:spcAft>
              <a:buSzPts val="900"/>
              <a:buChar char="■"/>
              <a:defRPr sz="900"/>
            </a:lvl6pPr>
            <a:lvl7pPr marL="3200400" lvl="6" indent="-285750">
              <a:spcBef>
                <a:spcPts val="0"/>
              </a:spcBef>
              <a:spcAft>
                <a:spcPts val="0"/>
              </a:spcAft>
              <a:buSzPts val="900"/>
              <a:buChar char="●"/>
              <a:defRPr sz="900"/>
            </a:lvl7pPr>
            <a:lvl8pPr marL="3657600" lvl="7" indent="-285750">
              <a:spcBef>
                <a:spcPts val="0"/>
              </a:spcBef>
              <a:spcAft>
                <a:spcPts val="0"/>
              </a:spcAft>
              <a:buSzPts val="900"/>
              <a:buChar char="○"/>
              <a:defRPr sz="900"/>
            </a:lvl8pPr>
            <a:lvl9pPr marL="4114800" lvl="8" indent="-285750">
              <a:spcBef>
                <a:spcPts val="0"/>
              </a:spcBef>
              <a:spcAft>
                <a:spcPts val="0"/>
              </a:spcAft>
              <a:buSzPts val="900"/>
              <a:buChar char="■"/>
              <a:defRPr sz="900"/>
            </a:lvl9pPr>
          </a:lstStyle>
          <a:p>
            <a:endParaRPr/>
          </a:p>
        </p:txBody>
      </p:sp>
      <p:sp>
        <p:nvSpPr>
          <p:cNvPr id="240" name="Google Shape;240;p23"/>
          <p:cNvSpPr txBox="1">
            <a:spLocks noGrp="1"/>
          </p:cNvSpPr>
          <p:nvPr>
            <p:ph type="body" idx="4"/>
          </p:nvPr>
        </p:nvSpPr>
        <p:spPr>
          <a:xfrm>
            <a:off x="7188475" y="2695375"/>
            <a:ext cx="1564500" cy="1273500"/>
          </a:xfrm>
          <a:prstGeom prst="rect">
            <a:avLst/>
          </a:prstGeom>
        </p:spPr>
        <p:txBody>
          <a:bodyPr spcFirstLastPara="1" wrap="square" lIns="0" tIns="0" rIns="91425" bIns="0" anchor="t" anchorCtr="0">
            <a:noAutofit/>
          </a:bodyPr>
          <a:lstStyle>
            <a:lvl1pPr marL="457200" lvl="0" indent="-285750">
              <a:spcBef>
                <a:spcPts val="0"/>
              </a:spcBef>
              <a:spcAft>
                <a:spcPts val="0"/>
              </a:spcAft>
              <a:buSzPts val="900"/>
              <a:buChar char="●"/>
              <a:defRPr sz="900"/>
            </a:lvl1pPr>
            <a:lvl2pPr marL="914400" lvl="1" indent="-285750">
              <a:spcBef>
                <a:spcPts val="0"/>
              </a:spcBef>
              <a:spcAft>
                <a:spcPts val="0"/>
              </a:spcAft>
              <a:buSzPts val="900"/>
              <a:buChar char="○"/>
              <a:defRPr sz="900"/>
            </a:lvl2pPr>
            <a:lvl3pPr marL="1371600" lvl="2" indent="-285750">
              <a:spcBef>
                <a:spcPts val="0"/>
              </a:spcBef>
              <a:spcAft>
                <a:spcPts val="0"/>
              </a:spcAft>
              <a:buSzPts val="900"/>
              <a:buChar char="■"/>
              <a:defRPr sz="900"/>
            </a:lvl3pPr>
            <a:lvl4pPr marL="1828800" lvl="3" indent="-285750">
              <a:spcBef>
                <a:spcPts val="0"/>
              </a:spcBef>
              <a:spcAft>
                <a:spcPts val="0"/>
              </a:spcAft>
              <a:buSzPts val="900"/>
              <a:buChar char="●"/>
              <a:defRPr sz="900"/>
            </a:lvl4pPr>
            <a:lvl5pPr marL="2286000" lvl="4" indent="-285750">
              <a:spcBef>
                <a:spcPts val="0"/>
              </a:spcBef>
              <a:spcAft>
                <a:spcPts val="0"/>
              </a:spcAft>
              <a:buSzPts val="900"/>
              <a:buChar char="○"/>
              <a:defRPr sz="900"/>
            </a:lvl5pPr>
            <a:lvl6pPr marL="2743200" lvl="5" indent="-285750">
              <a:spcBef>
                <a:spcPts val="0"/>
              </a:spcBef>
              <a:spcAft>
                <a:spcPts val="0"/>
              </a:spcAft>
              <a:buSzPts val="900"/>
              <a:buChar char="■"/>
              <a:defRPr sz="900"/>
            </a:lvl6pPr>
            <a:lvl7pPr marL="3200400" lvl="6" indent="-285750">
              <a:spcBef>
                <a:spcPts val="0"/>
              </a:spcBef>
              <a:spcAft>
                <a:spcPts val="0"/>
              </a:spcAft>
              <a:buSzPts val="900"/>
              <a:buChar char="●"/>
              <a:defRPr sz="900"/>
            </a:lvl7pPr>
            <a:lvl8pPr marL="3657600" lvl="7" indent="-285750">
              <a:spcBef>
                <a:spcPts val="0"/>
              </a:spcBef>
              <a:spcAft>
                <a:spcPts val="0"/>
              </a:spcAft>
              <a:buSzPts val="900"/>
              <a:buChar char="○"/>
              <a:defRPr sz="900"/>
            </a:lvl8pPr>
            <a:lvl9pPr marL="4114800" lvl="8" indent="-285750">
              <a:spcBef>
                <a:spcPts val="0"/>
              </a:spcBef>
              <a:spcAft>
                <a:spcPts val="0"/>
              </a:spcAft>
              <a:buSzPts val="900"/>
              <a:buChar char="■"/>
              <a:defRPr sz="900"/>
            </a:lvl9pPr>
          </a:lstStyle>
          <a:p>
            <a:endParaRPr/>
          </a:p>
        </p:txBody>
      </p:sp>
      <p:sp>
        <p:nvSpPr>
          <p:cNvPr id="241" name="Google Shape;241;p23"/>
          <p:cNvSpPr txBox="1">
            <a:spLocks noGrp="1"/>
          </p:cNvSpPr>
          <p:nvPr>
            <p:ph type="subTitle" idx="5"/>
          </p:nvPr>
        </p:nvSpPr>
        <p:spPr>
          <a:xfrm>
            <a:off x="1883800" y="2406325"/>
            <a:ext cx="3207300" cy="1692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242" name="Google Shape;242;p23"/>
          <p:cNvSpPr>
            <a:spLocks noGrp="1"/>
          </p:cNvSpPr>
          <p:nvPr>
            <p:ph type="pic" idx="6"/>
          </p:nvPr>
        </p:nvSpPr>
        <p:spPr>
          <a:xfrm>
            <a:off x="1731400" y="967275"/>
            <a:ext cx="2064000" cy="1273500"/>
          </a:xfrm>
          <a:prstGeom prst="round2DiagRect">
            <a:avLst>
              <a:gd name="adj1" fmla="val 0"/>
              <a:gd name="adj2" fmla="val 16572"/>
            </a:avLst>
          </a:prstGeom>
          <a:noFill/>
          <a:ln>
            <a:noFill/>
          </a:ln>
        </p:spPr>
      </p:sp>
      <p:sp>
        <p:nvSpPr>
          <p:cNvPr id="243" name="Google Shape;243;p23"/>
          <p:cNvSpPr>
            <a:spLocks noGrp="1"/>
          </p:cNvSpPr>
          <p:nvPr>
            <p:ph type="pic" idx="7"/>
          </p:nvPr>
        </p:nvSpPr>
        <p:spPr>
          <a:xfrm>
            <a:off x="5348325" y="967275"/>
            <a:ext cx="2064000" cy="1273500"/>
          </a:xfrm>
          <a:prstGeom prst="round2DiagRect">
            <a:avLst>
              <a:gd name="adj1" fmla="val 0"/>
              <a:gd name="adj2" fmla="val 16572"/>
            </a:avLst>
          </a:prstGeom>
          <a:noFill/>
          <a:ln>
            <a:noFill/>
          </a:ln>
        </p:spPr>
      </p:sp>
      <p:sp>
        <p:nvSpPr>
          <p:cNvPr id="244" name="Google Shape;244;p23"/>
          <p:cNvSpPr txBox="1">
            <a:spLocks noGrp="1"/>
          </p:cNvSpPr>
          <p:nvPr>
            <p:ph type="subTitle" idx="8"/>
          </p:nvPr>
        </p:nvSpPr>
        <p:spPr>
          <a:xfrm>
            <a:off x="5500650" y="2406325"/>
            <a:ext cx="3207300" cy="169200"/>
          </a:xfrm>
          <a:prstGeom prst="rect">
            <a:avLst/>
          </a:prstGeom>
        </p:spPr>
        <p:txBody>
          <a:bodyPr spcFirstLastPara="1" wrap="square" lIns="0" tIns="0" rIns="0" bIns="0" anchor="t" anchorCtr="0">
            <a:noAutofit/>
          </a:bodyPr>
          <a:lstStyle>
            <a:lvl1pPr lvl="0">
              <a:lnSpc>
                <a:spcPct val="90000"/>
              </a:lnSpc>
              <a:spcBef>
                <a:spcPts val="0"/>
              </a:spcBef>
              <a:spcAft>
                <a:spcPts val="0"/>
              </a:spcAft>
              <a:buClr>
                <a:schemeClr val="lt1"/>
              </a:buClr>
              <a:buSzPts val="1200"/>
              <a:buFont typeface="Outfit"/>
              <a:buNone/>
              <a:defRPr>
                <a:latin typeface="Outfit"/>
                <a:ea typeface="Outfit"/>
                <a:cs typeface="Outfit"/>
                <a:sym typeface="Outfit"/>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245" name="Google Shape;245;p23"/>
          <p:cNvSpPr txBox="1">
            <a:spLocks noGrp="1"/>
          </p:cNvSpPr>
          <p:nvPr>
            <p:ph type="title"/>
          </p:nvPr>
        </p:nvSpPr>
        <p:spPr>
          <a:xfrm>
            <a:off x="284775" y="282900"/>
            <a:ext cx="7851300" cy="476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46" name="Google Shape;246;p23"/>
          <p:cNvSpPr txBox="1">
            <a:spLocks noGrp="1"/>
          </p:cNvSpPr>
          <p:nvPr>
            <p:ph type="subTitle" idx="9"/>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247" name="Google Shape;247;p23"/>
          <p:cNvSpPr txBox="1">
            <a:spLocks noGrp="1"/>
          </p:cNvSpPr>
          <p:nvPr>
            <p:ph type="subTitle" idx="13"/>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Four storyboards">
  <p:cSld name="CUSTOM">
    <p:bg>
      <p:bgPr>
        <a:solidFill>
          <a:schemeClr val="lt2"/>
        </a:solidFill>
        <a:effectLst/>
      </p:bgPr>
    </p:bg>
    <p:spTree>
      <p:nvGrpSpPr>
        <p:cNvPr id="1" name="Shape 248"/>
        <p:cNvGrpSpPr/>
        <p:nvPr/>
      </p:nvGrpSpPr>
      <p:grpSpPr>
        <a:xfrm>
          <a:off x="0" y="0"/>
          <a:ext cx="0" cy="0"/>
          <a:chOff x="0" y="0"/>
          <a:chExt cx="0" cy="0"/>
        </a:xfrm>
      </p:grpSpPr>
      <p:sp>
        <p:nvSpPr>
          <p:cNvPr id="249" name="Google Shape;249;p24"/>
          <p:cNvSpPr txBox="1">
            <a:spLocks noGrp="1"/>
          </p:cNvSpPr>
          <p:nvPr>
            <p:ph type="subTitle" idx="1"/>
          </p:nvPr>
        </p:nvSpPr>
        <p:spPr>
          <a:xfrm>
            <a:off x="6794975" y="3103750"/>
            <a:ext cx="2064000" cy="530100"/>
          </a:xfrm>
          <a:prstGeom prst="rect">
            <a:avLst/>
          </a:prstGeom>
        </p:spPr>
        <p:txBody>
          <a:bodyPr spcFirstLastPara="1" wrap="square" lIns="182875" tIns="182875" rIns="182875" bIns="182875" anchor="t" anchorCtr="0">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a:endParaRPr/>
          </a:p>
        </p:txBody>
      </p:sp>
      <p:sp>
        <p:nvSpPr>
          <p:cNvPr id="250" name="Google Shape;250;p24"/>
          <p:cNvSpPr>
            <a:spLocks noGrp="1"/>
          </p:cNvSpPr>
          <p:nvPr>
            <p:ph type="pic" idx="2"/>
          </p:nvPr>
        </p:nvSpPr>
        <p:spPr>
          <a:xfrm>
            <a:off x="2455025" y="1980250"/>
            <a:ext cx="2064000" cy="1122300"/>
          </a:xfrm>
          <a:prstGeom prst="round2SameRect">
            <a:avLst>
              <a:gd name="adj1" fmla="val 16667"/>
              <a:gd name="adj2" fmla="val 0"/>
            </a:avLst>
          </a:prstGeom>
          <a:noFill/>
          <a:ln>
            <a:noFill/>
          </a:ln>
        </p:spPr>
      </p:sp>
      <p:sp>
        <p:nvSpPr>
          <p:cNvPr id="251" name="Google Shape;251;p24"/>
          <p:cNvSpPr txBox="1">
            <a:spLocks noGrp="1"/>
          </p:cNvSpPr>
          <p:nvPr>
            <p:ph type="subTitle" idx="3"/>
          </p:nvPr>
        </p:nvSpPr>
        <p:spPr>
          <a:xfrm>
            <a:off x="2455025" y="3103750"/>
            <a:ext cx="2064000" cy="530100"/>
          </a:xfrm>
          <a:prstGeom prst="rect">
            <a:avLst/>
          </a:prstGeom>
        </p:spPr>
        <p:txBody>
          <a:bodyPr spcFirstLastPara="1" wrap="square" lIns="182875" tIns="182875" rIns="182875" bIns="182875" anchor="t" anchorCtr="0">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a:endParaRPr/>
          </a:p>
        </p:txBody>
      </p:sp>
      <p:sp>
        <p:nvSpPr>
          <p:cNvPr id="252" name="Google Shape;252;p24"/>
          <p:cNvSpPr>
            <a:spLocks noGrp="1"/>
          </p:cNvSpPr>
          <p:nvPr>
            <p:ph type="pic" idx="4"/>
          </p:nvPr>
        </p:nvSpPr>
        <p:spPr>
          <a:xfrm>
            <a:off x="4625000" y="1980250"/>
            <a:ext cx="2064000" cy="1122300"/>
          </a:xfrm>
          <a:prstGeom prst="round2SameRect">
            <a:avLst>
              <a:gd name="adj1" fmla="val 16667"/>
              <a:gd name="adj2" fmla="val 0"/>
            </a:avLst>
          </a:prstGeom>
          <a:noFill/>
          <a:ln>
            <a:noFill/>
          </a:ln>
        </p:spPr>
      </p:sp>
      <p:sp>
        <p:nvSpPr>
          <p:cNvPr id="253" name="Google Shape;253;p24"/>
          <p:cNvSpPr txBox="1">
            <a:spLocks noGrp="1"/>
          </p:cNvSpPr>
          <p:nvPr>
            <p:ph type="subTitle" idx="5"/>
          </p:nvPr>
        </p:nvSpPr>
        <p:spPr>
          <a:xfrm>
            <a:off x="4625000" y="3103750"/>
            <a:ext cx="2064000" cy="530100"/>
          </a:xfrm>
          <a:prstGeom prst="rect">
            <a:avLst/>
          </a:prstGeom>
        </p:spPr>
        <p:txBody>
          <a:bodyPr spcFirstLastPara="1" wrap="square" lIns="182875" tIns="182875" rIns="182875" bIns="182875" anchor="t" anchorCtr="0">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a:endParaRPr/>
          </a:p>
        </p:txBody>
      </p:sp>
      <p:sp>
        <p:nvSpPr>
          <p:cNvPr id="254" name="Google Shape;254;p24"/>
          <p:cNvSpPr>
            <a:spLocks noGrp="1"/>
          </p:cNvSpPr>
          <p:nvPr>
            <p:ph type="pic" idx="6"/>
          </p:nvPr>
        </p:nvSpPr>
        <p:spPr>
          <a:xfrm>
            <a:off x="285050" y="1980250"/>
            <a:ext cx="2064000" cy="1122300"/>
          </a:xfrm>
          <a:prstGeom prst="round2SameRect">
            <a:avLst>
              <a:gd name="adj1" fmla="val 16667"/>
              <a:gd name="adj2" fmla="val 0"/>
            </a:avLst>
          </a:prstGeom>
          <a:noFill/>
          <a:ln>
            <a:noFill/>
          </a:ln>
        </p:spPr>
      </p:sp>
      <p:sp>
        <p:nvSpPr>
          <p:cNvPr id="255" name="Google Shape;255;p24"/>
          <p:cNvSpPr txBox="1">
            <a:spLocks noGrp="1"/>
          </p:cNvSpPr>
          <p:nvPr>
            <p:ph type="title"/>
          </p:nvPr>
        </p:nvSpPr>
        <p:spPr>
          <a:xfrm>
            <a:off x="284775" y="282900"/>
            <a:ext cx="7851300" cy="476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56" name="Google Shape;256;p24"/>
          <p:cNvSpPr txBox="1">
            <a:spLocks noGrp="1"/>
          </p:cNvSpPr>
          <p:nvPr>
            <p:ph type="body" idx="7"/>
          </p:nvPr>
        </p:nvSpPr>
        <p:spPr>
          <a:xfrm>
            <a:off x="284750" y="3862050"/>
            <a:ext cx="2064000" cy="888600"/>
          </a:xfrm>
          <a:prstGeom prst="rect">
            <a:avLst/>
          </a:prstGeom>
        </p:spPr>
        <p:txBody>
          <a:bodyPr spcFirstLastPara="1" wrap="square" lIns="182875" tIns="0" rIns="182875"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57" name="Google Shape;257;p24"/>
          <p:cNvSpPr txBox="1">
            <a:spLocks noGrp="1"/>
          </p:cNvSpPr>
          <p:nvPr>
            <p:ph type="subTitle" idx="8"/>
          </p:nvPr>
        </p:nvSpPr>
        <p:spPr>
          <a:xfrm>
            <a:off x="285050" y="3103750"/>
            <a:ext cx="2064000" cy="530100"/>
          </a:xfrm>
          <a:prstGeom prst="rect">
            <a:avLst/>
          </a:prstGeom>
        </p:spPr>
        <p:txBody>
          <a:bodyPr spcFirstLastPara="1" wrap="square" lIns="182875" tIns="182875" rIns="182875" bIns="182875" anchor="t" anchorCtr="0">
            <a:noAutofit/>
          </a:bodyPr>
          <a:lstStyle>
            <a:lvl1pPr lvl="0">
              <a:lnSpc>
                <a:spcPct val="90000"/>
              </a:lnSpc>
              <a:spcBef>
                <a:spcPts val="0"/>
              </a:spcBef>
              <a:spcAft>
                <a:spcPts val="0"/>
              </a:spcAft>
              <a:buNone/>
              <a:defRPr/>
            </a:lvl1pPr>
            <a:lvl2pPr lvl="1">
              <a:spcBef>
                <a:spcPts val="0"/>
              </a:spcBef>
              <a:spcAft>
                <a:spcPts val="0"/>
              </a:spcAft>
              <a:buClr>
                <a:schemeClr val="lt1"/>
              </a:buClr>
              <a:buSzPts val="1200"/>
              <a:buNone/>
              <a:defRPr/>
            </a:lvl2pPr>
            <a:lvl3pPr lvl="2">
              <a:spcBef>
                <a:spcPts val="0"/>
              </a:spcBef>
              <a:spcAft>
                <a:spcPts val="0"/>
              </a:spcAft>
              <a:buClr>
                <a:schemeClr val="lt1"/>
              </a:buClr>
              <a:buSzPts val="1200"/>
              <a:buNone/>
              <a:defRPr/>
            </a:lvl3pPr>
            <a:lvl4pPr lvl="3">
              <a:spcBef>
                <a:spcPts val="0"/>
              </a:spcBef>
              <a:spcAft>
                <a:spcPts val="0"/>
              </a:spcAft>
              <a:buClr>
                <a:schemeClr val="lt1"/>
              </a:buClr>
              <a:buSzPts val="1200"/>
              <a:buNone/>
              <a:defRPr/>
            </a:lvl4pPr>
            <a:lvl5pPr lvl="4">
              <a:spcBef>
                <a:spcPts val="0"/>
              </a:spcBef>
              <a:spcAft>
                <a:spcPts val="0"/>
              </a:spcAft>
              <a:buClr>
                <a:schemeClr val="lt1"/>
              </a:buClr>
              <a:buSzPts val="1200"/>
              <a:buNone/>
              <a:defRPr/>
            </a:lvl5pPr>
            <a:lvl6pPr lvl="5">
              <a:spcBef>
                <a:spcPts val="0"/>
              </a:spcBef>
              <a:spcAft>
                <a:spcPts val="0"/>
              </a:spcAft>
              <a:buClr>
                <a:schemeClr val="lt1"/>
              </a:buClr>
              <a:buSzPts val="1200"/>
              <a:buNone/>
              <a:defRPr/>
            </a:lvl6pPr>
            <a:lvl7pPr lvl="6">
              <a:spcBef>
                <a:spcPts val="0"/>
              </a:spcBef>
              <a:spcAft>
                <a:spcPts val="0"/>
              </a:spcAft>
              <a:buClr>
                <a:schemeClr val="lt1"/>
              </a:buClr>
              <a:buSzPts val="1200"/>
              <a:buNone/>
              <a:defRPr/>
            </a:lvl7pPr>
            <a:lvl8pPr lvl="7">
              <a:spcBef>
                <a:spcPts val="0"/>
              </a:spcBef>
              <a:spcAft>
                <a:spcPts val="0"/>
              </a:spcAft>
              <a:buClr>
                <a:schemeClr val="lt1"/>
              </a:buClr>
              <a:buSzPts val="1200"/>
              <a:buNone/>
              <a:defRPr/>
            </a:lvl8pPr>
            <a:lvl9pPr lvl="8">
              <a:spcBef>
                <a:spcPts val="0"/>
              </a:spcBef>
              <a:spcAft>
                <a:spcPts val="0"/>
              </a:spcAft>
              <a:buClr>
                <a:schemeClr val="lt1"/>
              </a:buClr>
              <a:buSzPts val="1200"/>
              <a:buNone/>
              <a:defRPr/>
            </a:lvl9pPr>
          </a:lstStyle>
          <a:p>
            <a:endParaRPr/>
          </a:p>
        </p:txBody>
      </p:sp>
      <p:sp>
        <p:nvSpPr>
          <p:cNvPr id="258" name="Google Shape;258;p24"/>
          <p:cNvSpPr txBox="1">
            <a:spLocks noGrp="1"/>
          </p:cNvSpPr>
          <p:nvPr>
            <p:ph type="body" idx="9"/>
          </p:nvPr>
        </p:nvSpPr>
        <p:spPr>
          <a:xfrm>
            <a:off x="2454725" y="3862050"/>
            <a:ext cx="2064000" cy="888600"/>
          </a:xfrm>
          <a:prstGeom prst="rect">
            <a:avLst/>
          </a:prstGeom>
        </p:spPr>
        <p:txBody>
          <a:bodyPr spcFirstLastPara="1" wrap="square" lIns="182875" tIns="0" rIns="182875"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59" name="Google Shape;259;p24"/>
          <p:cNvSpPr txBox="1">
            <a:spLocks noGrp="1"/>
          </p:cNvSpPr>
          <p:nvPr>
            <p:ph type="body" idx="13"/>
          </p:nvPr>
        </p:nvSpPr>
        <p:spPr>
          <a:xfrm>
            <a:off x="4624700" y="3862050"/>
            <a:ext cx="2064000" cy="888600"/>
          </a:xfrm>
          <a:prstGeom prst="rect">
            <a:avLst/>
          </a:prstGeom>
        </p:spPr>
        <p:txBody>
          <a:bodyPr spcFirstLastPara="1" wrap="square" lIns="182875" tIns="0" rIns="182875"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60" name="Google Shape;260;p24"/>
          <p:cNvSpPr txBox="1">
            <a:spLocks noGrp="1"/>
          </p:cNvSpPr>
          <p:nvPr>
            <p:ph type="body" idx="14"/>
          </p:nvPr>
        </p:nvSpPr>
        <p:spPr>
          <a:xfrm>
            <a:off x="6794675" y="3862050"/>
            <a:ext cx="2064000" cy="888600"/>
          </a:xfrm>
          <a:prstGeom prst="rect">
            <a:avLst/>
          </a:prstGeom>
        </p:spPr>
        <p:txBody>
          <a:bodyPr spcFirstLastPara="1" wrap="square" lIns="182875" tIns="0" rIns="182875" bIns="0" anchor="t" anchorCtr="0">
            <a:noAutofit/>
          </a:bodyPr>
          <a:lstStyle>
            <a:lvl1pPr marL="457200" lvl="0" indent="-292100">
              <a:spcBef>
                <a:spcPts val="0"/>
              </a:spcBef>
              <a:spcAft>
                <a:spcPts val="0"/>
              </a:spcAft>
              <a:buSzPts val="1000"/>
              <a:buChar char="●"/>
              <a:defRPr sz="1000"/>
            </a:lvl1pPr>
            <a:lvl2pPr marL="914400" lvl="1" indent="-292100">
              <a:spcBef>
                <a:spcPts val="0"/>
              </a:spcBef>
              <a:spcAft>
                <a:spcPts val="0"/>
              </a:spcAft>
              <a:buSzPts val="1000"/>
              <a:buChar char="○"/>
              <a:defRPr sz="1000"/>
            </a:lvl2pPr>
            <a:lvl3pPr marL="1371600" lvl="2" indent="-292100">
              <a:spcBef>
                <a:spcPts val="0"/>
              </a:spcBef>
              <a:spcAft>
                <a:spcPts val="0"/>
              </a:spcAft>
              <a:buSzPts val="1000"/>
              <a:buChar char="■"/>
              <a:defRPr sz="1000"/>
            </a:lvl3pPr>
            <a:lvl4pPr marL="1828800" lvl="3" indent="-292100">
              <a:spcBef>
                <a:spcPts val="0"/>
              </a:spcBef>
              <a:spcAft>
                <a:spcPts val="0"/>
              </a:spcAft>
              <a:buSzPts val="1000"/>
              <a:buChar char="●"/>
              <a:defRPr sz="1000"/>
            </a:lvl4pPr>
            <a:lvl5pPr marL="2286000" lvl="4" indent="-292100">
              <a:spcBef>
                <a:spcPts val="0"/>
              </a:spcBef>
              <a:spcAft>
                <a:spcPts val="0"/>
              </a:spcAft>
              <a:buSzPts val="1000"/>
              <a:buChar char="○"/>
              <a:defRPr sz="1000"/>
            </a:lvl5pPr>
            <a:lvl6pPr marL="2743200" lvl="5" indent="-292100">
              <a:spcBef>
                <a:spcPts val="0"/>
              </a:spcBef>
              <a:spcAft>
                <a:spcPts val="0"/>
              </a:spcAft>
              <a:buSzPts val="1000"/>
              <a:buChar char="■"/>
              <a:defRPr sz="1000"/>
            </a:lvl6pPr>
            <a:lvl7pPr marL="3200400" lvl="6" indent="-292100">
              <a:spcBef>
                <a:spcPts val="0"/>
              </a:spcBef>
              <a:spcAft>
                <a:spcPts val="0"/>
              </a:spcAft>
              <a:buSzPts val="1000"/>
              <a:buChar char="●"/>
              <a:defRPr sz="1000"/>
            </a:lvl7pPr>
            <a:lvl8pPr marL="3657600" lvl="7" indent="-292100">
              <a:spcBef>
                <a:spcPts val="0"/>
              </a:spcBef>
              <a:spcAft>
                <a:spcPts val="0"/>
              </a:spcAft>
              <a:buSzPts val="1000"/>
              <a:buChar char="○"/>
              <a:defRPr sz="1000"/>
            </a:lvl8pPr>
            <a:lvl9pPr marL="4114800" lvl="8" indent="-292100">
              <a:spcBef>
                <a:spcPts val="0"/>
              </a:spcBef>
              <a:spcAft>
                <a:spcPts val="0"/>
              </a:spcAft>
              <a:buSzPts val="1000"/>
              <a:buChar char="■"/>
              <a:defRPr sz="1000"/>
            </a:lvl9pPr>
          </a:lstStyle>
          <a:p>
            <a:endParaRPr/>
          </a:p>
        </p:txBody>
      </p:sp>
      <p:sp>
        <p:nvSpPr>
          <p:cNvPr id="261" name="Google Shape;261;p24"/>
          <p:cNvSpPr>
            <a:spLocks noGrp="1"/>
          </p:cNvSpPr>
          <p:nvPr>
            <p:ph type="pic" idx="15"/>
          </p:nvPr>
        </p:nvSpPr>
        <p:spPr>
          <a:xfrm>
            <a:off x="6794975" y="1980250"/>
            <a:ext cx="2064000" cy="1122300"/>
          </a:xfrm>
          <a:prstGeom prst="round2SameRect">
            <a:avLst>
              <a:gd name="adj1" fmla="val 16667"/>
              <a:gd name="adj2" fmla="val 0"/>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Main point - Alt 3">
  <p:cSld name="CUSTOM_3">
    <p:bg>
      <p:bgPr>
        <a:solidFill>
          <a:schemeClr val="lt2"/>
        </a:solidFill>
        <a:effectLst/>
      </p:bgPr>
    </p:bg>
    <p:spTree>
      <p:nvGrpSpPr>
        <p:cNvPr id="1" name="Shape 262"/>
        <p:cNvGrpSpPr/>
        <p:nvPr/>
      </p:nvGrpSpPr>
      <p:grpSpPr>
        <a:xfrm>
          <a:off x="0" y="0"/>
          <a:ext cx="0" cy="0"/>
          <a:chOff x="0" y="0"/>
          <a:chExt cx="0" cy="0"/>
        </a:xfrm>
      </p:grpSpPr>
      <p:sp>
        <p:nvSpPr>
          <p:cNvPr id="263" name="Google Shape;263;p25"/>
          <p:cNvSpPr>
            <a:spLocks noGrp="1"/>
          </p:cNvSpPr>
          <p:nvPr>
            <p:ph type="pic" idx="2"/>
          </p:nvPr>
        </p:nvSpPr>
        <p:spPr>
          <a:xfrm>
            <a:off x="5965025" y="3740450"/>
            <a:ext cx="2894400" cy="1116900"/>
          </a:xfrm>
          <a:prstGeom prst="roundRect">
            <a:avLst>
              <a:gd name="adj" fmla="val 13273"/>
            </a:avLst>
          </a:prstGeom>
          <a:noFill/>
          <a:ln>
            <a:noFill/>
          </a:ln>
        </p:spPr>
      </p:sp>
      <p:sp>
        <p:nvSpPr>
          <p:cNvPr id="264" name="Google Shape;264;p25"/>
          <p:cNvSpPr/>
          <p:nvPr/>
        </p:nvSpPr>
        <p:spPr>
          <a:xfrm rot="10800000" flipH="1">
            <a:off x="575775" y="282975"/>
            <a:ext cx="7992600" cy="3457500"/>
          </a:xfrm>
          <a:prstGeom prst="round2DiagRect">
            <a:avLst>
              <a:gd name="adj1" fmla="val 9463"/>
              <a:gd name="adj2" fmla="val 0"/>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
        <p:nvSpPr>
          <p:cNvPr id="265" name="Google Shape;265;p25"/>
          <p:cNvSpPr/>
          <p:nvPr/>
        </p:nvSpPr>
        <p:spPr>
          <a:xfrm rot="10800000" flipH="1">
            <a:off x="575775" y="3740475"/>
            <a:ext cx="5389200" cy="1116900"/>
          </a:xfrm>
          <a:prstGeom prst="round2DiagRect">
            <a:avLst>
              <a:gd name="adj1" fmla="val 16002"/>
              <a:gd name="adj2" fmla="val 0"/>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
        <p:nvSpPr>
          <p:cNvPr id="266" name="Google Shape;266;p25"/>
          <p:cNvSpPr/>
          <p:nvPr/>
        </p:nvSpPr>
        <p:spPr>
          <a:xfrm rot="10800000">
            <a:off x="284775" y="282975"/>
            <a:ext cx="291000" cy="4574400"/>
          </a:xfrm>
          <a:prstGeom prst="roundRect">
            <a:avLst>
              <a:gd name="adj"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
        <p:nvSpPr>
          <p:cNvPr id="267" name="Google Shape;267;p25"/>
          <p:cNvSpPr/>
          <p:nvPr/>
        </p:nvSpPr>
        <p:spPr>
          <a:xfrm rot="10800000">
            <a:off x="8568225" y="282900"/>
            <a:ext cx="291000" cy="34575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Outfit"/>
              <a:ea typeface="Outfit"/>
              <a:cs typeface="Outfit"/>
              <a:sym typeface="Outfit"/>
            </a:endParaRPr>
          </a:p>
        </p:txBody>
      </p:sp>
      <p:sp>
        <p:nvSpPr>
          <p:cNvPr id="268" name="Google Shape;268;p25"/>
          <p:cNvSpPr txBox="1">
            <a:spLocks noGrp="1"/>
          </p:cNvSpPr>
          <p:nvPr>
            <p:ph type="title"/>
          </p:nvPr>
        </p:nvSpPr>
        <p:spPr>
          <a:xfrm>
            <a:off x="917100" y="528525"/>
            <a:ext cx="7337100" cy="2912100"/>
          </a:xfrm>
          <a:prstGeom prst="rect">
            <a:avLst/>
          </a:prstGeom>
        </p:spPr>
        <p:txBody>
          <a:bodyPr spcFirstLastPara="1" wrap="square" lIns="0" tIns="0" rIns="0" bIns="0" anchor="t"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269" name="Google Shape;269;p25"/>
          <p:cNvSpPr txBox="1">
            <a:spLocks noGrp="1"/>
          </p:cNvSpPr>
          <p:nvPr>
            <p:ph type="subTitle" idx="1"/>
          </p:nvPr>
        </p:nvSpPr>
        <p:spPr>
          <a:xfrm>
            <a:off x="917100" y="3989175"/>
            <a:ext cx="4625100" cy="597900"/>
          </a:xfrm>
          <a:prstGeom prst="rect">
            <a:avLst/>
          </a:prstGeom>
        </p:spPr>
        <p:txBody>
          <a:bodyPr spcFirstLastPara="1" wrap="square" lIns="0" tIns="0" rIns="0" bIns="0" anchor="t" anchorCtr="0">
            <a:noAutofit/>
          </a:bodyPr>
          <a:lstStyle>
            <a:lvl1pPr lvl="0">
              <a:spcBef>
                <a:spcPts val="0"/>
              </a:spcBef>
              <a:spcAft>
                <a:spcPts val="0"/>
              </a:spcAft>
              <a:buSzPts val="1800"/>
              <a:buFont typeface="Outfit"/>
              <a:buNone/>
              <a:defRPr sz="1800">
                <a:latin typeface="Outfit"/>
                <a:ea typeface="Outfit"/>
                <a:cs typeface="Outfit"/>
                <a:sym typeface="Outfit"/>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Four cards - Alt 1">
  <p:cSld name="CUSTOM_4">
    <p:bg>
      <p:bgPr>
        <a:solidFill>
          <a:schemeClr val="lt2"/>
        </a:solidFill>
        <a:effectLst/>
      </p:bgPr>
    </p:bg>
    <p:spTree>
      <p:nvGrpSpPr>
        <p:cNvPr id="1" name="Shape 270"/>
        <p:cNvGrpSpPr/>
        <p:nvPr/>
      </p:nvGrpSpPr>
      <p:grpSpPr>
        <a:xfrm>
          <a:off x="0" y="0"/>
          <a:ext cx="0" cy="0"/>
          <a:chOff x="0" y="0"/>
          <a:chExt cx="0" cy="0"/>
        </a:xfrm>
      </p:grpSpPr>
      <p:sp>
        <p:nvSpPr>
          <p:cNvPr id="271" name="Google Shape;271;p26"/>
          <p:cNvSpPr>
            <a:spLocks noGrp="1"/>
          </p:cNvSpPr>
          <p:nvPr>
            <p:ph type="pic" idx="2"/>
          </p:nvPr>
        </p:nvSpPr>
        <p:spPr>
          <a:xfrm>
            <a:off x="717825" y="2478076"/>
            <a:ext cx="1197900" cy="1197900"/>
          </a:xfrm>
          <a:prstGeom prst="ellipse">
            <a:avLst/>
          </a:prstGeom>
          <a:noFill/>
          <a:ln w="9525" cap="flat" cmpd="sng">
            <a:solidFill>
              <a:schemeClr val="lt2"/>
            </a:solidFill>
            <a:prstDash val="solid"/>
            <a:round/>
            <a:headEnd type="none" w="sm" len="sm"/>
            <a:tailEnd type="none" w="sm" len="sm"/>
          </a:ln>
        </p:spPr>
      </p:sp>
      <p:sp>
        <p:nvSpPr>
          <p:cNvPr id="272" name="Google Shape;272;p26"/>
          <p:cNvSpPr>
            <a:spLocks noGrp="1"/>
          </p:cNvSpPr>
          <p:nvPr>
            <p:ph type="pic" idx="3"/>
          </p:nvPr>
        </p:nvSpPr>
        <p:spPr>
          <a:xfrm>
            <a:off x="2887875" y="2478076"/>
            <a:ext cx="1197900" cy="1197900"/>
          </a:xfrm>
          <a:prstGeom prst="ellipse">
            <a:avLst/>
          </a:prstGeom>
          <a:noFill/>
          <a:ln w="9525" cap="flat" cmpd="sng">
            <a:solidFill>
              <a:schemeClr val="lt2"/>
            </a:solidFill>
            <a:prstDash val="solid"/>
            <a:round/>
            <a:headEnd type="none" w="sm" len="sm"/>
            <a:tailEnd type="none" w="sm" len="sm"/>
          </a:ln>
        </p:spPr>
      </p:sp>
      <p:sp>
        <p:nvSpPr>
          <p:cNvPr id="273" name="Google Shape;273;p26"/>
          <p:cNvSpPr>
            <a:spLocks noGrp="1"/>
          </p:cNvSpPr>
          <p:nvPr>
            <p:ph type="pic" idx="4"/>
          </p:nvPr>
        </p:nvSpPr>
        <p:spPr>
          <a:xfrm>
            <a:off x="5057925" y="2478076"/>
            <a:ext cx="1197900" cy="1197900"/>
          </a:xfrm>
          <a:prstGeom prst="ellipse">
            <a:avLst/>
          </a:prstGeom>
          <a:noFill/>
          <a:ln w="9525" cap="flat" cmpd="sng">
            <a:solidFill>
              <a:schemeClr val="lt2"/>
            </a:solidFill>
            <a:prstDash val="solid"/>
            <a:round/>
            <a:headEnd type="none" w="sm" len="sm"/>
            <a:tailEnd type="none" w="sm" len="sm"/>
          </a:ln>
        </p:spPr>
      </p:sp>
      <p:sp>
        <p:nvSpPr>
          <p:cNvPr id="274" name="Google Shape;274;p26"/>
          <p:cNvSpPr>
            <a:spLocks noGrp="1"/>
          </p:cNvSpPr>
          <p:nvPr>
            <p:ph type="pic" idx="5"/>
          </p:nvPr>
        </p:nvSpPr>
        <p:spPr>
          <a:xfrm>
            <a:off x="7227975" y="2478076"/>
            <a:ext cx="1197900" cy="1197900"/>
          </a:xfrm>
          <a:prstGeom prst="ellipse">
            <a:avLst/>
          </a:prstGeom>
          <a:noFill/>
          <a:ln w="9525" cap="flat" cmpd="sng">
            <a:solidFill>
              <a:schemeClr val="lt2"/>
            </a:solidFill>
            <a:prstDash val="solid"/>
            <a:round/>
            <a:headEnd type="none" w="sm" len="sm"/>
            <a:tailEnd type="none" w="sm" len="sm"/>
          </a:ln>
        </p:spPr>
      </p:sp>
      <p:sp>
        <p:nvSpPr>
          <p:cNvPr id="275" name="Google Shape;275;p26"/>
          <p:cNvSpPr txBox="1">
            <a:spLocks noGrp="1"/>
          </p:cNvSpPr>
          <p:nvPr>
            <p:ph type="subTitle" idx="1"/>
          </p:nvPr>
        </p:nvSpPr>
        <p:spPr>
          <a:xfrm>
            <a:off x="284775" y="1675050"/>
            <a:ext cx="1933800" cy="558600"/>
          </a:xfrm>
          <a:prstGeom prst="rect">
            <a:avLst/>
          </a:prstGeom>
        </p:spPr>
        <p:txBody>
          <a:bodyPr spcFirstLastPara="1" wrap="square" lIns="182875" tIns="182875" rIns="182875" bIns="0" anchor="t" anchorCtr="0">
            <a:noAutofit/>
          </a:bodyPr>
          <a:lstStyle>
            <a:lvl1pPr lvl="0">
              <a:lnSpc>
                <a:spcPct val="90000"/>
              </a:lnSpc>
              <a:spcBef>
                <a:spcPts val="0"/>
              </a:spcBef>
              <a:spcAft>
                <a:spcPts val="0"/>
              </a:spcAft>
              <a:buSzPts val="1800"/>
              <a:buNone/>
              <a:defRPr sz="1800" b="1"/>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76" name="Google Shape;276;p26"/>
          <p:cNvSpPr txBox="1">
            <a:spLocks noGrp="1"/>
          </p:cNvSpPr>
          <p:nvPr>
            <p:ph type="subTitle" idx="6"/>
          </p:nvPr>
        </p:nvSpPr>
        <p:spPr>
          <a:xfrm>
            <a:off x="2454825" y="1675050"/>
            <a:ext cx="1933800" cy="558600"/>
          </a:xfrm>
          <a:prstGeom prst="rect">
            <a:avLst/>
          </a:prstGeom>
        </p:spPr>
        <p:txBody>
          <a:bodyPr spcFirstLastPara="1" wrap="square" lIns="182875" tIns="182875" rIns="182875" bIns="0" anchor="t" anchorCtr="0">
            <a:noAutofit/>
          </a:bodyPr>
          <a:lstStyle>
            <a:lvl1pPr lvl="0">
              <a:lnSpc>
                <a:spcPct val="90000"/>
              </a:lnSpc>
              <a:spcBef>
                <a:spcPts val="0"/>
              </a:spcBef>
              <a:spcAft>
                <a:spcPts val="0"/>
              </a:spcAft>
              <a:buClr>
                <a:schemeClr val="lt1"/>
              </a:buClr>
              <a:buSzPts val="1800"/>
              <a:buNone/>
              <a:defRPr sz="1800" b="1"/>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a:endParaRPr/>
          </a:p>
        </p:txBody>
      </p:sp>
      <p:sp>
        <p:nvSpPr>
          <p:cNvPr id="277" name="Google Shape;277;p26"/>
          <p:cNvSpPr txBox="1">
            <a:spLocks noGrp="1"/>
          </p:cNvSpPr>
          <p:nvPr>
            <p:ph type="subTitle" idx="7"/>
          </p:nvPr>
        </p:nvSpPr>
        <p:spPr>
          <a:xfrm>
            <a:off x="4624863" y="1675050"/>
            <a:ext cx="1933800" cy="558600"/>
          </a:xfrm>
          <a:prstGeom prst="rect">
            <a:avLst/>
          </a:prstGeom>
        </p:spPr>
        <p:txBody>
          <a:bodyPr spcFirstLastPara="1" wrap="square" lIns="182875" tIns="182875" rIns="182875" bIns="0" anchor="t" anchorCtr="0">
            <a:noAutofit/>
          </a:bodyPr>
          <a:lstStyle>
            <a:lvl1pPr lvl="0">
              <a:lnSpc>
                <a:spcPct val="90000"/>
              </a:lnSpc>
              <a:spcBef>
                <a:spcPts val="0"/>
              </a:spcBef>
              <a:spcAft>
                <a:spcPts val="0"/>
              </a:spcAft>
              <a:buClr>
                <a:schemeClr val="lt1"/>
              </a:buClr>
              <a:buSzPts val="1800"/>
              <a:buNone/>
              <a:defRPr sz="1800" b="1"/>
            </a:lvl1pPr>
            <a:lvl2pPr lvl="1">
              <a:lnSpc>
                <a:spcPct val="90000"/>
              </a:lnSpc>
              <a:spcBef>
                <a:spcPts val="0"/>
              </a:spcBef>
              <a:spcAft>
                <a:spcPts val="0"/>
              </a:spcAft>
              <a:buSzPts val="1200"/>
              <a:buNone/>
              <a:defRPr/>
            </a:lvl2pPr>
            <a:lvl3pPr lvl="2">
              <a:lnSpc>
                <a:spcPct val="90000"/>
              </a:lnSpc>
              <a:spcBef>
                <a:spcPts val="0"/>
              </a:spcBef>
              <a:spcAft>
                <a:spcPts val="0"/>
              </a:spcAft>
              <a:buSzPts val="1200"/>
              <a:buNone/>
              <a:defRPr/>
            </a:lvl3pPr>
            <a:lvl4pPr lvl="3">
              <a:lnSpc>
                <a:spcPct val="90000"/>
              </a:lnSpc>
              <a:spcBef>
                <a:spcPts val="0"/>
              </a:spcBef>
              <a:spcAft>
                <a:spcPts val="0"/>
              </a:spcAft>
              <a:buSzPts val="1200"/>
              <a:buNone/>
              <a:defRPr/>
            </a:lvl4pPr>
            <a:lvl5pPr lvl="4">
              <a:lnSpc>
                <a:spcPct val="90000"/>
              </a:lnSpc>
              <a:spcBef>
                <a:spcPts val="0"/>
              </a:spcBef>
              <a:spcAft>
                <a:spcPts val="0"/>
              </a:spcAft>
              <a:buSzPts val="1200"/>
              <a:buNone/>
              <a:defRPr/>
            </a:lvl5pPr>
            <a:lvl6pPr lvl="5">
              <a:lnSpc>
                <a:spcPct val="90000"/>
              </a:lnSpc>
              <a:spcBef>
                <a:spcPts val="0"/>
              </a:spcBef>
              <a:spcAft>
                <a:spcPts val="0"/>
              </a:spcAft>
              <a:buSzPts val="1200"/>
              <a:buNone/>
              <a:defRPr/>
            </a:lvl6pPr>
            <a:lvl7pPr lvl="6">
              <a:lnSpc>
                <a:spcPct val="90000"/>
              </a:lnSpc>
              <a:spcBef>
                <a:spcPts val="0"/>
              </a:spcBef>
              <a:spcAft>
                <a:spcPts val="0"/>
              </a:spcAft>
              <a:buSzPts val="1200"/>
              <a:buNone/>
              <a:defRPr/>
            </a:lvl7pPr>
            <a:lvl8pPr lvl="7">
              <a:lnSpc>
                <a:spcPct val="90000"/>
              </a:lnSpc>
              <a:spcBef>
                <a:spcPts val="0"/>
              </a:spcBef>
              <a:spcAft>
                <a:spcPts val="0"/>
              </a:spcAft>
              <a:buSzPts val="1200"/>
              <a:buNone/>
              <a:defRPr/>
            </a:lvl8pPr>
            <a:lvl9pPr lvl="8">
              <a:lnSpc>
                <a:spcPct val="90000"/>
              </a:lnSpc>
              <a:spcBef>
                <a:spcPts val="0"/>
              </a:spcBef>
              <a:spcAft>
                <a:spcPts val="0"/>
              </a:spcAft>
              <a:buSzPts val="1200"/>
              <a:buNone/>
              <a:defRPr/>
            </a:lvl9pPr>
          </a:lstStyle>
          <a:p>
            <a:endParaRPr/>
          </a:p>
        </p:txBody>
      </p:sp>
      <p:sp>
        <p:nvSpPr>
          <p:cNvPr id="278" name="Google Shape;278;p26"/>
          <p:cNvSpPr txBox="1">
            <a:spLocks noGrp="1"/>
          </p:cNvSpPr>
          <p:nvPr>
            <p:ph type="subTitle" idx="8"/>
          </p:nvPr>
        </p:nvSpPr>
        <p:spPr>
          <a:xfrm>
            <a:off x="6794913" y="1675050"/>
            <a:ext cx="1933800" cy="558600"/>
          </a:xfrm>
          <a:prstGeom prst="rect">
            <a:avLst/>
          </a:prstGeom>
        </p:spPr>
        <p:txBody>
          <a:bodyPr spcFirstLastPara="1" wrap="square" lIns="182875" tIns="182875" rIns="182875" bIns="0" anchor="t" anchorCtr="0">
            <a:noAutofit/>
          </a:bodyPr>
          <a:lstStyle>
            <a:lvl1pPr lvl="0">
              <a:lnSpc>
                <a:spcPct val="90000"/>
              </a:lnSpc>
              <a:spcBef>
                <a:spcPts val="0"/>
              </a:spcBef>
              <a:spcAft>
                <a:spcPts val="0"/>
              </a:spcAft>
              <a:buClr>
                <a:schemeClr val="lt2"/>
              </a:buClr>
              <a:buSzPts val="1800"/>
              <a:buNone/>
              <a:defRPr sz="1800" b="1">
                <a:solidFill>
                  <a:schemeClr val="lt2"/>
                </a:solidFill>
              </a:defRPr>
            </a:lvl1pPr>
            <a:lvl2pPr lvl="1">
              <a:lnSpc>
                <a:spcPct val="90000"/>
              </a:lnSpc>
              <a:spcBef>
                <a:spcPts val="0"/>
              </a:spcBef>
              <a:spcAft>
                <a:spcPts val="0"/>
              </a:spcAft>
              <a:buClr>
                <a:schemeClr val="lt2"/>
              </a:buClr>
              <a:buSzPts val="1200"/>
              <a:buNone/>
              <a:defRPr>
                <a:solidFill>
                  <a:schemeClr val="lt2"/>
                </a:solidFill>
              </a:defRPr>
            </a:lvl2pPr>
            <a:lvl3pPr lvl="2">
              <a:lnSpc>
                <a:spcPct val="90000"/>
              </a:lnSpc>
              <a:spcBef>
                <a:spcPts val="0"/>
              </a:spcBef>
              <a:spcAft>
                <a:spcPts val="0"/>
              </a:spcAft>
              <a:buClr>
                <a:schemeClr val="lt2"/>
              </a:buClr>
              <a:buSzPts val="1200"/>
              <a:buNone/>
              <a:defRPr>
                <a:solidFill>
                  <a:schemeClr val="lt2"/>
                </a:solidFill>
              </a:defRPr>
            </a:lvl3pPr>
            <a:lvl4pPr lvl="3">
              <a:lnSpc>
                <a:spcPct val="90000"/>
              </a:lnSpc>
              <a:spcBef>
                <a:spcPts val="0"/>
              </a:spcBef>
              <a:spcAft>
                <a:spcPts val="0"/>
              </a:spcAft>
              <a:buClr>
                <a:schemeClr val="lt2"/>
              </a:buClr>
              <a:buSzPts val="1200"/>
              <a:buNone/>
              <a:defRPr>
                <a:solidFill>
                  <a:schemeClr val="lt2"/>
                </a:solidFill>
              </a:defRPr>
            </a:lvl4pPr>
            <a:lvl5pPr lvl="4">
              <a:lnSpc>
                <a:spcPct val="90000"/>
              </a:lnSpc>
              <a:spcBef>
                <a:spcPts val="0"/>
              </a:spcBef>
              <a:spcAft>
                <a:spcPts val="0"/>
              </a:spcAft>
              <a:buClr>
                <a:schemeClr val="lt2"/>
              </a:buClr>
              <a:buSzPts val="1200"/>
              <a:buNone/>
              <a:defRPr>
                <a:solidFill>
                  <a:schemeClr val="lt2"/>
                </a:solidFill>
              </a:defRPr>
            </a:lvl5pPr>
            <a:lvl6pPr lvl="5">
              <a:lnSpc>
                <a:spcPct val="90000"/>
              </a:lnSpc>
              <a:spcBef>
                <a:spcPts val="0"/>
              </a:spcBef>
              <a:spcAft>
                <a:spcPts val="0"/>
              </a:spcAft>
              <a:buClr>
                <a:schemeClr val="lt2"/>
              </a:buClr>
              <a:buSzPts val="1200"/>
              <a:buNone/>
              <a:defRPr>
                <a:solidFill>
                  <a:schemeClr val="lt2"/>
                </a:solidFill>
              </a:defRPr>
            </a:lvl6pPr>
            <a:lvl7pPr lvl="6">
              <a:lnSpc>
                <a:spcPct val="90000"/>
              </a:lnSpc>
              <a:spcBef>
                <a:spcPts val="0"/>
              </a:spcBef>
              <a:spcAft>
                <a:spcPts val="0"/>
              </a:spcAft>
              <a:buClr>
                <a:schemeClr val="lt2"/>
              </a:buClr>
              <a:buSzPts val="1200"/>
              <a:buNone/>
              <a:defRPr>
                <a:solidFill>
                  <a:schemeClr val="lt2"/>
                </a:solidFill>
              </a:defRPr>
            </a:lvl7pPr>
            <a:lvl8pPr lvl="7">
              <a:lnSpc>
                <a:spcPct val="90000"/>
              </a:lnSpc>
              <a:spcBef>
                <a:spcPts val="0"/>
              </a:spcBef>
              <a:spcAft>
                <a:spcPts val="0"/>
              </a:spcAft>
              <a:buClr>
                <a:schemeClr val="lt2"/>
              </a:buClr>
              <a:buSzPts val="1200"/>
              <a:buNone/>
              <a:defRPr>
                <a:solidFill>
                  <a:schemeClr val="lt2"/>
                </a:solidFill>
              </a:defRPr>
            </a:lvl8pPr>
            <a:lvl9pPr lvl="8">
              <a:lnSpc>
                <a:spcPct val="90000"/>
              </a:lnSpc>
              <a:spcBef>
                <a:spcPts val="0"/>
              </a:spcBef>
              <a:spcAft>
                <a:spcPts val="0"/>
              </a:spcAft>
              <a:buClr>
                <a:schemeClr val="lt2"/>
              </a:buClr>
              <a:buSzPts val="1200"/>
              <a:buNone/>
              <a:defRPr>
                <a:solidFill>
                  <a:schemeClr val="lt2"/>
                </a:solidFill>
              </a:defRPr>
            </a:lvl9pPr>
          </a:lstStyle>
          <a:p>
            <a:endParaRPr/>
          </a:p>
        </p:txBody>
      </p:sp>
      <p:sp>
        <p:nvSpPr>
          <p:cNvPr id="279" name="Google Shape;279;p26"/>
          <p:cNvSpPr txBox="1">
            <a:spLocks noGrp="1"/>
          </p:cNvSpPr>
          <p:nvPr>
            <p:ph type="subTitle" idx="9"/>
          </p:nvPr>
        </p:nvSpPr>
        <p:spPr>
          <a:xfrm>
            <a:off x="284775" y="3874800"/>
            <a:ext cx="2064000" cy="971400"/>
          </a:xfrm>
          <a:prstGeom prst="rect">
            <a:avLst/>
          </a:prstGeom>
        </p:spPr>
        <p:txBody>
          <a:bodyPr spcFirstLastPara="1" wrap="square" lIns="182875" tIns="0" rIns="182875" bIns="182875" anchor="t" anchorCtr="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80" name="Google Shape;280;p26"/>
          <p:cNvSpPr txBox="1">
            <a:spLocks noGrp="1"/>
          </p:cNvSpPr>
          <p:nvPr>
            <p:ph type="subTitle" idx="13"/>
          </p:nvPr>
        </p:nvSpPr>
        <p:spPr>
          <a:xfrm>
            <a:off x="2454825" y="3874800"/>
            <a:ext cx="2064000" cy="971400"/>
          </a:xfrm>
          <a:prstGeom prst="rect">
            <a:avLst/>
          </a:prstGeom>
        </p:spPr>
        <p:txBody>
          <a:bodyPr spcFirstLastPara="1" wrap="square" lIns="182875" tIns="0" rIns="182875" bIns="182875" anchor="t" anchorCtr="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81" name="Google Shape;281;p26"/>
          <p:cNvSpPr txBox="1">
            <a:spLocks noGrp="1"/>
          </p:cNvSpPr>
          <p:nvPr>
            <p:ph type="subTitle" idx="14"/>
          </p:nvPr>
        </p:nvSpPr>
        <p:spPr>
          <a:xfrm>
            <a:off x="4624875" y="3874800"/>
            <a:ext cx="2064000" cy="971400"/>
          </a:xfrm>
          <a:prstGeom prst="rect">
            <a:avLst/>
          </a:prstGeom>
        </p:spPr>
        <p:txBody>
          <a:bodyPr spcFirstLastPara="1" wrap="square" lIns="182875" tIns="0" rIns="182875" bIns="182875" anchor="t" anchorCtr="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82" name="Google Shape;282;p26"/>
          <p:cNvSpPr txBox="1">
            <a:spLocks noGrp="1"/>
          </p:cNvSpPr>
          <p:nvPr>
            <p:ph type="subTitle" idx="15"/>
          </p:nvPr>
        </p:nvSpPr>
        <p:spPr>
          <a:xfrm>
            <a:off x="6794925" y="3874800"/>
            <a:ext cx="2064000" cy="971400"/>
          </a:xfrm>
          <a:prstGeom prst="rect">
            <a:avLst/>
          </a:prstGeom>
        </p:spPr>
        <p:txBody>
          <a:bodyPr spcFirstLastPara="1" wrap="square" lIns="182875" tIns="0" rIns="182875" bIns="182875" anchor="t" anchorCtr="0">
            <a:noAutofit/>
          </a:bodyPr>
          <a:lstStyle>
            <a:lvl1pPr lvl="0">
              <a:spcBef>
                <a:spcPts val="0"/>
              </a:spcBef>
              <a:spcAft>
                <a:spcPts val="0"/>
              </a:spcAft>
              <a:buClr>
                <a:schemeClr val="lt2"/>
              </a:buClr>
              <a:buSzPts val="1000"/>
              <a:buNone/>
              <a:defRPr sz="1000">
                <a:solidFill>
                  <a:schemeClr val="lt2"/>
                </a:solidFill>
              </a:defRPr>
            </a:lvl1pPr>
            <a:lvl2pPr lvl="1">
              <a:spcBef>
                <a:spcPts val="0"/>
              </a:spcBef>
              <a:spcAft>
                <a:spcPts val="0"/>
              </a:spcAft>
              <a:buClr>
                <a:schemeClr val="lt2"/>
              </a:buClr>
              <a:buSzPts val="1200"/>
              <a:buNone/>
              <a:defRPr>
                <a:solidFill>
                  <a:schemeClr val="lt2"/>
                </a:solidFill>
              </a:defRPr>
            </a:lvl2pPr>
            <a:lvl3pPr lvl="2">
              <a:spcBef>
                <a:spcPts val="0"/>
              </a:spcBef>
              <a:spcAft>
                <a:spcPts val="0"/>
              </a:spcAft>
              <a:buClr>
                <a:schemeClr val="lt2"/>
              </a:buClr>
              <a:buSzPts val="1200"/>
              <a:buNone/>
              <a:defRPr>
                <a:solidFill>
                  <a:schemeClr val="lt2"/>
                </a:solidFill>
              </a:defRPr>
            </a:lvl3pPr>
            <a:lvl4pPr lvl="3">
              <a:spcBef>
                <a:spcPts val="0"/>
              </a:spcBef>
              <a:spcAft>
                <a:spcPts val="0"/>
              </a:spcAft>
              <a:buClr>
                <a:schemeClr val="lt2"/>
              </a:buClr>
              <a:buSzPts val="1200"/>
              <a:buNone/>
              <a:defRPr>
                <a:solidFill>
                  <a:schemeClr val="lt2"/>
                </a:solidFill>
              </a:defRPr>
            </a:lvl4pPr>
            <a:lvl5pPr lvl="4">
              <a:spcBef>
                <a:spcPts val="0"/>
              </a:spcBef>
              <a:spcAft>
                <a:spcPts val="0"/>
              </a:spcAft>
              <a:buClr>
                <a:schemeClr val="lt2"/>
              </a:buClr>
              <a:buSzPts val="1200"/>
              <a:buNone/>
              <a:defRPr>
                <a:solidFill>
                  <a:schemeClr val="lt2"/>
                </a:solidFill>
              </a:defRPr>
            </a:lvl5pPr>
            <a:lvl6pPr lvl="5">
              <a:spcBef>
                <a:spcPts val="0"/>
              </a:spcBef>
              <a:spcAft>
                <a:spcPts val="0"/>
              </a:spcAft>
              <a:buClr>
                <a:schemeClr val="lt2"/>
              </a:buClr>
              <a:buSzPts val="1200"/>
              <a:buNone/>
              <a:defRPr>
                <a:solidFill>
                  <a:schemeClr val="lt2"/>
                </a:solidFill>
              </a:defRPr>
            </a:lvl6pPr>
            <a:lvl7pPr lvl="6">
              <a:spcBef>
                <a:spcPts val="0"/>
              </a:spcBef>
              <a:spcAft>
                <a:spcPts val="0"/>
              </a:spcAft>
              <a:buClr>
                <a:schemeClr val="lt2"/>
              </a:buClr>
              <a:buSzPts val="1200"/>
              <a:buNone/>
              <a:defRPr>
                <a:solidFill>
                  <a:schemeClr val="lt2"/>
                </a:solidFill>
              </a:defRPr>
            </a:lvl7pPr>
            <a:lvl8pPr lvl="7">
              <a:spcBef>
                <a:spcPts val="0"/>
              </a:spcBef>
              <a:spcAft>
                <a:spcPts val="0"/>
              </a:spcAft>
              <a:buClr>
                <a:schemeClr val="lt2"/>
              </a:buClr>
              <a:buSzPts val="1200"/>
              <a:buNone/>
              <a:defRPr>
                <a:solidFill>
                  <a:schemeClr val="lt2"/>
                </a:solidFill>
              </a:defRPr>
            </a:lvl8pPr>
            <a:lvl9pPr lvl="8">
              <a:spcBef>
                <a:spcPts val="0"/>
              </a:spcBef>
              <a:spcAft>
                <a:spcPts val="0"/>
              </a:spcAft>
              <a:buClr>
                <a:schemeClr val="lt2"/>
              </a:buClr>
              <a:buSzPts val="1200"/>
              <a:buNone/>
              <a:defRPr>
                <a:solidFill>
                  <a:schemeClr val="lt2"/>
                </a:solidFill>
              </a:defRPr>
            </a:lvl9pPr>
          </a:lstStyle>
          <a:p>
            <a:endParaRPr/>
          </a:p>
        </p:txBody>
      </p:sp>
      <p:sp>
        <p:nvSpPr>
          <p:cNvPr id="283" name="Google Shape;283;p26"/>
          <p:cNvSpPr txBox="1">
            <a:spLocks noGrp="1"/>
          </p:cNvSpPr>
          <p:nvPr>
            <p:ph type="title"/>
          </p:nvPr>
        </p:nvSpPr>
        <p:spPr>
          <a:xfrm>
            <a:off x="284775" y="282900"/>
            <a:ext cx="7851300" cy="476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cards - Alt 2">
  <p:cSld name="CUSTOM_12">
    <p:spTree>
      <p:nvGrpSpPr>
        <p:cNvPr id="1" name="Shape 284"/>
        <p:cNvGrpSpPr/>
        <p:nvPr/>
      </p:nvGrpSpPr>
      <p:grpSpPr>
        <a:xfrm>
          <a:off x="0" y="0"/>
          <a:ext cx="0" cy="0"/>
          <a:chOff x="0" y="0"/>
          <a:chExt cx="0" cy="0"/>
        </a:xfrm>
      </p:grpSpPr>
      <p:sp>
        <p:nvSpPr>
          <p:cNvPr id="285" name="Google Shape;285;p27"/>
          <p:cNvSpPr txBox="1">
            <a:spLocks noGrp="1"/>
          </p:cNvSpPr>
          <p:nvPr>
            <p:ph type="title"/>
          </p:nvPr>
        </p:nvSpPr>
        <p:spPr>
          <a:xfrm>
            <a:off x="3901500" y="1277850"/>
            <a:ext cx="1157700" cy="1010400"/>
          </a:xfrm>
          <a:prstGeom prst="rect">
            <a:avLst/>
          </a:prstGeom>
        </p:spPr>
        <p:txBody>
          <a:bodyPr spcFirstLastPara="1" wrap="square" lIns="164575" tIns="164575" rIns="91425" bIns="0" anchor="t" anchorCtr="0">
            <a:spAutoFit/>
          </a:bodyPr>
          <a:lstStyle>
            <a:lvl1pPr lvl="0">
              <a:lnSpc>
                <a:spcPct val="100000"/>
              </a:lnSpc>
              <a:spcBef>
                <a:spcPts val="0"/>
              </a:spcBef>
              <a:spcAft>
                <a:spcPts val="0"/>
              </a:spcAft>
              <a:buNone/>
              <a:defRPr sz="1000">
                <a:latin typeface="Instrument Sans Medium"/>
                <a:ea typeface="Instrument Sans Medium"/>
                <a:cs typeface="Instrument Sans Medium"/>
                <a:sym typeface="Instrument Sans Medium"/>
              </a:defRPr>
            </a:lvl1pPr>
            <a:lvl2pPr lvl="1">
              <a:lnSpc>
                <a:spcPct val="115000"/>
              </a:lnSpc>
              <a:spcBef>
                <a:spcPts val="0"/>
              </a:spcBef>
              <a:spcAft>
                <a:spcPts val="0"/>
              </a:spcAft>
              <a:buNone/>
              <a:defRPr sz="1200" b="1">
                <a:solidFill>
                  <a:schemeClr val="lt2"/>
                </a:solidFill>
              </a:defRPr>
            </a:lvl2pPr>
            <a:lvl3pPr lvl="2">
              <a:lnSpc>
                <a:spcPct val="115000"/>
              </a:lnSpc>
              <a:spcBef>
                <a:spcPts val="0"/>
              </a:spcBef>
              <a:spcAft>
                <a:spcPts val="0"/>
              </a:spcAft>
              <a:buNone/>
              <a:defRPr sz="1200" b="1">
                <a:solidFill>
                  <a:schemeClr val="lt2"/>
                </a:solidFill>
              </a:defRPr>
            </a:lvl3pPr>
            <a:lvl4pPr lvl="3">
              <a:lnSpc>
                <a:spcPct val="115000"/>
              </a:lnSpc>
              <a:spcBef>
                <a:spcPts val="0"/>
              </a:spcBef>
              <a:spcAft>
                <a:spcPts val="0"/>
              </a:spcAft>
              <a:buNone/>
              <a:defRPr sz="1200" b="1">
                <a:solidFill>
                  <a:schemeClr val="lt2"/>
                </a:solidFill>
              </a:defRPr>
            </a:lvl4pPr>
            <a:lvl5pPr lvl="4">
              <a:lnSpc>
                <a:spcPct val="115000"/>
              </a:lnSpc>
              <a:spcBef>
                <a:spcPts val="0"/>
              </a:spcBef>
              <a:spcAft>
                <a:spcPts val="0"/>
              </a:spcAft>
              <a:buNone/>
              <a:defRPr sz="1200" b="1">
                <a:solidFill>
                  <a:schemeClr val="lt2"/>
                </a:solidFill>
              </a:defRPr>
            </a:lvl5pPr>
            <a:lvl6pPr lvl="5">
              <a:lnSpc>
                <a:spcPct val="115000"/>
              </a:lnSpc>
              <a:spcBef>
                <a:spcPts val="0"/>
              </a:spcBef>
              <a:spcAft>
                <a:spcPts val="0"/>
              </a:spcAft>
              <a:buNone/>
              <a:defRPr sz="1200" b="1">
                <a:solidFill>
                  <a:schemeClr val="lt2"/>
                </a:solidFill>
              </a:defRPr>
            </a:lvl6pPr>
            <a:lvl7pPr lvl="6">
              <a:lnSpc>
                <a:spcPct val="115000"/>
              </a:lnSpc>
              <a:spcBef>
                <a:spcPts val="0"/>
              </a:spcBef>
              <a:spcAft>
                <a:spcPts val="0"/>
              </a:spcAft>
              <a:buNone/>
              <a:defRPr sz="1200" b="1">
                <a:solidFill>
                  <a:schemeClr val="lt2"/>
                </a:solidFill>
              </a:defRPr>
            </a:lvl7pPr>
            <a:lvl8pPr lvl="7">
              <a:lnSpc>
                <a:spcPct val="115000"/>
              </a:lnSpc>
              <a:spcBef>
                <a:spcPts val="0"/>
              </a:spcBef>
              <a:spcAft>
                <a:spcPts val="0"/>
              </a:spcAft>
              <a:buNone/>
              <a:defRPr sz="1200" b="1">
                <a:solidFill>
                  <a:schemeClr val="lt2"/>
                </a:solidFill>
              </a:defRPr>
            </a:lvl8pPr>
            <a:lvl9pPr lvl="8">
              <a:lnSpc>
                <a:spcPct val="115000"/>
              </a:lnSpc>
              <a:spcBef>
                <a:spcPts val="0"/>
              </a:spcBef>
              <a:spcAft>
                <a:spcPts val="0"/>
              </a:spcAft>
              <a:buNone/>
              <a:defRPr sz="1200" b="1">
                <a:solidFill>
                  <a:schemeClr val="lt2"/>
                </a:solidFill>
              </a:defRPr>
            </a:lvl9pPr>
          </a:lstStyle>
          <a:p>
            <a:endParaRPr/>
          </a:p>
        </p:txBody>
      </p:sp>
      <p:sp>
        <p:nvSpPr>
          <p:cNvPr id="286" name="Google Shape;286;p27"/>
          <p:cNvSpPr>
            <a:spLocks noGrp="1"/>
          </p:cNvSpPr>
          <p:nvPr>
            <p:ph type="pic" idx="2"/>
          </p:nvPr>
        </p:nvSpPr>
        <p:spPr>
          <a:xfrm>
            <a:off x="1731450" y="1277775"/>
            <a:ext cx="2062500" cy="3352200"/>
          </a:xfrm>
          <a:prstGeom prst="roundRect">
            <a:avLst>
              <a:gd name="adj" fmla="val 10994"/>
            </a:avLst>
          </a:prstGeom>
          <a:noFill/>
          <a:ln>
            <a:noFill/>
          </a:ln>
        </p:spPr>
      </p:sp>
      <p:sp>
        <p:nvSpPr>
          <p:cNvPr id="287" name="Google Shape;287;p27"/>
          <p:cNvSpPr txBox="1">
            <a:spLocks noGrp="1"/>
          </p:cNvSpPr>
          <p:nvPr>
            <p:ph type="title" idx="3"/>
          </p:nvPr>
        </p:nvSpPr>
        <p:spPr>
          <a:xfrm>
            <a:off x="284775" y="282900"/>
            <a:ext cx="7851300" cy="476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88" name="Google Shape;288;p27"/>
          <p:cNvSpPr txBox="1">
            <a:spLocks noGrp="1"/>
          </p:cNvSpPr>
          <p:nvPr>
            <p:ph type="subTitle" idx="1"/>
          </p:nvPr>
        </p:nvSpPr>
        <p:spPr>
          <a:xfrm>
            <a:off x="1729925" y="1430175"/>
            <a:ext cx="2064000" cy="971400"/>
          </a:xfrm>
          <a:prstGeom prst="rect">
            <a:avLst/>
          </a:prstGeom>
        </p:spPr>
        <p:txBody>
          <a:bodyPr spcFirstLastPara="1" wrap="square" lIns="182875" tIns="0" rIns="182875" bIns="182875" anchor="t" anchorCtr="0">
            <a:noAutofit/>
          </a:bodyPr>
          <a:lstStyle>
            <a:lvl1pPr lvl="0">
              <a:spcBef>
                <a:spcPts val="0"/>
              </a:spcBef>
              <a:spcAft>
                <a:spcPts val="0"/>
              </a:spcAft>
              <a:buSzPts val="1000"/>
              <a:buNone/>
              <a:defRPr sz="1000"/>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89" name="Google Shape;289;p27"/>
          <p:cNvSpPr txBox="1">
            <a:spLocks noGrp="1"/>
          </p:cNvSpPr>
          <p:nvPr>
            <p:ph type="title" idx="4"/>
          </p:nvPr>
        </p:nvSpPr>
        <p:spPr>
          <a:xfrm>
            <a:off x="6071550" y="2401575"/>
            <a:ext cx="2787900" cy="409500"/>
          </a:xfrm>
          <a:prstGeom prst="rect">
            <a:avLst/>
          </a:prstGeom>
        </p:spPr>
        <p:txBody>
          <a:bodyPr spcFirstLastPara="1" wrap="square" lIns="164575" tIns="164575" rIns="91425" bIns="0" anchor="t" anchorCtr="0">
            <a:spAutoFit/>
          </a:bodyPr>
          <a:lstStyle>
            <a:lvl1pPr lvl="0">
              <a:spcBef>
                <a:spcPts val="0"/>
              </a:spcBef>
              <a:spcAft>
                <a:spcPts val="0"/>
              </a:spcAft>
              <a:buNone/>
              <a:defRPr sz="1000">
                <a:latin typeface="Instrument Sans SemiBold"/>
                <a:ea typeface="Instrument Sans SemiBold"/>
                <a:cs typeface="Instrument Sans SemiBold"/>
                <a:sym typeface="Instrument Sans SemiBold"/>
              </a:defRPr>
            </a:lvl1pPr>
            <a:lvl2pPr lvl="1">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2pPr>
            <a:lvl3pPr lvl="2">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3pPr>
            <a:lvl4pPr lvl="3">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4pPr>
            <a:lvl5pPr lvl="4">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5pPr>
            <a:lvl6pPr lvl="5">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6pPr>
            <a:lvl7pPr lvl="6">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7pPr>
            <a:lvl8pPr lvl="7">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8pPr>
            <a:lvl9pPr lvl="8">
              <a:lnSpc>
                <a:spcPct val="115000"/>
              </a:lnSpc>
              <a:spcBef>
                <a:spcPts val="0"/>
              </a:spcBef>
              <a:spcAft>
                <a:spcPts val="0"/>
              </a:spcAft>
              <a:buNone/>
              <a:defRPr sz="1000" b="1">
                <a:solidFill>
                  <a:schemeClr val="lt2"/>
                </a:solidFill>
                <a:latin typeface="Instrument Sans"/>
                <a:ea typeface="Instrument Sans"/>
                <a:cs typeface="Instrument Sans"/>
                <a:sym typeface="Instrument Sans"/>
              </a:defRPr>
            </a:lvl9pPr>
          </a:lstStyle>
          <a:p>
            <a:endParaRPr/>
          </a:p>
        </p:txBody>
      </p:sp>
      <p:sp>
        <p:nvSpPr>
          <p:cNvPr id="290" name="Google Shape;290;p27"/>
          <p:cNvSpPr txBox="1">
            <a:spLocks noGrp="1"/>
          </p:cNvSpPr>
          <p:nvPr>
            <p:ph type="subTitle" idx="5"/>
          </p:nvPr>
        </p:nvSpPr>
        <p:spPr>
          <a:xfrm>
            <a:off x="1731400" y="4750800"/>
            <a:ext cx="1340700" cy="103200"/>
          </a:xfrm>
          <a:prstGeom prst="rect">
            <a:avLst/>
          </a:prstGeom>
        </p:spPr>
        <p:txBody>
          <a:bodyPr spcFirstLastPara="1" wrap="square" lIns="0" tIns="0" rIns="0" bIns="0" anchor="t" anchorCtr="0">
            <a:noAutofit/>
          </a:bodyPr>
          <a:lstStyle>
            <a:lvl1pPr lvl="0">
              <a:lnSpc>
                <a:spcPct val="115000"/>
              </a:lnSpc>
              <a:spcBef>
                <a:spcPts val="0"/>
              </a:spcBef>
              <a:spcAft>
                <a:spcPts val="0"/>
              </a:spcAft>
              <a:buNone/>
              <a:defRPr sz="600"/>
            </a:lvl1pPr>
            <a:lvl2pPr lvl="1">
              <a:spcBef>
                <a:spcPts val="0"/>
              </a:spcBef>
              <a:spcAft>
                <a:spcPts val="0"/>
              </a:spcAft>
              <a:buClr>
                <a:schemeClr val="lt1"/>
              </a:buClr>
              <a:buSzPts val="600"/>
              <a:buNone/>
              <a:defRPr sz="600"/>
            </a:lvl2pPr>
            <a:lvl3pPr lvl="2">
              <a:spcBef>
                <a:spcPts val="0"/>
              </a:spcBef>
              <a:spcAft>
                <a:spcPts val="0"/>
              </a:spcAft>
              <a:buClr>
                <a:schemeClr val="lt1"/>
              </a:buClr>
              <a:buSzPts val="600"/>
              <a:buNone/>
              <a:defRPr sz="600"/>
            </a:lvl3pPr>
            <a:lvl4pPr lvl="3">
              <a:spcBef>
                <a:spcPts val="0"/>
              </a:spcBef>
              <a:spcAft>
                <a:spcPts val="0"/>
              </a:spcAft>
              <a:buClr>
                <a:schemeClr val="lt1"/>
              </a:buClr>
              <a:buSzPts val="600"/>
              <a:buNone/>
              <a:defRPr sz="600"/>
            </a:lvl4pPr>
            <a:lvl5pPr lvl="4">
              <a:spcBef>
                <a:spcPts val="0"/>
              </a:spcBef>
              <a:spcAft>
                <a:spcPts val="0"/>
              </a:spcAft>
              <a:buClr>
                <a:schemeClr val="lt1"/>
              </a:buClr>
              <a:buSzPts val="600"/>
              <a:buNone/>
              <a:defRPr sz="600"/>
            </a:lvl5pPr>
            <a:lvl6pPr lvl="5">
              <a:spcBef>
                <a:spcPts val="0"/>
              </a:spcBef>
              <a:spcAft>
                <a:spcPts val="0"/>
              </a:spcAft>
              <a:buClr>
                <a:schemeClr val="lt1"/>
              </a:buClr>
              <a:buSzPts val="600"/>
              <a:buNone/>
              <a:defRPr sz="600"/>
            </a:lvl6pPr>
            <a:lvl7pPr lvl="6">
              <a:spcBef>
                <a:spcPts val="0"/>
              </a:spcBef>
              <a:spcAft>
                <a:spcPts val="0"/>
              </a:spcAft>
              <a:buClr>
                <a:schemeClr val="lt1"/>
              </a:buClr>
              <a:buSzPts val="600"/>
              <a:buNone/>
              <a:defRPr sz="600"/>
            </a:lvl7pPr>
            <a:lvl8pPr lvl="7">
              <a:spcBef>
                <a:spcPts val="0"/>
              </a:spcBef>
              <a:spcAft>
                <a:spcPts val="0"/>
              </a:spcAft>
              <a:buClr>
                <a:schemeClr val="lt1"/>
              </a:buClr>
              <a:buSzPts val="600"/>
              <a:buNone/>
              <a:defRPr sz="600"/>
            </a:lvl8pPr>
            <a:lvl9pPr lvl="8">
              <a:spcBef>
                <a:spcPts val="0"/>
              </a:spcBef>
              <a:spcAft>
                <a:spcPts val="0"/>
              </a:spcAft>
              <a:buClr>
                <a:schemeClr val="lt1"/>
              </a:buClr>
              <a:buSzPts val="600"/>
              <a:buNone/>
              <a:defRPr sz="600"/>
            </a:lvl9pPr>
          </a:lstStyle>
          <a:p>
            <a:endParaRPr/>
          </a:p>
        </p:txBody>
      </p:sp>
      <p:sp>
        <p:nvSpPr>
          <p:cNvPr id="291" name="Google Shape;291;p27"/>
          <p:cNvSpPr txBox="1">
            <a:spLocks noGrp="1"/>
          </p:cNvSpPr>
          <p:nvPr>
            <p:ph type="subTitle" idx="6"/>
          </p:nvPr>
        </p:nvSpPr>
        <p:spPr>
          <a:xfrm>
            <a:off x="7518500" y="4750800"/>
            <a:ext cx="1340700" cy="103200"/>
          </a:xfrm>
          <a:prstGeom prst="rect">
            <a:avLst/>
          </a:prstGeom>
        </p:spPr>
        <p:txBody>
          <a:bodyPr spcFirstLastPara="1" wrap="square" lIns="0" tIns="0" rIns="0" bIns="0" anchor="t" anchorCtr="0">
            <a:noAutofit/>
          </a:bodyPr>
          <a:lstStyle>
            <a:lvl1pPr lvl="0" algn="r">
              <a:lnSpc>
                <a:spcPct val="115000"/>
              </a:lnSpc>
              <a:spcBef>
                <a:spcPts val="0"/>
              </a:spcBef>
              <a:spcAft>
                <a:spcPts val="0"/>
              </a:spcAft>
              <a:buNone/>
              <a:defRPr sz="600"/>
            </a:lvl1pPr>
            <a:lvl2pPr lvl="1" algn="r">
              <a:spcBef>
                <a:spcPts val="0"/>
              </a:spcBef>
              <a:spcAft>
                <a:spcPts val="0"/>
              </a:spcAft>
              <a:buClr>
                <a:schemeClr val="lt1"/>
              </a:buClr>
              <a:buSzPts val="600"/>
              <a:buNone/>
              <a:defRPr sz="600"/>
            </a:lvl2pPr>
            <a:lvl3pPr lvl="2" algn="r">
              <a:spcBef>
                <a:spcPts val="0"/>
              </a:spcBef>
              <a:spcAft>
                <a:spcPts val="0"/>
              </a:spcAft>
              <a:buClr>
                <a:schemeClr val="lt1"/>
              </a:buClr>
              <a:buSzPts val="600"/>
              <a:buNone/>
              <a:defRPr sz="600"/>
            </a:lvl3pPr>
            <a:lvl4pPr lvl="3" algn="r">
              <a:spcBef>
                <a:spcPts val="0"/>
              </a:spcBef>
              <a:spcAft>
                <a:spcPts val="0"/>
              </a:spcAft>
              <a:buClr>
                <a:schemeClr val="lt1"/>
              </a:buClr>
              <a:buSzPts val="600"/>
              <a:buNone/>
              <a:defRPr sz="600"/>
            </a:lvl4pPr>
            <a:lvl5pPr lvl="4" algn="r">
              <a:spcBef>
                <a:spcPts val="0"/>
              </a:spcBef>
              <a:spcAft>
                <a:spcPts val="0"/>
              </a:spcAft>
              <a:buClr>
                <a:schemeClr val="lt1"/>
              </a:buClr>
              <a:buSzPts val="600"/>
              <a:buNone/>
              <a:defRPr sz="600"/>
            </a:lvl5pPr>
            <a:lvl6pPr lvl="5" algn="r">
              <a:spcBef>
                <a:spcPts val="0"/>
              </a:spcBef>
              <a:spcAft>
                <a:spcPts val="0"/>
              </a:spcAft>
              <a:buClr>
                <a:schemeClr val="lt1"/>
              </a:buClr>
              <a:buSzPts val="600"/>
              <a:buNone/>
              <a:defRPr sz="600"/>
            </a:lvl6pPr>
            <a:lvl7pPr lvl="6" algn="r">
              <a:spcBef>
                <a:spcPts val="0"/>
              </a:spcBef>
              <a:spcAft>
                <a:spcPts val="0"/>
              </a:spcAft>
              <a:buClr>
                <a:schemeClr val="lt1"/>
              </a:buClr>
              <a:buSzPts val="600"/>
              <a:buNone/>
              <a:defRPr sz="600"/>
            </a:lvl7pPr>
            <a:lvl8pPr lvl="7" algn="r">
              <a:spcBef>
                <a:spcPts val="0"/>
              </a:spcBef>
              <a:spcAft>
                <a:spcPts val="0"/>
              </a:spcAft>
              <a:buClr>
                <a:schemeClr val="lt1"/>
              </a:buClr>
              <a:buSzPts val="600"/>
              <a:buNone/>
              <a:defRPr sz="600"/>
            </a:lvl8pPr>
            <a:lvl9pPr lvl="8" algn="r">
              <a:spcBef>
                <a:spcPts val="0"/>
              </a:spcBef>
              <a:spcAft>
                <a:spcPts val="0"/>
              </a:spcAft>
              <a:buClr>
                <a:schemeClr val="lt1"/>
              </a:buClr>
              <a:buSzPts val="600"/>
              <a:buNone/>
              <a:defRPr sz="600"/>
            </a:lvl9pPr>
          </a:lstStyle>
          <a:p>
            <a:endParaRPr/>
          </a:p>
        </p:txBody>
      </p:sp>
      <p:sp>
        <p:nvSpPr>
          <p:cNvPr id="292" name="Google Shape;292;p27"/>
          <p:cNvSpPr txBox="1">
            <a:spLocks noGrp="1"/>
          </p:cNvSpPr>
          <p:nvPr>
            <p:ph type="subTitle" idx="7"/>
          </p:nvPr>
        </p:nvSpPr>
        <p:spPr>
          <a:xfrm>
            <a:off x="4071675" y="3061794"/>
            <a:ext cx="1728300" cy="173100"/>
          </a:xfrm>
          <a:prstGeom prst="rect">
            <a:avLst/>
          </a:prstGeom>
        </p:spPr>
        <p:txBody>
          <a:bodyPr spcFirstLastPara="1" wrap="square" lIns="0" tIns="0" rIns="0" bIns="0" anchor="t" anchorCtr="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93" name="Google Shape;293;p27"/>
          <p:cNvSpPr txBox="1">
            <a:spLocks noGrp="1"/>
          </p:cNvSpPr>
          <p:nvPr>
            <p:ph type="subTitle" idx="8"/>
          </p:nvPr>
        </p:nvSpPr>
        <p:spPr>
          <a:xfrm>
            <a:off x="4071675" y="2542375"/>
            <a:ext cx="1728300" cy="519300"/>
          </a:xfrm>
          <a:prstGeom prst="rect">
            <a:avLst/>
          </a:prstGeom>
        </p:spPr>
        <p:txBody>
          <a:bodyPr spcFirstLastPara="1" wrap="square" lIns="0" tIns="0" rIns="0" bIns="0" anchor="t" anchorCtr="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a:endParaRPr/>
          </a:p>
        </p:txBody>
      </p:sp>
      <p:sp>
        <p:nvSpPr>
          <p:cNvPr id="294" name="Google Shape;294;p27"/>
          <p:cNvSpPr txBox="1">
            <a:spLocks noGrp="1"/>
          </p:cNvSpPr>
          <p:nvPr>
            <p:ph type="subTitle" idx="9"/>
          </p:nvPr>
        </p:nvSpPr>
        <p:spPr>
          <a:xfrm>
            <a:off x="4071675" y="4178694"/>
            <a:ext cx="1728300" cy="173100"/>
          </a:xfrm>
          <a:prstGeom prst="rect">
            <a:avLst/>
          </a:prstGeom>
        </p:spPr>
        <p:txBody>
          <a:bodyPr spcFirstLastPara="1" wrap="square" lIns="0" tIns="0" rIns="0" bIns="0" anchor="t" anchorCtr="0">
            <a:noAutofit/>
          </a:bodyPr>
          <a:lstStyle>
            <a:lvl1pPr lvl="0">
              <a:spcBef>
                <a:spcPts val="0"/>
              </a:spcBef>
              <a:spcAft>
                <a:spcPts val="0"/>
              </a:spcAft>
              <a:buNone/>
              <a:defRPr sz="1000">
                <a:latin typeface="Instrument Sans Medium"/>
                <a:ea typeface="Instrument Sans Medium"/>
                <a:cs typeface="Instrument Sans Medium"/>
                <a:sym typeface="Instrument Sans Medium"/>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295" name="Google Shape;295;p27"/>
          <p:cNvSpPr txBox="1">
            <a:spLocks noGrp="1"/>
          </p:cNvSpPr>
          <p:nvPr>
            <p:ph type="subTitle" idx="13"/>
          </p:nvPr>
        </p:nvSpPr>
        <p:spPr>
          <a:xfrm>
            <a:off x="4071675" y="3659275"/>
            <a:ext cx="1728300" cy="519300"/>
          </a:xfrm>
          <a:prstGeom prst="rect">
            <a:avLst/>
          </a:prstGeom>
        </p:spPr>
        <p:txBody>
          <a:bodyPr spcFirstLastPara="1" wrap="square" lIns="0" tIns="0" rIns="0" bIns="0" anchor="t" anchorCtr="0">
            <a:noAutofit/>
          </a:bodyPr>
          <a:lstStyle>
            <a:lvl1pPr lvl="0">
              <a:spcBef>
                <a:spcPts val="0"/>
              </a:spcBef>
              <a:spcAft>
                <a:spcPts val="0"/>
              </a:spcAft>
              <a:buNone/>
              <a:defRPr sz="3600">
                <a:latin typeface="Outfit"/>
                <a:ea typeface="Outfit"/>
                <a:cs typeface="Outfit"/>
                <a:sym typeface="Outfit"/>
              </a:defRPr>
            </a:lvl1pPr>
            <a:lvl2pPr lvl="1">
              <a:spcBef>
                <a:spcPts val="0"/>
              </a:spcBef>
              <a:spcAft>
                <a:spcPts val="0"/>
              </a:spcAft>
              <a:buSzPts val="3600"/>
              <a:buFont typeface="Outfit"/>
              <a:buNone/>
              <a:defRPr sz="3600">
                <a:latin typeface="Outfit"/>
                <a:ea typeface="Outfit"/>
                <a:cs typeface="Outfit"/>
                <a:sym typeface="Outfit"/>
              </a:defRPr>
            </a:lvl2pPr>
            <a:lvl3pPr lvl="2">
              <a:spcBef>
                <a:spcPts val="0"/>
              </a:spcBef>
              <a:spcAft>
                <a:spcPts val="0"/>
              </a:spcAft>
              <a:buSzPts val="3600"/>
              <a:buFont typeface="Outfit"/>
              <a:buNone/>
              <a:defRPr sz="3600">
                <a:latin typeface="Outfit"/>
                <a:ea typeface="Outfit"/>
                <a:cs typeface="Outfit"/>
                <a:sym typeface="Outfit"/>
              </a:defRPr>
            </a:lvl3pPr>
            <a:lvl4pPr lvl="3">
              <a:spcBef>
                <a:spcPts val="0"/>
              </a:spcBef>
              <a:spcAft>
                <a:spcPts val="0"/>
              </a:spcAft>
              <a:buSzPts val="3600"/>
              <a:buFont typeface="Outfit"/>
              <a:buNone/>
              <a:defRPr sz="3600">
                <a:latin typeface="Outfit"/>
                <a:ea typeface="Outfit"/>
                <a:cs typeface="Outfit"/>
                <a:sym typeface="Outfit"/>
              </a:defRPr>
            </a:lvl4pPr>
            <a:lvl5pPr lvl="4">
              <a:spcBef>
                <a:spcPts val="0"/>
              </a:spcBef>
              <a:spcAft>
                <a:spcPts val="0"/>
              </a:spcAft>
              <a:buSzPts val="3600"/>
              <a:buFont typeface="Outfit"/>
              <a:buNone/>
              <a:defRPr sz="3600">
                <a:latin typeface="Outfit"/>
                <a:ea typeface="Outfit"/>
                <a:cs typeface="Outfit"/>
                <a:sym typeface="Outfit"/>
              </a:defRPr>
            </a:lvl5pPr>
            <a:lvl6pPr lvl="5">
              <a:spcBef>
                <a:spcPts val="0"/>
              </a:spcBef>
              <a:spcAft>
                <a:spcPts val="0"/>
              </a:spcAft>
              <a:buSzPts val="3600"/>
              <a:buFont typeface="Outfit"/>
              <a:buNone/>
              <a:defRPr sz="3600">
                <a:latin typeface="Outfit"/>
                <a:ea typeface="Outfit"/>
                <a:cs typeface="Outfit"/>
                <a:sym typeface="Outfit"/>
              </a:defRPr>
            </a:lvl6pPr>
            <a:lvl7pPr lvl="6">
              <a:spcBef>
                <a:spcPts val="0"/>
              </a:spcBef>
              <a:spcAft>
                <a:spcPts val="0"/>
              </a:spcAft>
              <a:buSzPts val="3600"/>
              <a:buFont typeface="Outfit"/>
              <a:buNone/>
              <a:defRPr sz="3600">
                <a:latin typeface="Outfit"/>
                <a:ea typeface="Outfit"/>
                <a:cs typeface="Outfit"/>
                <a:sym typeface="Outfit"/>
              </a:defRPr>
            </a:lvl7pPr>
            <a:lvl8pPr lvl="7">
              <a:spcBef>
                <a:spcPts val="0"/>
              </a:spcBef>
              <a:spcAft>
                <a:spcPts val="0"/>
              </a:spcAft>
              <a:buSzPts val="3600"/>
              <a:buFont typeface="Outfit"/>
              <a:buNone/>
              <a:defRPr sz="3600">
                <a:latin typeface="Outfit"/>
                <a:ea typeface="Outfit"/>
                <a:cs typeface="Outfit"/>
                <a:sym typeface="Outfit"/>
              </a:defRPr>
            </a:lvl8pPr>
            <a:lvl9pPr lvl="8">
              <a:spcBef>
                <a:spcPts val="0"/>
              </a:spcBef>
              <a:spcAft>
                <a:spcPts val="0"/>
              </a:spcAft>
              <a:buSzPts val="3600"/>
              <a:buFont typeface="Outfit"/>
              <a:buNone/>
              <a:defRPr sz="3600">
                <a:latin typeface="Outfit"/>
                <a:ea typeface="Outfit"/>
                <a:cs typeface="Outfit"/>
                <a:sym typeface="Outfit"/>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ntent table">
  <p:cSld name="CUSTOM_11">
    <p:spTree>
      <p:nvGrpSpPr>
        <p:cNvPr id="1" name="Shape 296"/>
        <p:cNvGrpSpPr/>
        <p:nvPr/>
      </p:nvGrpSpPr>
      <p:grpSpPr>
        <a:xfrm>
          <a:off x="0" y="0"/>
          <a:ext cx="0" cy="0"/>
          <a:chOff x="0" y="0"/>
          <a:chExt cx="0" cy="0"/>
        </a:xfrm>
      </p:grpSpPr>
      <p:sp>
        <p:nvSpPr>
          <p:cNvPr id="297" name="Google Shape;297;p28"/>
          <p:cNvSpPr txBox="1">
            <a:spLocks noGrp="1"/>
          </p:cNvSpPr>
          <p:nvPr>
            <p:ph type="title"/>
          </p:nvPr>
        </p:nvSpPr>
        <p:spPr>
          <a:xfrm>
            <a:off x="284775" y="282900"/>
            <a:ext cx="7851300" cy="476400"/>
          </a:xfrm>
          <a:prstGeom prst="rect">
            <a:avLst/>
          </a:prstGeom>
        </p:spPr>
        <p:txBody>
          <a:bodyPr spcFirstLastPara="1" wrap="square" lIns="0" tIns="0" rIns="0" bIns="0"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98" name="Google Shape;298;p28"/>
          <p:cNvSpPr txBox="1">
            <a:spLocks noGrp="1"/>
          </p:cNvSpPr>
          <p:nvPr>
            <p:ph type="subTitle" idx="1"/>
          </p:nvPr>
        </p:nvSpPr>
        <p:spPr>
          <a:xfrm>
            <a:off x="2455100" y="1661000"/>
            <a:ext cx="2064000" cy="195300"/>
          </a:xfrm>
          <a:prstGeom prst="rect">
            <a:avLst/>
          </a:prstGeom>
        </p:spPr>
        <p:txBody>
          <a:bodyPr spcFirstLastPara="1" wrap="square" lIns="0" tIns="0" rIns="0" bIns="0" anchor="ctr" anchorCtr="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299" name="Google Shape;299;p28"/>
          <p:cNvSpPr txBox="1">
            <a:spLocks noGrp="1"/>
          </p:cNvSpPr>
          <p:nvPr>
            <p:ph type="subTitle" idx="2"/>
          </p:nvPr>
        </p:nvSpPr>
        <p:spPr>
          <a:xfrm>
            <a:off x="4624900" y="1661000"/>
            <a:ext cx="2064000" cy="195300"/>
          </a:xfrm>
          <a:prstGeom prst="rect">
            <a:avLst/>
          </a:prstGeom>
        </p:spPr>
        <p:txBody>
          <a:bodyPr spcFirstLastPara="1" wrap="square" lIns="0" tIns="0" rIns="0" bIns="0" anchor="ctr" anchorCtr="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00" name="Google Shape;300;p28"/>
          <p:cNvSpPr txBox="1">
            <a:spLocks noGrp="1"/>
          </p:cNvSpPr>
          <p:nvPr>
            <p:ph type="subTitle" idx="3"/>
          </p:nvPr>
        </p:nvSpPr>
        <p:spPr>
          <a:xfrm>
            <a:off x="6794700" y="1661000"/>
            <a:ext cx="2064000" cy="195300"/>
          </a:xfrm>
          <a:prstGeom prst="rect">
            <a:avLst/>
          </a:prstGeom>
        </p:spPr>
        <p:txBody>
          <a:bodyPr spcFirstLastPara="1" wrap="square" lIns="0" tIns="0" rIns="0" bIns="0" anchor="ctr" anchorCtr="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01" name="Google Shape;301;p28"/>
          <p:cNvSpPr txBox="1">
            <a:spLocks noGrp="1"/>
          </p:cNvSpPr>
          <p:nvPr>
            <p:ph type="subTitle" idx="4"/>
          </p:nvPr>
        </p:nvSpPr>
        <p:spPr>
          <a:xfrm>
            <a:off x="391275" y="1661000"/>
            <a:ext cx="1957500" cy="195300"/>
          </a:xfrm>
          <a:prstGeom prst="rect">
            <a:avLst/>
          </a:prstGeom>
        </p:spPr>
        <p:txBody>
          <a:bodyPr spcFirstLastPara="1" wrap="square" lIns="0" tIns="0" rIns="0" bIns="0" anchor="ctr" anchorCtr="0">
            <a:noAutofit/>
          </a:bodyPr>
          <a:lstStyle>
            <a:lvl1pPr lvl="0">
              <a:spcBef>
                <a:spcPts val="0"/>
              </a:spcBef>
              <a:spcAft>
                <a:spcPts val="0"/>
              </a:spcAft>
              <a:buNone/>
              <a:defRPr>
                <a:latin typeface="Outfit SemiBold"/>
                <a:ea typeface="Outfit SemiBold"/>
                <a:cs typeface="Outfit SemiBold"/>
                <a:sym typeface="Outfit SemiBold"/>
              </a:defRPr>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02" name="Google Shape;302;p28"/>
          <p:cNvSpPr txBox="1">
            <a:spLocks noGrp="1"/>
          </p:cNvSpPr>
          <p:nvPr>
            <p:ph type="subTitle" idx="5"/>
          </p:nvPr>
        </p:nvSpPr>
        <p:spPr>
          <a:xfrm>
            <a:off x="391275" y="2111375"/>
            <a:ext cx="1957500" cy="195300"/>
          </a:xfrm>
          <a:prstGeom prst="rect">
            <a:avLst/>
          </a:prstGeom>
        </p:spPr>
        <p:txBody>
          <a:bodyPr spcFirstLastPara="1" wrap="square" lIns="0" tIns="0" rIns="182875" bIns="0" anchor="t" anchorCtr="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303" name="Google Shape;303;p28"/>
          <p:cNvSpPr txBox="1">
            <a:spLocks noGrp="1"/>
          </p:cNvSpPr>
          <p:nvPr>
            <p:ph type="subTitle" idx="6"/>
          </p:nvPr>
        </p:nvSpPr>
        <p:spPr>
          <a:xfrm>
            <a:off x="391275" y="3160850"/>
            <a:ext cx="1957500" cy="195300"/>
          </a:xfrm>
          <a:prstGeom prst="rect">
            <a:avLst/>
          </a:prstGeom>
        </p:spPr>
        <p:txBody>
          <a:bodyPr spcFirstLastPara="1" wrap="square" lIns="0" tIns="0" rIns="182875" bIns="0" anchor="t" anchorCtr="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304" name="Google Shape;304;p28"/>
          <p:cNvSpPr txBox="1">
            <a:spLocks noGrp="1"/>
          </p:cNvSpPr>
          <p:nvPr>
            <p:ph type="subTitle" idx="7"/>
          </p:nvPr>
        </p:nvSpPr>
        <p:spPr>
          <a:xfrm>
            <a:off x="391275" y="4049675"/>
            <a:ext cx="1957500" cy="195300"/>
          </a:xfrm>
          <a:prstGeom prst="rect">
            <a:avLst/>
          </a:prstGeom>
        </p:spPr>
        <p:txBody>
          <a:bodyPr spcFirstLastPara="1" wrap="square" lIns="0" tIns="0" rIns="182875" bIns="0" anchor="t" anchorCtr="0">
            <a:noAutofit/>
          </a:bodyPr>
          <a:lstStyle>
            <a:lvl1pPr lvl="0">
              <a:spcBef>
                <a:spcPts val="0"/>
              </a:spcBef>
              <a:spcAft>
                <a:spcPts val="0"/>
              </a:spcAft>
              <a:buNone/>
              <a:defRPr sz="1000">
                <a:latin typeface="Outfit SemiBold"/>
                <a:ea typeface="Outfit SemiBold"/>
                <a:cs typeface="Outfit SemiBold"/>
                <a:sym typeface="Outfit SemiBold"/>
              </a:defRPr>
            </a:lvl1pPr>
            <a:lvl2pPr lvl="1">
              <a:lnSpc>
                <a:spcPct val="90000"/>
              </a:lnSpc>
              <a:spcBef>
                <a:spcPts val="0"/>
              </a:spcBef>
              <a:spcAft>
                <a:spcPts val="0"/>
              </a:spcAft>
              <a:buSzPts val="1000"/>
              <a:buFont typeface="Outfit"/>
              <a:buNone/>
              <a:defRPr sz="1000">
                <a:latin typeface="Outfit"/>
                <a:ea typeface="Outfit"/>
                <a:cs typeface="Outfit"/>
                <a:sym typeface="Outfit"/>
              </a:defRPr>
            </a:lvl2pPr>
            <a:lvl3pPr lvl="2">
              <a:lnSpc>
                <a:spcPct val="90000"/>
              </a:lnSpc>
              <a:spcBef>
                <a:spcPts val="0"/>
              </a:spcBef>
              <a:spcAft>
                <a:spcPts val="0"/>
              </a:spcAft>
              <a:buSzPts val="1000"/>
              <a:buFont typeface="Outfit"/>
              <a:buNone/>
              <a:defRPr sz="1000">
                <a:latin typeface="Outfit"/>
                <a:ea typeface="Outfit"/>
                <a:cs typeface="Outfit"/>
                <a:sym typeface="Outfit"/>
              </a:defRPr>
            </a:lvl3pPr>
            <a:lvl4pPr lvl="3">
              <a:lnSpc>
                <a:spcPct val="90000"/>
              </a:lnSpc>
              <a:spcBef>
                <a:spcPts val="0"/>
              </a:spcBef>
              <a:spcAft>
                <a:spcPts val="0"/>
              </a:spcAft>
              <a:buSzPts val="1000"/>
              <a:buFont typeface="Outfit"/>
              <a:buNone/>
              <a:defRPr sz="1000">
                <a:latin typeface="Outfit"/>
                <a:ea typeface="Outfit"/>
                <a:cs typeface="Outfit"/>
                <a:sym typeface="Outfit"/>
              </a:defRPr>
            </a:lvl4pPr>
            <a:lvl5pPr lvl="4">
              <a:lnSpc>
                <a:spcPct val="90000"/>
              </a:lnSpc>
              <a:spcBef>
                <a:spcPts val="0"/>
              </a:spcBef>
              <a:spcAft>
                <a:spcPts val="0"/>
              </a:spcAft>
              <a:buSzPts val="1000"/>
              <a:buFont typeface="Outfit"/>
              <a:buNone/>
              <a:defRPr sz="1000">
                <a:latin typeface="Outfit"/>
                <a:ea typeface="Outfit"/>
                <a:cs typeface="Outfit"/>
                <a:sym typeface="Outfit"/>
              </a:defRPr>
            </a:lvl5pPr>
            <a:lvl6pPr lvl="5">
              <a:lnSpc>
                <a:spcPct val="90000"/>
              </a:lnSpc>
              <a:spcBef>
                <a:spcPts val="0"/>
              </a:spcBef>
              <a:spcAft>
                <a:spcPts val="0"/>
              </a:spcAft>
              <a:buSzPts val="1000"/>
              <a:buFont typeface="Outfit"/>
              <a:buNone/>
              <a:defRPr sz="1000">
                <a:latin typeface="Outfit"/>
                <a:ea typeface="Outfit"/>
                <a:cs typeface="Outfit"/>
                <a:sym typeface="Outfit"/>
              </a:defRPr>
            </a:lvl6pPr>
            <a:lvl7pPr lvl="6">
              <a:lnSpc>
                <a:spcPct val="90000"/>
              </a:lnSpc>
              <a:spcBef>
                <a:spcPts val="0"/>
              </a:spcBef>
              <a:spcAft>
                <a:spcPts val="0"/>
              </a:spcAft>
              <a:buSzPts val="1000"/>
              <a:buFont typeface="Outfit"/>
              <a:buNone/>
              <a:defRPr sz="1000">
                <a:latin typeface="Outfit"/>
                <a:ea typeface="Outfit"/>
                <a:cs typeface="Outfit"/>
                <a:sym typeface="Outfit"/>
              </a:defRPr>
            </a:lvl7pPr>
            <a:lvl8pPr lvl="7">
              <a:lnSpc>
                <a:spcPct val="90000"/>
              </a:lnSpc>
              <a:spcBef>
                <a:spcPts val="0"/>
              </a:spcBef>
              <a:spcAft>
                <a:spcPts val="0"/>
              </a:spcAft>
              <a:buSzPts val="1000"/>
              <a:buFont typeface="Outfit"/>
              <a:buNone/>
              <a:defRPr sz="1000">
                <a:latin typeface="Outfit"/>
                <a:ea typeface="Outfit"/>
                <a:cs typeface="Outfit"/>
                <a:sym typeface="Outfit"/>
              </a:defRPr>
            </a:lvl8pPr>
            <a:lvl9pPr lvl="8">
              <a:lnSpc>
                <a:spcPct val="90000"/>
              </a:lnSpc>
              <a:spcBef>
                <a:spcPts val="0"/>
              </a:spcBef>
              <a:spcAft>
                <a:spcPts val="0"/>
              </a:spcAft>
              <a:buSzPts val="1000"/>
              <a:buFont typeface="Outfit"/>
              <a:buNone/>
              <a:defRPr sz="1000">
                <a:latin typeface="Outfit"/>
                <a:ea typeface="Outfit"/>
                <a:cs typeface="Outfit"/>
                <a:sym typeface="Outfit"/>
              </a:defRPr>
            </a:lvl9pPr>
          </a:lstStyle>
          <a:p>
            <a:endParaRPr/>
          </a:p>
        </p:txBody>
      </p:sp>
      <p:sp>
        <p:nvSpPr>
          <p:cNvPr id="305" name="Google Shape;305;p28"/>
          <p:cNvSpPr txBox="1">
            <a:spLocks noGrp="1"/>
          </p:cNvSpPr>
          <p:nvPr>
            <p:ph type="subTitle" idx="8"/>
          </p:nvPr>
        </p:nvSpPr>
        <p:spPr>
          <a:xfrm>
            <a:off x="2455100" y="2111375"/>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06" name="Google Shape;306;p28"/>
          <p:cNvSpPr txBox="1">
            <a:spLocks noGrp="1"/>
          </p:cNvSpPr>
          <p:nvPr>
            <p:ph type="subTitle" idx="9"/>
          </p:nvPr>
        </p:nvSpPr>
        <p:spPr>
          <a:xfrm>
            <a:off x="2455100" y="3174088"/>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07" name="Google Shape;307;p28"/>
          <p:cNvSpPr txBox="1">
            <a:spLocks noGrp="1"/>
          </p:cNvSpPr>
          <p:nvPr>
            <p:ph type="subTitle" idx="13"/>
          </p:nvPr>
        </p:nvSpPr>
        <p:spPr>
          <a:xfrm>
            <a:off x="2455100" y="4075913"/>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08" name="Google Shape;308;p28"/>
          <p:cNvSpPr txBox="1">
            <a:spLocks noGrp="1"/>
          </p:cNvSpPr>
          <p:nvPr>
            <p:ph type="subTitle" idx="14"/>
          </p:nvPr>
        </p:nvSpPr>
        <p:spPr>
          <a:xfrm>
            <a:off x="4625425" y="2111375"/>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09" name="Google Shape;309;p28"/>
          <p:cNvSpPr txBox="1">
            <a:spLocks noGrp="1"/>
          </p:cNvSpPr>
          <p:nvPr>
            <p:ph type="subTitle" idx="15"/>
          </p:nvPr>
        </p:nvSpPr>
        <p:spPr>
          <a:xfrm>
            <a:off x="4625425" y="3174088"/>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10" name="Google Shape;310;p28"/>
          <p:cNvSpPr txBox="1">
            <a:spLocks noGrp="1"/>
          </p:cNvSpPr>
          <p:nvPr>
            <p:ph type="subTitle" idx="16"/>
          </p:nvPr>
        </p:nvSpPr>
        <p:spPr>
          <a:xfrm>
            <a:off x="4625425" y="4075913"/>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11" name="Google Shape;311;p28"/>
          <p:cNvSpPr txBox="1">
            <a:spLocks noGrp="1"/>
          </p:cNvSpPr>
          <p:nvPr>
            <p:ph type="subTitle" idx="17"/>
          </p:nvPr>
        </p:nvSpPr>
        <p:spPr>
          <a:xfrm>
            <a:off x="6795750" y="2111375"/>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12" name="Google Shape;312;p28"/>
          <p:cNvSpPr txBox="1">
            <a:spLocks noGrp="1"/>
          </p:cNvSpPr>
          <p:nvPr>
            <p:ph type="subTitle" idx="18"/>
          </p:nvPr>
        </p:nvSpPr>
        <p:spPr>
          <a:xfrm>
            <a:off x="6795750" y="3174088"/>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
        <p:nvSpPr>
          <p:cNvPr id="313" name="Google Shape;313;p28"/>
          <p:cNvSpPr txBox="1">
            <a:spLocks noGrp="1"/>
          </p:cNvSpPr>
          <p:nvPr>
            <p:ph type="subTitle" idx="19"/>
          </p:nvPr>
        </p:nvSpPr>
        <p:spPr>
          <a:xfrm>
            <a:off x="6795750" y="4075913"/>
            <a:ext cx="2064000" cy="661200"/>
          </a:xfrm>
          <a:prstGeom prst="rect">
            <a:avLst/>
          </a:prstGeom>
        </p:spPr>
        <p:txBody>
          <a:bodyPr spcFirstLastPara="1" wrap="square" lIns="0" tIns="0" rIns="182875" bIns="0" anchor="t" anchorCtr="0">
            <a:noAutofit/>
          </a:bodyPr>
          <a:lstStyle>
            <a:lvl1pPr lvl="0">
              <a:spcBef>
                <a:spcPts val="0"/>
              </a:spcBef>
              <a:spcAft>
                <a:spcPts val="0"/>
              </a:spcAft>
              <a:buNone/>
              <a:defRPr sz="1000"/>
            </a:lvl1pPr>
            <a:lvl2pPr lvl="1">
              <a:lnSpc>
                <a:spcPct val="90000"/>
              </a:lnSpc>
              <a:spcBef>
                <a:spcPts val="0"/>
              </a:spcBef>
              <a:spcAft>
                <a:spcPts val="0"/>
              </a:spcAft>
              <a:buSzPts val="1200"/>
              <a:buFont typeface="Outfit"/>
              <a:buNone/>
              <a:defRPr>
                <a:latin typeface="Outfit"/>
                <a:ea typeface="Outfit"/>
                <a:cs typeface="Outfit"/>
                <a:sym typeface="Outfit"/>
              </a:defRPr>
            </a:lvl2pPr>
            <a:lvl3pPr lvl="2">
              <a:lnSpc>
                <a:spcPct val="90000"/>
              </a:lnSpc>
              <a:spcBef>
                <a:spcPts val="0"/>
              </a:spcBef>
              <a:spcAft>
                <a:spcPts val="0"/>
              </a:spcAft>
              <a:buSzPts val="1200"/>
              <a:buFont typeface="Outfit"/>
              <a:buNone/>
              <a:defRPr>
                <a:latin typeface="Outfit"/>
                <a:ea typeface="Outfit"/>
                <a:cs typeface="Outfit"/>
                <a:sym typeface="Outfit"/>
              </a:defRPr>
            </a:lvl3pPr>
            <a:lvl4pPr lvl="3">
              <a:lnSpc>
                <a:spcPct val="90000"/>
              </a:lnSpc>
              <a:spcBef>
                <a:spcPts val="0"/>
              </a:spcBef>
              <a:spcAft>
                <a:spcPts val="0"/>
              </a:spcAft>
              <a:buSzPts val="1200"/>
              <a:buFont typeface="Outfit"/>
              <a:buNone/>
              <a:defRPr>
                <a:latin typeface="Outfit"/>
                <a:ea typeface="Outfit"/>
                <a:cs typeface="Outfit"/>
                <a:sym typeface="Outfit"/>
              </a:defRPr>
            </a:lvl4pPr>
            <a:lvl5pPr lvl="4">
              <a:lnSpc>
                <a:spcPct val="90000"/>
              </a:lnSpc>
              <a:spcBef>
                <a:spcPts val="0"/>
              </a:spcBef>
              <a:spcAft>
                <a:spcPts val="0"/>
              </a:spcAft>
              <a:buSzPts val="1200"/>
              <a:buFont typeface="Outfit"/>
              <a:buNone/>
              <a:defRPr>
                <a:latin typeface="Outfit"/>
                <a:ea typeface="Outfit"/>
                <a:cs typeface="Outfit"/>
                <a:sym typeface="Outfit"/>
              </a:defRPr>
            </a:lvl5pPr>
            <a:lvl6pPr lvl="5">
              <a:lnSpc>
                <a:spcPct val="90000"/>
              </a:lnSpc>
              <a:spcBef>
                <a:spcPts val="0"/>
              </a:spcBef>
              <a:spcAft>
                <a:spcPts val="0"/>
              </a:spcAft>
              <a:buSzPts val="1200"/>
              <a:buFont typeface="Outfit"/>
              <a:buNone/>
              <a:defRPr>
                <a:latin typeface="Outfit"/>
                <a:ea typeface="Outfit"/>
                <a:cs typeface="Outfit"/>
                <a:sym typeface="Outfit"/>
              </a:defRPr>
            </a:lvl6pPr>
            <a:lvl7pPr lvl="6">
              <a:lnSpc>
                <a:spcPct val="90000"/>
              </a:lnSpc>
              <a:spcBef>
                <a:spcPts val="0"/>
              </a:spcBef>
              <a:spcAft>
                <a:spcPts val="0"/>
              </a:spcAft>
              <a:buSzPts val="1200"/>
              <a:buFont typeface="Outfit"/>
              <a:buNone/>
              <a:defRPr>
                <a:latin typeface="Outfit"/>
                <a:ea typeface="Outfit"/>
                <a:cs typeface="Outfit"/>
                <a:sym typeface="Outfit"/>
              </a:defRPr>
            </a:lvl7pPr>
            <a:lvl8pPr lvl="7">
              <a:lnSpc>
                <a:spcPct val="90000"/>
              </a:lnSpc>
              <a:spcBef>
                <a:spcPts val="0"/>
              </a:spcBef>
              <a:spcAft>
                <a:spcPts val="0"/>
              </a:spcAft>
              <a:buSzPts val="1200"/>
              <a:buFont typeface="Outfit"/>
              <a:buNone/>
              <a:defRPr>
                <a:latin typeface="Outfit"/>
                <a:ea typeface="Outfit"/>
                <a:cs typeface="Outfit"/>
                <a:sym typeface="Outfit"/>
              </a:defRPr>
            </a:lvl8pPr>
            <a:lvl9pPr lvl="8">
              <a:lnSpc>
                <a:spcPct val="90000"/>
              </a:lnSpc>
              <a:spcBef>
                <a:spcPts val="0"/>
              </a:spcBef>
              <a:spcAft>
                <a:spcPts val="0"/>
              </a:spcAft>
              <a:buSzPts val="1200"/>
              <a:buFont typeface="Outfit"/>
              <a:buNone/>
              <a:defRPr>
                <a:latin typeface="Outfit"/>
                <a:ea typeface="Outfit"/>
                <a:cs typeface="Outfit"/>
                <a:sym typeface="Outfi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14"/>
        <p:cNvGrpSpPr/>
        <p:nvPr/>
      </p:nvGrpSpPr>
      <p:grpSpPr>
        <a:xfrm>
          <a:off x="0" y="0"/>
          <a:ext cx="0" cy="0"/>
          <a:chOff x="0" y="0"/>
          <a:chExt cx="0" cy="0"/>
        </a:xfrm>
      </p:grpSpPr>
      <p:sp>
        <p:nvSpPr>
          <p:cNvPr id="315" name="Google Shape;315;p29"/>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16" name="Google Shape;316;p29"/>
          <p:cNvSpPr txBox="1">
            <a:spLocks noGrp="1"/>
          </p:cNvSpPr>
          <p:nvPr>
            <p:ph type="subTitle" idx="1"/>
          </p:nvPr>
        </p:nvSpPr>
        <p:spPr>
          <a:xfrm>
            <a:off x="311700" y="2834125"/>
            <a:ext cx="8520600" cy="792600"/>
          </a:xfrm>
          <a:prstGeom prst="rect">
            <a:avLst/>
          </a:prstGeom>
        </p:spPr>
        <p:txBody>
          <a:bodyPr spcFirstLastPara="1" wrap="square" lIns="0" tIns="0" rIns="0" bIns="0"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17"/>
        <p:cNvGrpSpPr/>
        <p:nvPr/>
      </p:nvGrpSpPr>
      <p:grpSpPr>
        <a:xfrm>
          <a:off x="0" y="0"/>
          <a:ext cx="0" cy="0"/>
          <a:chOff x="0" y="0"/>
          <a:chExt cx="0" cy="0"/>
        </a:xfrm>
      </p:grpSpPr>
      <p:sp>
        <p:nvSpPr>
          <p:cNvPr id="318" name="Google Shape;318;p30"/>
          <p:cNvSpPr txBox="1">
            <a:spLocks noGrp="1"/>
          </p:cNvSpPr>
          <p:nvPr>
            <p:ph type="title"/>
          </p:nvPr>
        </p:nvSpPr>
        <p:spPr>
          <a:xfrm>
            <a:off x="311700" y="2150850"/>
            <a:ext cx="8520600" cy="8418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19"/>
        <p:cNvGrpSpPr/>
        <p:nvPr/>
      </p:nvGrpSpPr>
      <p:grpSpPr>
        <a:xfrm>
          <a:off x="0" y="0"/>
          <a:ext cx="0" cy="0"/>
          <a:chOff x="0" y="0"/>
          <a:chExt cx="0" cy="0"/>
        </a:xfrm>
      </p:grpSpPr>
      <p:sp>
        <p:nvSpPr>
          <p:cNvPr id="320" name="Google Shape;320;p31"/>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321" name="Google Shape;321;p31"/>
          <p:cNvSpPr txBox="1">
            <a:spLocks noGrp="1"/>
          </p:cNvSpPr>
          <p:nvPr>
            <p:ph type="body" idx="1"/>
          </p:nvPr>
        </p:nvSpPr>
        <p:spPr>
          <a:xfrm>
            <a:off x="311700" y="1152475"/>
            <a:ext cx="8520600" cy="34164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22"/>
        <p:cNvGrpSpPr/>
        <p:nvPr/>
      </p:nvGrpSpPr>
      <p:grpSpPr>
        <a:xfrm>
          <a:off x="0" y="0"/>
          <a:ext cx="0" cy="0"/>
          <a:chOff x="0" y="0"/>
          <a:chExt cx="0" cy="0"/>
        </a:xfrm>
      </p:grpSpPr>
      <p:sp>
        <p:nvSpPr>
          <p:cNvPr id="323" name="Google Shape;323;p32"/>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324" name="Google Shape;324;p32"/>
          <p:cNvSpPr txBox="1">
            <a:spLocks noGrp="1"/>
          </p:cNvSpPr>
          <p:nvPr>
            <p:ph type="body" idx="1"/>
          </p:nvPr>
        </p:nvSpPr>
        <p:spPr>
          <a:xfrm>
            <a:off x="311700" y="1152475"/>
            <a:ext cx="3999900" cy="34164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5" name="Google Shape;325;p32"/>
          <p:cNvSpPr txBox="1">
            <a:spLocks noGrp="1"/>
          </p:cNvSpPr>
          <p:nvPr>
            <p:ph type="body" idx="2"/>
          </p:nvPr>
        </p:nvSpPr>
        <p:spPr>
          <a:xfrm>
            <a:off x="4832400" y="1152475"/>
            <a:ext cx="3999900" cy="34164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26"/>
        <p:cNvGrpSpPr/>
        <p:nvPr/>
      </p:nvGrpSpPr>
      <p:grpSpPr>
        <a:xfrm>
          <a:off x="0" y="0"/>
          <a:ext cx="0" cy="0"/>
          <a:chOff x="0" y="0"/>
          <a:chExt cx="0" cy="0"/>
        </a:xfrm>
      </p:grpSpPr>
      <p:sp>
        <p:nvSpPr>
          <p:cNvPr id="327" name="Google Shape;327;p33"/>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8"/>
        <p:cNvGrpSpPr/>
        <p:nvPr/>
      </p:nvGrpSpPr>
      <p:grpSpPr>
        <a:xfrm>
          <a:off x="0" y="0"/>
          <a:ext cx="0" cy="0"/>
          <a:chOff x="0" y="0"/>
          <a:chExt cx="0" cy="0"/>
        </a:xfrm>
      </p:grpSpPr>
      <p:sp>
        <p:nvSpPr>
          <p:cNvPr id="329" name="Google Shape;329;p34"/>
          <p:cNvSpPr txBox="1">
            <a:spLocks noGrp="1"/>
          </p:cNvSpPr>
          <p:nvPr>
            <p:ph type="title"/>
          </p:nvPr>
        </p:nvSpPr>
        <p:spPr>
          <a:xfrm>
            <a:off x="311700" y="555600"/>
            <a:ext cx="2808000" cy="755700"/>
          </a:xfrm>
          <a:prstGeom prst="rect">
            <a:avLst/>
          </a:prstGeom>
        </p:spPr>
        <p:txBody>
          <a:bodyPr spcFirstLastPara="1" wrap="square" lIns="0" tIns="0" rIns="0" bIns="0"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30" name="Google Shape;330;p34"/>
          <p:cNvSpPr txBox="1">
            <a:spLocks noGrp="1"/>
          </p:cNvSpPr>
          <p:nvPr>
            <p:ph type="body" idx="1"/>
          </p:nvPr>
        </p:nvSpPr>
        <p:spPr>
          <a:xfrm>
            <a:off x="311700" y="1389600"/>
            <a:ext cx="2808000" cy="31794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31"/>
        <p:cNvGrpSpPr/>
        <p:nvPr/>
      </p:nvGrpSpPr>
      <p:grpSpPr>
        <a:xfrm>
          <a:off x="0" y="0"/>
          <a:ext cx="0" cy="0"/>
          <a:chOff x="0" y="0"/>
          <a:chExt cx="0" cy="0"/>
        </a:xfrm>
      </p:grpSpPr>
      <p:sp>
        <p:nvSpPr>
          <p:cNvPr id="332" name="Google Shape;332;p35"/>
          <p:cNvSpPr txBox="1">
            <a:spLocks noGrp="1"/>
          </p:cNvSpPr>
          <p:nvPr>
            <p:ph type="title"/>
          </p:nvPr>
        </p:nvSpPr>
        <p:spPr>
          <a:xfrm>
            <a:off x="490250" y="450150"/>
            <a:ext cx="6367800" cy="4090800"/>
          </a:xfrm>
          <a:prstGeom prst="rect">
            <a:avLst/>
          </a:prstGeom>
        </p:spPr>
        <p:txBody>
          <a:bodyPr spcFirstLastPara="1" wrap="square" lIns="0" tIns="0" rIns="0" bIns="0"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33"/>
        <p:cNvGrpSpPr/>
        <p:nvPr/>
      </p:nvGrpSpPr>
      <p:grpSpPr>
        <a:xfrm>
          <a:off x="0" y="0"/>
          <a:ext cx="0" cy="0"/>
          <a:chOff x="0" y="0"/>
          <a:chExt cx="0" cy="0"/>
        </a:xfrm>
      </p:grpSpPr>
      <p:sp>
        <p:nvSpPr>
          <p:cNvPr id="334" name="Google Shape;334;p36"/>
          <p:cNvSpPr txBox="1">
            <a:spLocks noGrp="1"/>
          </p:cNvSpPr>
          <p:nvPr>
            <p:ph type="title"/>
          </p:nvPr>
        </p:nvSpPr>
        <p:spPr>
          <a:xfrm>
            <a:off x="265500" y="1233175"/>
            <a:ext cx="4045200" cy="1482300"/>
          </a:xfrm>
          <a:prstGeom prst="rect">
            <a:avLst/>
          </a:prstGeom>
        </p:spPr>
        <p:txBody>
          <a:bodyPr spcFirstLastPara="1" wrap="square" lIns="0" tIns="0" rIns="0" bIns="0"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5" name="Google Shape;335;p36"/>
          <p:cNvSpPr txBox="1">
            <a:spLocks noGrp="1"/>
          </p:cNvSpPr>
          <p:nvPr>
            <p:ph type="subTitle" idx="1"/>
          </p:nvPr>
        </p:nvSpPr>
        <p:spPr>
          <a:xfrm>
            <a:off x="265500" y="2803075"/>
            <a:ext cx="4045200" cy="1235100"/>
          </a:xfrm>
          <a:prstGeom prst="rect">
            <a:avLst/>
          </a:prstGeom>
        </p:spPr>
        <p:txBody>
          <a:bodyPr spcFirstLastPara="1" wrap="square" lIns="0" tIns="0" rIns="0" bIns="0"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36" name="Google Shape;336;p36"/>
          <p:cNvSpPr txBox="1">
            <a:spLocks noGrp="1"/>
          </p:cNvSpPr>
          <p:nvPr>
            <p:ph type="body" idx="2"/>
          </p:nvPr>
        </p:nvSpPr>
        <p:spPr>
          <a:xfrm>
            <a:off x="4939500" y="724075"/>
            <a:ext cx="3837000" cy="3695100"/>
          </a:xfrm>
          <a:prstGeom prst="rect">
            <a:avLst/>
          </a:prstGeom>
        </p:spPr>
        <p:txBody>
          <a:bodyPr spcFirstLastPara="1" wrap="square" lIns="0" tIns="0" rIns="0" bIns="0"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37"/>
        <p:cNvGrpSpPr/>
        <p:nvPr/>
      </p:nvGrpSpPr>
      <p:grpSpPr>
        <a:xfrm>
          <a:off x="0" y="0"/>
          <a:ext cx="0" cy="0"/>
          <a:chOff x="0" y="0"/>
          <a:chExt cx="0" cy="0"/>
        </a:xfrm>
      </p:grpSpPr>
      <p:sp>
        <p:nvSpPr>
          <p:cNvPr id="338" name="Google Shape;338;p37"/>
          <p:cNvSpPr txBox="1">
            <a:spLocks noGrp="1"/>
          </p:cNvSpPr>
          <p:nvPr>
            <p:ph type="body" idx="1"/>
          </p:nvPr>
        </p:nvSpPr>
        <p:spPr>
          <a:xfrm>
            <a:off x="311700" y="4230575"/>
            <a:ext cx="5998800" cy="605100"/>
          </a:xfrm>
          <a:prstGeom prst="rect">
            <a:avLst/>
          </a:prstGeom>
        </p:spPr>
        <p:txBody>
          <a:bodyPr spcFirstLastPara="1" wrap="square" lIns="0" tIns="0" rIns="0" bIns="0"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39"/>
        <p:cNvGrpSpPr/>
        <p:nvPr/>
      </p:nvGrpSpPr>
      <p:grpSpPr>
        <a:xfrm>
          <a:off x="0" y="0"/>
          <a:ext cx="0" cy="0"/>
          <a:chOff x="0" y="0"/>
          <a:chExt cx="0" cy="0"/>
        </a:xfrm>
      </p:grpSpPr>
      <p:sp>
        <p:nvSpPr>
          <p:cNvPr id="340" name="Google Shape;340;p38"/>
          <p:cNvSpPr txBox="1">
            <a:spLocks noGrp="1"/>
          </p:cNvSpPr>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1" name="Google Shape;341;p38"/>
          <p:cNvSpPr txBox="1">
            <a:spLocks noGrp="1"/>
          </p:cNvSpPr>
          <p:nvPr>
            <p:ph type="body" idx="1"/>
          </p:nvPr>
        </p:nvSpPr>
        <p:spPr>
          <a:xfrm>
            <a:off x="311700" y="3152225"/>
            <a:ext cx="8520600" cy="1300800"/>
          </a:xfrm>
          <a:prstGeom prst="rect">
            <a:avLst/>
          </a:prstGeom>
        </p:spPr>
        <p:txBody>
          <a:bodyPr spcFirstLastPara="1" wrap="square" lIns="0" tIns="0" rIns="0" bIns="0"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42"/>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43"/>
        <p:cNvGrpSpPr/>
        <p:nvPr/>
      </p:nvGrpSpPr>
      <p:grpSpPr>
        <a:xfrm>
          <a:off x="0" y="0"/>
          <a:ext cx="0" cy="0"/>
          <a:chOff x="0" y="0"/>
          <a:chExt cx="0" cy="0"/>
        </a:xfrm>
      </p:grpSpPr>
      <p:sp>
        <p:nvSpPr>
          <p:cNvPr id="344" name="Google Shape;344;p40"/>
          <p:cNvSpPr txBox="1">
            <a:spLocks noGrp="1"/>
          </p:cNvSpPr>
          <p:nvPr>
            <p:ph type="title"/>
          </p:nvPr>
        </p:nvSpPr>
        <p:spPr>
          <a:xfrm>
            <a:off x="677325" y="1832775"/>
            <a:ext cx="3217200" cy="1484100"/>
          </a:xfrm>
          <a:prstGeom prst="rect">
            <a:avLst/>
          </a:prstGeom>
        </p:spPr>
        <p:txBody>
          <a:bodyPr spcFirstLastPara="1" wrap="square" lIns="0" tIns="0" rIns="0" bIns="0" anchor="ctr" anchorCtr="0">
            <a:noAutofit/>
          </a:bodyPr>
          <a:lstStyle>
            <a:lvl1pPr lvl="0">
              <a:spcBef>
                <a:spcPts val="0"/>
              </a:spcBef>
              <a:spcAft>
                <a:spcPts val="0"/>
              </a:spcAft>
              <a:buSzPts val="4200"/>
              <a:buNone/>
              <a:defRPr sz="4200"/>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345" name="Google Shape;345;p40"/>
          <p:cNvSpPr txBox="1">
            <a:spLocks noGrp="1"/>
          </p:cNvSpPr>
          <p:nvPr>
            <p:ph type="subTitle" idx="1"/>
          </p:nvPr>
        </p:nvSpPr>
        <p:spPr>
          <a:xfrm>
            <a:off x="4406650" y="393750"/>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6" name="Google Shape;346;p40"/>
          <p:cNvSpPr txBox="1">
            <a:spLocks noGrp="1"/>
          </p:cNvSpPr>
          <p:nvPr>
            <p:ph type="subTitle" idx="2"/>
          </p:nvPr>
        </p:nvSpPr>
        <p:spPr>
          <a:xfrm>
            <a:off x="4406650" y="1151705"/>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7" name="Google Shape;347;p40"/>
          <p:cNvSpPr txBox="1">
            <a:spLocks noGrp="1"/>
          </p:cNvSpPr>
          <p:nvPr>
            <p:ph type="subTitle" idx="3"/>
          </p:nvPr>
        </p:nvSpPr>
        <p:spPr>
          <a:xfrm>
            <a:off x="4406650" y="3425570"/>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8" name="Google Shape;348;p40"/>
          <p:cNvSpPr txBox="1">
            <a:spLocks noGrp="1"/>
          </p:cNvSpPr>
          <p:nvPr>
            <p:ph type="subTitle" idx="4"/>
          </p:nvPr>
        </p:nvSpPr>
        <p:spPr>
          <a:xfrm>
            <a:off x="4406650" y="1909660"/>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9" name="Google Shape;349;p40"/>
          <p:cNvSpPr txBox="1">
            <a:spLocks noGrp="1"/>
          </p:cNvSpPr>
          <p:nvPr>
            <p:ph type="subTitle" idx="5"/>
          </p:nvPr>
        </p:nvSpPr>
        <p:spPr>
          <a:xfrm>
            <a:off x="4406650" y="4183525"/>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0" name="Google Shape;350;p40"/>
          <p:cNvSpPr txBox="1">
            <a:spLocks noGrp="1"/>
          </p:cNvSpPr>
          <p:nvPr>
            <p:ph type="subTitle" idx="6"/>
          </p:nvPr>
        </p:nvSpPr>
        <p:spPr>
          <a:xfrm>
            <a:off x="4406650" y="2667615"/>
            <a:ext cx="44097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351"/>
        <p:cNvGrpSpPr/>
        <p:nvPr/>
      </p:nvGrpSpPr>
      <p:grpSpPr>
        <a:xfrm>
          <a:off x="0" y="0"/>
          <a:ext cx="0" cy="0"/>
          <a:chOff x="0" y="0"/>
          <a:chExt cx="0" cy="0"/>
        </a:xfrm>
      </p:grpSpPr>
      <p:sp>
        <p:nvSpPr>
          <p:cNvPr id="352" name="Google Shape;352;p41"/>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353" name="Google Shape;353;p41"/>
          <p:cNvSpPr txBox="1">
            <a:spLocks noGrp="1"/>
          </p:cNvSpPr>
          <p:nvPr>
            <p:ph type="body" idx="1"/>
          </p:nvPr>
        </p:nvSpPr>
        <p:spPr>
          <a:xfrm>
            <a:off x="311700" y="1152475"/>
            <a:ext cx="4473900" cy="34164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4" name="Google Shape;354;p41"/>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55"/>
        <p:cNvGrpSpPr/>
        <p:nvPr/>
      </p:nvGrpSpPr>
      <p:grpSpPr>
        <a:xfrm>
          <a:off x="0" y="0"/>
          <a:ext cx="0" cy="0"/>
          <a:chOff x="0" y="0"/>
          <a:chExt cx="0" cy="0"/>
        </a:xfrm>
      </p:grpSpPr>
      <p:sp>
        <p:nvSpPr>
          <p:cNvPr id="356" name="Google Shape;356;p42"/>
          <p:cNvSpPr txBox="1">
            <a:spLocks noGrp="1"/>
          </p:cNvSpPr>
          <p:nvPr>
            <p:ph type="title"/>
          </p:nvPr>
        </p:nvSpPr>
        <p:spPr>
          <a:xfrm>
            <a:off x="483175"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7" name="Google Shape;357;p42"/>
          <p:cNvSpPr txBox="1">
            <a:spLocks noGrp="1"/>
          </p:cNvSpPr>
          <p:nvPr>
            <p:ph type="body" idx="1"/>
          </p:nvPr>
        </p:nvSpPr>
        <p:spPr>
          <a:xfrm>
            <a:off x="483150" y="2237788"/>
            <a:ext cx="3619800" cy="23736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8" name="Google Shape;358;p42"/>
          <p:cNvSpPr txBox="1">
            <a:spLocks noGrp="1"/>
          </p:cNvSpPr>
          <p:nvPr>
            <p:ph type="body" idx="2"/>
          </p:nvPr>
        </p:nvSpPr>
        <p:spPr>
          <a:xfrm>
            <a:off x="5048000" y="2237788"/>
            <a:ext cx="3619800" cy="23736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9" name="Google Shape;359;p42"/>
          <p:cNvSpPr txBox="1">
            <a:spLocks noGrp="1"/>
          </p:cNvSpPr>
          <p:nvPr>
            <p:ph type="subTitle" idx="3"/>
          </p:nvPr>
        </p:nvSpPr>
        <p:spPr>
          <a:xfrm>
            <a:off x="483150" y="1336161"/>
            <a:ext cx="36198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0" name="Google Shape;360;p42"/>
          <p:cNvSpPr txBox="1">
            <a:spLocks noGrp="1"/>
          </p:cNvSpPr>
          <p:nvPr>
            <p:ph type="subTitle" idx="4"/>
          </p:nvPr>
        </p:nvSpPr>
        <p:spPr>
          <a:xfrm>
            <a:off x="5048000" y="1336161"/>
            <a:ext cx="3619800" cy="5427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61"/>
        <p:cNvGrpSpPr/>
        <p:nvPr/>
      </p:nvGrpSpPr>
      <p:grpSpPr>
        <a:xfrm>
          <a:off x="0" y="0"/>
          <a:ext cx="0" cy="0"/>
          <a:chOff x="0" y="0"/>
          <a:chExt cx="0" cy="0"/>
        </a:xfrm>
      </p:grpSpPr>
      <p:sp>
        <p:nvSpPr>
          <p:cNvPr id="362" name="Google Shape;362;p43"/>
          <p:cNvSpPr txBox="1">
            <a:spLocks noGrp="1"/>
          </p:cNvSpPr>
          <p:nvPr>
            <p:ph type="body" idx="1"/>
          </p:nvPr>
        </p:nvSpPr>
        <p:spPr>
          <a:xfrm>
            <a:off x="483175" y="2417500"/>
            <a:ext cx="2455500" cy="23736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3" name="Google Shape;363;p43"/>
          <p:cNvSpPr txBox="1">
            <a:spLocks noGrp="1"/>
          </p:cNvSpPr>
          <p:nvPr>
            <p:ph type="body" idx="2"/>
          </p:nvPr>
        </p:nvSpPr>
        <p:spPr>
          <a:xfrm>
            <a:off x="3347725" y="2417500"/>
            <a:ext cx="2455500" cy="23736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4" name="Google Shape;364;p43"/>
          <p:cNvSpPr txBox="1">
            <a:spLocks noGrp="1"/>
          </p:cNvSpPr>
          <p:nvPr>
            <p:ph type="title"/>
          </p:nvPr>
        </p:nvSpPr>
        <p:spPr>
          <a:xfrm>
            <a:off x="483175"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65" name="Google Shape;365;p43"/>
          <p:cNvSpPr txBox="1">
            <a:spLocks noGrp="1"/>
          </p:cNvSpPr>
          <p:nvPr>
            <p:ph type="subTitle" idx="3"/>
          </p:nvPr>
        </p:nvSpPr>
        <p:spPr>
          <a:xfrm>
            <a:off x="483175" y="1336150"/>
            <a:ext cx="2455500" cy="7785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6" name="Google Shape;366;p43"/>
          <p:cNvSpPr txBox="1">
            <a:spLocks noGrp="1"/>
          </p:cNvSpPr>
          <p:nvPr>
            <p:ph type="subTitle" idx="4"/>
          </p:nvPr>
        </p:nvSpPr>
        <p:spPr>
          <a:xfrm>
            <a:off x="3347725" y="1336150"/>
            <a:ext cx="2455500" cy="7785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7" name="Google Shape;367;p43"/>
          <p:cNvSpPr txBox="1">
            <a:spLocks noGrp="1"/>
          </p:cNvSpPr>
          <p:nvPr>
            <p:ph type="subTitle" idx="5"/>
          </p:nvPr>
        </p:nvSpPr>
        <p:spPr>
          <a:xfrm>
            <a:off x="6212275" y="1336150"/>
            <a:ext cx="2455500" cy="7785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8" name="Google Shape;368;p43"/>
          <p:cNvSpPr txBox="1">
            <a:spLocks noGrp="1"/>
          </p:cNvSpPr>
          <p:nvPr>
            <p:ph type="body" idx="6"/>
          </p:nvPr>
        </p:nvSpPr>
        <p:spPr>
          <a:xfrm>
            <a:off x="6212275" y="2417500"/>
            <a:ext cx="2455500" cy="23736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69"/>
        <p:cNvGrpSpPr/>
        <p:nvPr/>
      </p:nvGrpSpPr>
      <p:grpSpPr>
        <a:xfrm>
          <a:off x="0" y="0"/>
          <a:ext cx="0" cy="0"/>
          <a:chOff x="0" y="0"/>
          <a:chExt cx="0" cy="0"/>
        </a:xfrm>
      </p:grpSpPr>
      <p:sp>
        <p:nvSpPr>
          <p:cNvPr id="370" name="Google Shape;370;p44"/>
          <p:cNvSpPr txBox="1">
            <a:spLocks noGrp="1"/>
          </p:cNvSpPr>
          <p:nvPr>
            <p:ph type="body" idx="1"/>
          </p:nvPr>
        </p:nvSpPr>
        <p:spPr>
          <a:xfrm>
            <a:off x="366725" y="1759093"/>
            <a:ext cx="3838500" cy="11385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1" name="Google Shape;371;p44"/>
          <p:cNvSpPr txBox="1">
            <a:spLocks noGrp="1"/>
          </p:cNvSpPr>
          <p:nvPr>
            <p:ph type="body" idx="2"/>
          </p:nvPr>
        </p:nvSpPr>
        <p:spPr>
          <a:xfrm>
            <a:off x="4938725" y="1759093"/>
            <a:ext cx="3838500" cy="11385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2" name="Google Shape;372;p44"/>
          <p:cNvSpPr txBox="1">
            <a:spLocks noGrp="1"/>
          </p:cNvSpPr>
          <p:nvPr>
            <p:ph type="body" idx="3"/>
          </p:nvPr>
        </p:nvSpPr>
        <p:spPr>
          <a:xfrm>
            <a:off x="366750" y="3648575"/>
            <a:ext cx="3838500" cy="11385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3" name="Google Shape;373;p44"/>
          <p:cNvSpPr txBox="1">
            <a:spLocks noGrp="1"/>
          </p:cNvSpPr>
          <p:nvPr>
            <p:ph type="body" idx="4"/>
          </p:nvPr>
        </p:nvSpPr>
        <p:spPr>
          <a:xfrm>
            <a:off x="4938750" y="3648575"/>
            <a:ext cx="3838500" cy="11385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4" name="Google Shape;374;p44"/>
          <p:cNvSpPr txBox="1">
            <a:spLocks noGrp="1"/>
          </p:cNvSpPr>
          <p:nvPr>
            <p:ph type="title"/>
          </p:nvPr>
        </p:nvSpPr>
        <p:spPr>
          <a:xfrm>
            <a:off x="366750"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75" name="Google Shape;375;p44"/>
          <p:cNvSpPr txBox="1">
            <a:spLocks noGrp="1"/>
          </p:cNvSpPr>
          <p:nvPr>
            <p:ph type="subTitle" idx="5"/>
          </p:nvPr>
        </p:nvSpPr>
        <p:spPr>
          <a:xfrm>
            <a:off x="366763" y="1277907"/>
            <a:ext cx="3838500" cy="4812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6" name="Google Shape;376;p44"/>
          <p:cNvSpPr txBox="1">
            <a:spLocks noGrp="1"/>
          </p:cNvSpPr>
          <p:nvPr>
            <p:ph type="subTitle" idx="6"/>
          </p:nvPr>
        </p:nvSpPr>
        <p:spPr>
          <a:xfrm>
            <a:off x="4938738" y="1277907"/>
            <a:ext cx="3838500" cy="4812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7" name="Google Shape;377;p44"/>
          <p:cNvSpPr txBox="1">
            <a:spLocks noGrp="1"/>
          </p:cNvSpPr>
          <p:nvPr>
            <p:ph type="subTitle" idx="7"/>
          </p:nvPr>
        </p:nvSpPr>
        <p:spPr>
          <a:xfrm>
            <a:off x="4938761" y="3167363"/>
            <a:ext cx="3838500" cy="4812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8" name="Google Shape;378;p44"/>
          <p:cNvSpPr txBox="1">
            <a:spLocks noGrp="1"/>
          </p:cNvSpPr>
          <p:nvPr>
            <p:ph type="subTitle" idx="8"/>
          </p:nvPr>
        </p:nvSpPr>
        <p:spPr>
          <a:xfrm>
            <a:off x="366750" y="3167363"/>
            <a:ext cx="3838500" cy="481200"/>
          </a:xfrm>
          <a:prstGeom prst="rect">
            <a:avLst/>
          </a:prstGeom>
        </p:spPr>
        <p:txBody>
          <a:bodyPr spcFirstLastPara="1" wrap="square" lIns="0" tIns="0" rIns="0" bIns="0"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79"/>
        <p:cNvGrpSpPr/>
        <p:nvPr/>
      </p:nvGrpSpPr>
      <p:grpSpPr>
        <a:xfrm>
          <a:off x="0" y="0"/>
          <a:ext cx="0" cy="0"/>
          <a:chOff x="0" y="0"/>
          <a:chExt cx="0" cy="0"/>
        </a:xfrm>
      </p:grpSpPr>
      <p:sp>
        <p:nvSpPr>
          <p:cNvPr id="380" name="Google Shape;380;p45"/>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381" name="Google Shape;381;p45"/>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82"/>
        <p:cNvGrpSpPr/>
        <p:nvPr/>
      </p:nvGrpSpPr>
      <p:grpSpPr>
        <a:xfrm>
          <a:off x="0" y="0"/>
          <a:ext cx="0" cy="0"/>
          <a:chOff x="0" y="0"/>
          <a:chExt cx="0" cy="0"/>
        </a:xfrm>
      </p:grpSpPr>
      <p:sp>
        <p:nvSpPr>
          <p:cNvPr id="383" name="Google Shape;383;p46"/>
          <p:cNvSpPr txBox="1">
            <a:spLocks noGrp="1"/>
          </p:cNvSpPr>
          <p:nvPr>
            <p:ph type="body" idx="1"/>
          </p:nvPr>
        </p:nvSpPr>
        <p:spPr>
          <a:xfrm>
            <a:off x="311700" y="4080225"/>
            <a:ext cx="4027500" cy="9261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4" name="Google Shape;384;p46"/>
          <p:cNvSpPr>
            <a:spLocks noGrp="1"/>
          </p:cNvSpPr>
          <p:nvPr>
            <p:ph type="pic" idx="2"/>
          </p:nvPr>
        </p:nvSpPr>
        <p:spPr>
          <a:xfrm>
            <a:off x="4804825" y="1133300"/>
            <a:ext cx="4027500" cy="2392800"/>
          </a:xfrm>
          <a:prstGeom prst="rect">
            <a:avLst/>
          </a:prstGeom>
          <a:noFill/>
          <a:ln>
            <a:noFill/>
          </a:ln>
        </p:spPr>
      </p:sp>
      <p:sp>
        <p:nvSpPr>
          <p:cNvPr id="385" name="Google Shape;385;p46"/>
          <p:cNvSpPr>
            <a:spLocks noGrp="1"/>
          </p:cNvSpPr>
          <p:nvPr>
            <p:ph type="pic" idx="3"/>
          </p:nvPr>
        </p:nvSpPr>
        <p:spPr>
          <a:xfrm>
            <a:off x="311725" y="1133300"/>
            <a:ext cx="4027500" cy="2392800"/>
          </a:xfrm>
          <a:prstGeom prst="rect">
            <a:avLst/>
          </a:prstGeom>
          <a:noFill/>
          <a:ln>
            <a:noFill/>
          </a:ln>
        </p:spPr>
      </p:sp>
      <p:sp>
        <p:nvSpPr>
          <p:cNvPr id="386" name="Google Shape;386;p46"/>
          <p:cNvSpPr txBox="1">
            <a:spLocks noGrp="1"/>
          </p:cNvSpPr>
          <p:nvPr>
            <p:ph type="body" idx="4"/>
          </p:nvPr>
        </p:nvSpPr>
        <p:spPr>
          <a:xfrm>
            <a:off x="4804825" y="4080225"/>
            <a:ext cx="4027500" cy="9261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7" name="Google Shape;387;p46"/>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388" name="Google Shape;388;p46"/>
          <p:cNvSpPr txBox="1">
            <a:spLocks noGrp="1"/>
          </p:cNvSpPr>
          <p:nvPr>
            <p:ph type="subTitle" idx="5"/>
          </p:nvPr>
        </p:nvSpPr>
        <p:spPr>
          <a:xfrm>
            <a:off x="311725" y="3582900"/>
            <a:ext cx="4027500" cy="481200"/>
          </a:xfrm>
          <a:prstGeom prst="rect">
            <a:avLst/>
          </a:prstGeom>
        </p:spPr>
        <p:txBody>
          <a:bodyPr spcFirstLastPara="1" wrap="square" lIns="0" tIns="0" rIns="0" bIns="0" anchor="t" anchorCtr="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89" name="Google Shape;389;p46"/>
          <p:cNvSpPr txBox="1">
            <a:spLocks noGrp="1"/>
          </p:cNvSpPr>
          <p:nvPr>
            <p:ph type="subTitle" idx="6"/>
          </p:nvPr>
        </p:nvSpPr>
        <p:spPr>
          <a:xfrm>
            <a:off x="4804825" y="3582900"/>
            <a:ext cx="4027500" cy="481200"/>
          </a:xfrm>
          <a:prstGeom prst="rect">
            <a:avLst/>
          </a:prstGeom>
        </p:spPr>
        <p:txBody>
          <a:bodyPr spcFirstLastPara="1" wrap="square" lIns="0" tIns="0" rIns="0" bIns="0" anchor="t" anchorCtr="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90"/>
        <p:cNvGrpSpPr/>
        <p:nvPr/>
      </p:nvGrpSpPr>
      <p:grpSpPr>
        <a:xfrm>
          <a:off x="0" y="0"/>
          <a:ext cx="0" cy="0"/>
          <a:chOff x="0" y="0"/>
          <a:chExt cx="0" cy="0"/>
        </a:xfrm>
      </p:grpSpPr>
      <p:sp>
        <p:nvSpPr>
          <p:cNvPr id="391" name="Google Shape;391;p47"/>
          <p:cNvSpPr txBox="1">
            <a:spLocks noGrp="1"/>
          </p:cNvSpPr>
          <p:nvPr>
            <p:ph type="body" idx="1"/>
          </p:nvPr>
        </p:nvSpPr>
        <p:spPr>
          <a:xfrm>
            <a:off x="311700" y="3911700"/>
            <a:ext cx="2627100" cy="1018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2" name="Google Shape;392;p47"/>
          <p:cNvSpPr>
            <a:spLocks noGrp="1"/>
          </p:cNvSpPr>
          <p:nvPr>
            <p:ph type="pic" idx="2"/>
          </p:nvPr>
        </p:nvSpPr>
        <p:spPr>
          <a:xfrm>
            <a:off x="6205225" y="1128325"/>
            <a:ext cx="2627100" cy="2273100"/>
          </a:xfrm>
          <a:prstGeom prst="rect">
            <a:avLst/>
          </a:prstGeom>
          <a:noFill/>
          <a:ln>
            <a:noFill/>
          </a:ln>
        </p:spPr>
      </p:sp>
      <p:sp>
        <p:nvSpPr>
          <p:cNvPr id="393" name="Google Shape;393;p47"/>
          <p:cNvSpPr>
            <a:spLocks noGrp="1"/>
          </p:cNvSpPr>
          <p:nvPr>
            <p:ph type="pic" idx="3"/>
          </p:nvPr>
        </p:nvSpPr>
        <p:spPr>
          <a:xfrm>
            <a:off x="311725" y="1128325"/>
            <a:ext cx="2627100" cy="2273100"/>
          </a:xfrm>
          <a:prstGeom prst="rect">
            <a:avLst/>
          </a:prstGeom>
          <a:noFill/>
          <a:ln>
            <a:noFill/>
          </a:ln>
        </p:spPr>
      </p:sp>
      <p:sp>
        <p:nvSpPr>
          <p:cNvPr id="394" name="Google Shape;394;p47"/>
          <p:cNvSpPr txBox="1">
            <a:spLocks noGrp="1"/>
          </p:cNvSpPr>
          <p:nvPr>
            <p:ph type="body" idx="4"/>
          </p:nvPr>
        </p:nvSpPr>
        <p:spPr>
          <a:xfrm>
            <a:off x="6205225" y="3911700"/>
            <a:ext cx="2627100" cy="1018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5" name="Google Shape;395;p47"/>
          <p:cNvSpPr>
            <a:spLocks noGrp="1"/>
          </p:cNvSpPr>
          <p:nvPr>
            <p:ph type="pic" idx="5"/>
          </p:nvPr>
        </p:nvSpPr>
        <p:spPr>
          <a:xfrm>
            <a:off x="3255250" y="1128325"/>
            <a:ext cx="2627100" cy="2273100"/>
          </a:xfrm>
          <a:prstGeom prst="rect">
            <a:avLst/>
          </a:prstGeom>
          <a:noFill/>
          <a:ln>
            <a:noFill/>
          </a:ln>
        </p:spPr>
      </p:sp>
      <p:sp>
        <p:nvSpPr>
          <p:cNvPr id="396" name="Google Shape;396;p47"/>
          <p:cNvSpPr txBox="1">
            <a:spLocks noGrp="1"/>
          </p:cNvSpPr>
          <p:nvPr>
            <p:ph type="body" idx="6"/>
          </p:nvPr>
        </p:nvSpPr>
        <p:spPr>
          <a:xfrm>
            <a:off x="3255250" y="3911700"/>
            <a:ext cx="2627100" cy="10185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7" name="Google Shape;397;p47"/>
          <p:cNvSpPr txBox="1">
            <a:spLocks noGrp="1"/>
          </p:cNvSpPr>
          <p:nvPr>
            <p:ph type="title"/>
          </p:nvPr>
        </p:nvSpPr>
        <p:spPr>
          <a:xfrm>
            <a:off x="311700" y="445025"/>
            <a:ext cx="8520600" cy="572700"/>
          </a:xfrm>
          <a:prstGeom prst="rect">
            <a:avLst/>
          </a:prstGeom>
        </p:spPr>
        <p:txBody>
          <a:bodyPr spcFirstLastPara="1" wrap="square" lIns="0" tIns="0" rIns="0" bIns="0" anchor="t" anchorCtr="0">
            <a:no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398" name="Google Shape;398;p47"/>
          <p:cNvSpPr txBox="1">
            <a:spLocks noGrp="1"/>
          </p:cNvSpPr>
          <p:nvPr>
            <p:ph type="subTitle" idx="7"/>
          </p:nvPr>
        </p:nvSpPr>
        <p:spPr>
          <a:xfrm>
            <a:off x="311725" y="3430500"/>
            <a:ext cx="2627100" cy="481200"/>
          </a:xfrm>
          <a:prstGeom prst="rect">
            <a:avLst/>
          </a:prstGeom>
        </p:spPr>
        <p:txBody>
          <a:bodyPr spcFirstLastPara="1" wrap="square" lIns="0" tIns="0" rIns="0" bIns="0" anchor="t" anchorCtr="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99" name="Google Shape;399;p47"/>
          <p:cNvSpPr txBox="1">
            <a:spLocks noGrp="1"/>
          </p:cNvSpPr>
          <p:nvPr>
            <p:ph type="subTitle" idx="8"/>
          </p:nvPr>
        </p:nvSpPr>
        <p:spPr>
          <a:xfrm>
            <a:off x="6205225" y="3430500"/>
            <a:ext cx="2627100" cy="481200"/>
          </a:xfrm>
          <a:prstGeom prst="rect">
            <a:avLst/>
          </a:prstGeom>
        </p:spPr>
        <p:txBody>
          <a:bodyPr spcFirstLastPara="1" wrap="square" lIns="0" tIns="0" rIns="0" bIns="0" anchor="t" anchorCtr="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00" name="Google Shape;400;p47"/>
          <p:cNvSpPr txBox="1">
            <a:spLocks noGrp="1"/>
          </p:cNvSpPr>
          <p:nvPr>
            <p:ph type="subTitle" idx="9"/>
          </p:nvPr>
        </p:nvSpPr>
        <p:spPr>
          <a:xfrm>
            <a:off x="3255250" y="3430500"/>
            <a:ext cx="2627100" cy="481200"/>
          </a:xfrm>
          <a:prstGeom prst="rect">
            <a:avLst/>
          </a:prstGeom>
        </p:spPr>
        <p:txBody>
          <a:bodyPr spcFirstLastPara="1" wrap="square" lIns="0" tIns="0" rIns="0" bIns="0" anchor="t" anchorCtr="0">
            <a:noAutofit/>
          </a:bodyPr>
          <a:lstStyle>
            <a:lvl1pPr lvl="0">
              <a:spcBef>
                <a:spcPts val="0"/>
              </a:spcBef>
              <a:spcAft>
                <a:spcPts val="0"/>
              </a:spcAft>
              <a:buSzPts val="12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01"/>
        <p:cNvGrpSpPr/>
        <p:nvPr/>
      </p:nvGrpSpPr>
      <p:grpSpPr>
        <a:xfrm>
          <a:off x="0" y="0"/>
          <a:ext cx="0" cy="0"/>
          <a:chOff x="0" y="0"/>
          <a:chExt cx="0" cy="0"/>
        </a:xfrm>
      </p:grpSpPr>
      <p:sp>
        <p:nvSpPr>
          <p:cNvPr id="402" name="Google Shape;402;p48"/>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03"/>
        <p:cNvGrpSpPr/>
        <p:nvPr/>
      </p:nvGrpSpPr>
      <p:grpSpPr>
        <a:xfrm>
          <a:off x="0" y="0"/>
          <a:ext cx="0" cy="0"/>
          <a:chOff x="0" y="0"/>
          <a:chExt cx="0" cy="0"/>
        </a:xfrm>
      </p:grpSpPr>
      <p:sp>
        <p:nvSpPr>
          <p:cNvPr id="404" name="Google Shape;404;p49"/>
          <p:cNvSpPr>
            <a:spLocks noGrp="1"/>
          </p:cNvSpPr>
          <p:nvPr>
            <p:ph type="pic" idx="2"/>
          </p:nvPr>
        </p:nvSpPr>
        <p:spPr>
          <a:xfrm>
            <a:off x="3389600" y="118913"/>
            <a:ext cx="1643700" cy="1535100"/>
          </a:xfrm>
          <a:prstGeom prst="rect">
            <a:avLst/>
          </a:prstGeom>
          <a:noFill/>
          <a:ln>
            <a:noFill/>
          </a:ln>
        </p:spPr>
      </p:sp>
      <p:sp>
        <p:nvSpPr>
          <p:cNvPr id="405" name="Google Shape;405;p49"/>
          <p:cNvSpPr>
            <a:spLocks noGrp="1"/>
          </p:cNvSpPr>
          <p:nvPr>
            <p:ph type="pic" idx="3"/>
          </p:nvPr>
        </p:nvSpPr>
        <p:spPr>
          <a:xfrm>
            <a:off x="5195935" y="118913"/>
            <a:ext cx="1643700" cy="1535100"/>
          </a:xfrm>
          <a:prstGeom prst="rect">
            <a:avLst/>
          </a:prstGeom>
          <a:noFill/>
          <a:ln>
            <a:noFill/>
          </a:ln>
        </p:spPr>
      </p:sp>
      <p:sp>
        <p:nvSpPr>
          <p:cNvPr id="406" name="Google Shape;406;p49"/>
          <p:cNvSpPr>
            <a:spLocks noGrp="1"/>
          </p:cNvSpPr>
          <p:nvPr>
            <p:ph type="pic" idx="4"/>
          </p:nvPr>
        </p:nvSpPr>
        <p:spPr>
          <a:xfrm>
            <a:off x="7002270" y="118913"/>
            <a:ext cx="1643700" cy="1535100"/>
          </a:xfrm>
          <a:prstGeom prst="rect">
            <a:avLst/>
          </a:prstGeom>
          <a:noFill/>
          <a:ln>
            <a:noFill/>
          </a:ln>
        </p:spPr>
      </p:sp>
      <p:sp>
        <p:nvSpPr>
          <p:cNvPr id="407" name="Google Shape;407;p49"/>
          <p:cNvSpPr>
            <a:spLocks noGrp="1"/>
          </p:cNvSpPr>
          <p:nvPr>
            <p:ph type="pic" idx="5"/>
          </p:nvPr>
        </p:nvSpPr>
        <p:spPr>
          <a:xfrm>
            <a:off x="3389588" y="1804212"/>
            <a:ext cx="1643700" cy="1535100"/>
          </a:xfrm>
          <a:prstGeom prst="rect">
            <a:avLst/>
          </a:prstGeom>
          <a:noFill/>
          <a:ln>
            <a:noFill/>
          </a:ln>
        </p:spPr>
      </p:sp>
      <p:sp>
        <p:nvSpPr>
          <p:cNvPr id="408" name="Google Shape;408;p49"/>
          <p:cNvSpPr>
            <a:spLocks noGrp="1"/>
          </p:cNvSpPr>
          <p:nvPr>
            <p:ph type="pic" idx="6"/>
          </p:nvPr>
        </p:nvSpPr>
        <p:spPr>
          <a:xfrm>
            <a:off x="5195922" y="1804212"/>
            <a:ext cx="1643700" cy="1535100"/>
          </a:xfrm>
          <a:prstGeom prst="rect">
            <a:avLst/>
          </a:prstGeom>
          <a:noFill/>
          <a:ln>
            <a:noFill/>
          </a:ln>
        </p:spPr>
      </p:sp>
      <p:sp>
        <p:nvSpPr>
          <p:cNvPr id="409" name="Google Shape;409;p49"/>
          <p:cNvSpPr>
            <a:spLocks noGrp="1"/>
          </p:cNvSpPr>
          <p:nvPr>
            <p:ph type="pic" idx="7"/>
          </p:nvPr>
        </p:nvSpPr>
        <p:spPr>
          <a:xfrm>
            <a:off x="7002257" y="1804212"/>
            <a:ext cx="1643700" cy="1535100"/>
          </a:xfrm>
          <a:prstGeom prst="rect">
            <a:avLst/>
          </a:prstGeom>
          <a:noFill/>
          <a:ln>
            <a:noFill/>
          </a:ln>
        </p:spPr>
      </p:sp>
      <p:sp>
        <p:nvSpPr>
          <p:cNvPr id="410" name="Google Shape;410;p49"/>
          <p:cNvSpPr txBox="1">
            <a:spLocks noGrp="1"/>
          </p:cNvSpPr>
          <p:nvPr>
            <p:ph type="title"/>
          </p:nvPr>
        </p:nvSpPr>
        <p:spPr>
          <a:xfrm>
            <a:off x="351550" y="445025"/>
            <a:ext cx="2596800" cy="1706400"/>
          </a:xfrm>
          <a:prstGeom prst="rect">
            <a:avLst/>
          </a:prstGeom>
        </p:spPr>
        <p:txBody>
          <a:bodyPr spcFirstLastPara="1" wrap="square" lIns="0" tIns="0" rIns="0" bIns="0" anchor="t" anchorCtr="0">
            <a:spAutoFit/>
          </a:bodyPr>
          <a:lstStyle>
            <a:lvl1pPr lvl="0">
              <a:spcBef>
                <a:spcPts val="0"/>
              </a:spcBef>
              <a:spcAft>
                <a:spcPts val="0"/>
              </a:spcAft>
              <a:buSzPts val="6000"/>
              <a:buNone/>
              <a:defRPr/>
            </a:lvl1pPr>
            <a:lvl2pPr lvl="1">
              <a:spcBef>
                <a:spcPts val="0"/>
              </a:spcBef>
              <a:spcAft>
                <a:spcPts val="0"/>
              </a:spcAft>
              <a:buSzPts val="6000"/>
              <a:buNone/>
              <a:defRPr/>
            </a:lvl2pPr>
            <a:lvl3pPr lvl="2">
              <a:spcBef>
                <a:spcPts val="0"/>
              </a:spcBef>
              <a:spcAft>
                <a:spcPts val="0"/>
              </a:spcAft>
              <a:buSzPts val="6000"/>
              <a:buNone/>
              <a:defRPr/>
            </a:lvl3pPr>
            <a:lvl4pPr lvl="3">
              <a:spcBef>
                <a:spcPts val="0"/>
              </a:spcBef>
              <a:spcAft>
                <a:spcPts val="0"/>
              </a:spcAft>
              <a:buSzPts val="6000"/>
              <a:buNone/>
              <a:defRPr/>
            </a:lvl4pPr>
            <a:lvl5pPr lvl="4">
              <a:spcBef>
                <a:spcPts val="0"/>
              </a:spcBef>
              <a:spcAft>
                <a:spcPts val="0"/>
              </a:spcAft>
              <a:buSzPts val="6000"/>
              <a:buNone/>
              <a:defRPr/>
            </a:lvl5pPr>
            <a:lvl6pPr lvl="5">
              <a:spcBef>
                <a:spcPts val="0"/>
              </a:spcBef>
              <a:spcAft>
                <a:spcPts val="0"/>
              </a:spcAft>
              <a:buSzPts val="6000"/>
              <a:buNone/>
              <a:defRPr/>
            </a:lvl6pPr>
            <a:lvl7pPr lvl="6">
              <a:spcBef>
                <a:spcPts val="0"/>
              </a:spcBef>
              <a:spcAft>
                <a:spcPts val="0"/>
              </a:spcAft>
              <a:buSzPts val="6000"/>
              <a:buNone/>
              <a:defRPr/>
            </a:lvl7pPr>
            <a:lvl8pPr lvl="7">
              <a:spcBef>
                <a:spcPts val="0"/>
              </a:spcBef>
              <a:spcAft>
                <a:spcPts val="0"/>
              </a:spcAft>
              <a:buSzPts val="6000"/>
              <a:buNone/>
              <a:defRPr/>
            </a:lvl8pPr>
            <a:lvl9pPr lvl="8">
              <a:spcBef>
                <a:spcPts val="0"/>
              </a:spcBef>
              <a:spcAft>
                <a:spcPts val="0"/>
              </a:spcAft>
              <a:buSzPts val="6000"/>
              <a:buNone/>
              <a:defRPr/>
            </a:lvl9pPr>
          </a:lstStyle>
          <a:p>
            <a:endParaRPr/>
          </a:p>
        </p:txBody>
      </p:sp>
      <p:sp>
        <p:nvSpPr>
          <p:cNvPr id="411" name="Google Shape;411;p49"/>
          <p:cNvSpPr>
            <a:spLocks noGrp="1"/>
          </p:cNvSpPr>
          <p:nvPr>
            <p:ph type="pic" idx="8"/>
          </p:nvPr>
        </p:nvSpPr>
        <p:spPr>
          <a:xfrm>
            <a:off x="3389588" y="3489487"/>
            <a:ext cx="1643700" cy="1535100"/>
          </a:xfrm>
          <a:prstGeom prst="rect">
            <a:avLst/>
          </a:prstGeom>
          <a:noFill/>
          <a:ln>
            <a:noFill/>
          </a:ln>
        </p:spPr>
      </p:sp>
      <p:sp>
        <p:nvSpPr>
          <p:cNvPr id="412" name="Google Shape;412;p49"/>
          <p:cNvSpPr>
            <a:spLocks noGrp="1"/>
          </p:cNvSpPr>
          <p:nvPr>
            <p:ph type="pic" idx="9"/>
          </p:nvPr>
        </p:nvSpPr>
        <p:spPr>
          <a:xfrm>
            <a:off x="5195922" y="3489487"/>
            <a:ext cx="1643700" cy="1535100"/>
          </a:xfrm>
          <a:prstGeom prst="rect">
            <a:avLst/>
          </a:prstGeom>
          <a:noFill/>
          <a:ln>
            <a:noFill/>
          </a:ln>
        </p:spPr>
      </p:sp>
      <p:sp>
        <p:nvSpPr>
          <p:cNvPr id="413" name="Google Shape;413;p49"/>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slide" type="blank">
  <p:cSld name="BLANK">
    <p:bg>
      <p:bgPr>
        <a:solidFill>
          <a:schemeClr val="lt1"/>
        </a:solidFill>
        <a:effectLst/>
      </p:bgPr>
    </p:bg>
    <p:spTree>
      <p:nvGrpSpPr>
        <p:cNvPr id="1" name="Shape 418"/>
        <p:cNvGrpSpPr/>
        <p:nvPr/>
      </p:nvGrpSpPr>
      <p:grpSpPr>
        <a:xfrm>
          <a:off x="0" y="0"/>
          <a:ext cx="0" cy="0"/>
          <a:chOff x="0" y="0"/>
          <a:chExt cx="0" cy="0"/>
        </a:xfrm>
      </p:grpSpPr>
      <p:pic>
        <p:nvPicPr>
          <p:cNvPr id="419" name="Google Shape;419;p51"/>
          <p:cNvPicPr preferRelativeResize="0"/>
          <p:nvPr/>
        </p:nvPicPr>
        <p:blipFill rotWithShape="1">
          <a:blip r:embed="rId2">
            <a:alphaModFix/>
          </a:blip>
          <a:srcRect t="53791" r="49303"/>
          <a:stretch/>
        </p:blipFill>
        <p:spPr>
          <a:xfrm>
            <a:off x="6996180" y="-1"/>
            <a:ext cx="2147827" cy="2376699"/>
          </a:xfrm>
          <a:prstGeom prst="rect">
            <a:avLst/>
          </a:prstGeom>
          <a:noFill/>
          <a:ln>
            <a:noFill/>
          </a:ln>
        </p:spPr>
      </p:pic>
      <p:sp>
        <p:nvSpPr>
          <p:cNvPr id="420" name="Google Shape;420;p51"/>
          <p:cNvSpPr/>
          <p:nvPr/>
        </p:nvSpPr>
        <p:spPr>
          <a:xfrm rot="7601886">
            <a:off x="1184700" y="-2992710"/>
            <a:ext cx="11804607" cy="6869923"/>
          </a:xfrm>
          <a:custGeom>
            <a:avLst/>
            <a:gdLst/>
            <a:ahLst/>
            <a:cxnLst/>
            <a:rect l="l" t="t" r="r" b="b"/>
            <a:pathLst>
              <a:path w="33488" h="19489" extrusionOk="0">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txBody>
          <a:bodyPr/>
          <a:lstStyle/>
          <a:p>
            <a:endParaRPr lang="en-DE"/>
          </a:p>
        </p:txBody>
      </p:sp>
      <p:pic>
        <p:nvPicPr>
          <p:cNvPr id="421" name="Google Shape;421;p51"/>
          <p:cNvPicPr preferRelativeResize="0"/>
          <p:nvPr/>
        </p:nvPicPr>
        <p:blipFill rotWithShape="1">
          <a:blip r:embed="rId3">
            <a:alphaModFix/>
          </a:blip>
          <a:srcRect l="18884" b="67899"/>
          <a:stretch/>
        </p:blipFill>
        <p:spPr>
          <a:xfrm>
            <a:off x="0" y="2451450"/>
            <a:ext cx="6802801" cy="2692049"/>
          </a:xfrm>
          <a:prstGeom prst="rect">
            <a:avLst/>
          </a:prstGeom>
          <a:noFill/>
          <a:ln>
            <a:noFill/>
          </a:ln>
        </p:spPr>
      </p:pic>
      <p:sp>
        <p:nvSpPr>
          <p:cNvPr id="422" name="Google Shape;422;p51"/>
          <p:cNvSpPr txBox="1">
            <a:spLocks noGrp="1"/>
          </p:cNvSpPr>
          <p:nvPr>
            <p:ph type="title"/>
          </p:nvPr>
        </p:nvSpPr>
        <p:spPr>
          <a:xfrm>
            <a:off x="1230200" y="1565531"/>
            <a:ext cx="6683700" cy="17265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a:endParaRPr/>
          </a:p>
        </p:txBody>
      </p:sp>
      <p:sp>
        <p:nvSpPr>
          <p:cNvPr id="423" name="Google Shape;423;p51"/>
          <p:cNvSpPr txBox="1">
            <a:spLocks noGrp="1"/>
          </p:cNvSpPr>
          <p:nvPr>
            <p:ph type="subTitle" idx="1"/>
          </p:nvPr>
        </p:nvSpPr>
        <p:spPr>
          <a:xfrm>
            <a:off x="2423700" y="1121975"/>
            <a:ext cx="4346700" cy="452700"/>
          </a:xfrm>
          <a:prstGeom prst="rect">
            <a:avLst/>
          </a:prstGeom>
        </p:spPr>
        <p:txBody>
          <a:bodyPr spcFirstLastPara="1" wrap="square" lIns="91425" tIns="91425" rIns="91425" bIns="91425" anchor="b" anchorCtr="0">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24" name="Google Shape;424;p51"/>
          <p:cNvSpPr/>
          <p:nvPr/>
        </p:nvSpPr>
        <p:spPr>
          <a:xfrm>
            <a:off x="4453700" y="0"/>
            <a:ext cx="4698208" cy="5143488"/>
          </a:xfrm>
          <a:custGeom>
            <a:avLst/>
            <a:gdLst/>
            <a:ahLst/>
            <a:cxnLst/>
            <a:rect l="l" t="t" r="r" b="b"/>
            <a:pathLst>
              <a:path w="146819" h="160734" extrusionOk="0">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pic>
        <p:nvPicPr>
          <p:cNvPr id="425" name="Google Shape;425;p51"/>
          <p:cNvPicPr preferRelativeResize="0"/>
          <p:nvPr/>
        </p:nvPicPr>
        <p:blipFill rotWithShape="1">
          <a:blip r:embed="rId4">
            <a:alphaModFix/>
          </a:blip>
          <a:srcRect l="55739" t="39434"/>
          <a:stretch/>
        </p:blipFill>
        <p:spPr>
          <a:xfrm>
            <a:off x="0" y="0"/>
            <a:ext cx="3589874" cy="4912326"/>
          </a:xfrm>
          <a:prstGeom prst="rect">
            <a:avLst/>
          </a:prstGeom>
          <a:noFill/>
          <a:ln>
            <a:noFill/>
          </a:ln>
        </p:spPr>
      </p:pic>
      <p:pic>
        <p:nvPicPr>
          <p:cNvPr id="426" name="Google Shape;426;p51"/>
          <p:cNvPicPr preferRelativeResize="0"/>
          <p:nvPr/>
        </p:nvPicPr>
        <p:blipFill rotWithShape="1">
          <a:blip r:embed="rId2">
            <a:alphaModFix/>
          </a:blip>
          <a:srcRect t="53791"/>
          <a:stretch/>
        </p:blipFill>
        <p:spPr>
          <a:xfrm>
            <a:off x="661926" y="0"/>
            <a:ext cx="4236652" cy="2376699"/>
          </a:xfrm>
          <a:prstGeom prst="rect">
            <a:avLst/>
          </a:prstGeom>
          <a:noFill/>
          <a:ln>
            <a:noFill/>
          </a:ln>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body - Alt 2">
  <p:cSld name="CUSTOM">
    <p:spTree>
      <p:nvGrpSpPr>
        <p:cNvPr id="1" name="Shape 427"/>
        <p:cNvGrpSpPr/>
        <p:nvPr/>
      </p:nvGrpSpPr>
      <p:grpSpPr>
        <a:xfrm>
          <a:off x="0" y="0"/>
          <a:ext cx="0" cy="0"/>
          <a:chOff x="0" y="0"/>
          <a:chExt cx="0" cy="0"/>
        </a:xfrm>
      </p:grpSpPr>
      <p:pic>
        <p:nvPicPr>
          <p:cNvPr id="428" name="Google Shape;428;p52"/>
          <p:cNvPicPr preferRelativeResize="0"/>
          <p:nvPr/>
        </p:nvPicPr>
        <p:blipFill rotWithShape="1">
          <a:blip r:embed="rId2">
            <a:alphaModFix/>
          </a:blip>
          <a:srcRect l="535" t="71891" r="33362"/>
          <a:stretch/>
        </p:blipFill>
        <p:spPr>
          <a:xfrm>
            <a:off x="5624200" y="3"/>
            <a:ext cx="3519800" cy="1496699"/>
          </a:xfrm>
          <a:prstGeom prst="rect">
            <a:avLst/>
          </a:prstGeom>
          <a:noFill/>
          <a:ln>
            <a:noFill/>
          </a:ln>
        </p:spPr>
      </p:pic>
      <p:sp>
        <p:nvSpPr>
          <p:cNvPr id="429" name="Google Shape;429;p52"/>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a:endParaRPr/>
          </a:p>
        </p:txBody>
      </p:sp>
      <p:sp>
        <p:nvSpPr>
          <p:cNvPr id="430" name="Google Shape;430;p52"/>
          <p:cNvSpPr txBox="1">
            <a:spLocks noGrp="1"/>
          </p:cNvSpPr>
          <p:nvPr>
            <p:ph type="body" idx="1"/>
          </p:nvPr>
        </p:nvSpPr>
        <p:spPr>
          <a:xfrm>
            <a:off x="228600" y="1637275"/>
            <a:ext cx="3351600" cy="3046500"/>
          </a:xfrm>
          <a:prstGeom prst="rect">
            <a:avLst/>
          </a:prstGeom>
        </p:spPr>
        <p:txBody>
          <a:bodyPr spcFirstLastPara="1" wrap="square" lIns="91425" tIns="91425" rIns="91425" bIns="91425" anchor="t" anchorCtr="0">
            <a:noAutofit/>
          </a:bodyPr>
          <a:lstStyle>
            <a:lvl1pPr marL="457200" lvl="0" indent="-330200">
              <a:lnSpc>
                <a:spcPct val="100000"/>
              </a:lnSpc>
              <a:spcBef>
                <a:spcPts val="0"/>
              </a:spcBef>
              <a:spcAft>
                <a:spcPts val="0"/>
              </a:spcAft>
              <a:buSzPts val="1600"/>
              <a:buFont typeface="Nunito Sans"/>
              <a:buChar char="●"/>
              <a:defRPr sz="1600"/>
            </a:lvl1pPr>
            <a:lvl2pPr marL="914400" lvl="1" indent="-330200">
              <a:lnSpc>
                <a:spcPct val="100000"/>
              </a:lnSpc>
              <a:spcBef>
                <a:spcPts val="800"/>
              </a:spcBef>
              <a:spcAft>
                <a:spcPts val="0"/>
              </a:spcAft>
              <a:buSzPts val="1600"/>
              <a:buFont typeface="Nunito Sans"/>
              <a:buChar char="○"/>
              <a:defRPr sz="1600"/>
            </a:lvl2pPr>
            <a:lvl3pPr marL="1371600" lvl="2" indent="-330200">
              <a:lnSpc>
                <a:spcPct val="100000"/>
              </a:lnSpc>
              <a:spcBef>
                <a:spcPts val="800"/>
              </a:spcBef>
              <a:spcAft>
                <a:spcPts val="0"/>
              </a:spcAft>
              <a:buSzPts val="1600"/>
              <a:buFont typeface="Nunito Sans"/>
              <a:buChar char="■"/>
              <a:defRPr sz="1600"/>
            </a:lvl3pPr>
            <a:lvl4pPr marL="1828800" lvl="3" indent="-330200">
              <a:lnSpc>
                <a:spcPct val="100000"/>
              </a:lnSpc>
              <a:spcBef>
                <a:spcPts val="800"/>
              </a:spcBef>
              <a:spcAft>
                <a:spcPts val="0"/>
              </a:spcAft>
              <a:buSzPts val="1600"/>
              <a:buFont typeface="Nunito Sans"/>
              <a:buChar char="●"/>
              <a:defRPr sz="1600"/>
            </a:lvl4pPr>
            <a:lvl5pPr marL="2286000" lvl="4" indent="-330200">
              <a:lnSpc>
                <a:spcPct val="100000"/>
              </a:lnSpc>
              <a:spcBef>
                <a:spcPts val="800"/>
              </a:spcBef>
              <a:spcAft>
                <a:spcPts val="0"/>
              </a:spcAft>
              <a:buSzPts val="1600"/>
              <a:buFont typeface="Nunito Sans"/>
              <a:buChar char="○"/>
              <a:defRPr sz="1600"/>
            </a:lvl5pPr>
            <a:lvl6pPr marL="2743200" lvl="5" indent="-330200">
              <a:lnSpc>
                <a:spcPct val="100000"/>
              </a:lnSpc>
              <a:spcBef>
                <a:spcPts val="800"/>
              </a:spcBef>
              <a:spcAft>
                <a:spcPts val="0"/>
              </a:spcAft>
              <a:buSzPts val="1600"/>
              <a:buFont typeface="Nunito Sans"/>
              <a:buChar char="■"/>
              <a:defRPr sz="1600"/>
            </a:lvl6pPr>
            <a:lvl7pPr marL="3200400" lvl="6" indent="-330200">
              <a:lnSpc>
                <a:spcPct val="100000"/>
              </a:lnSpc>
              <a:spcBef>
                <a:spcPts val="800"/>
              </a:spcBef>
              <a:spcAft>
                <a:spcPts val="0"/>
              </a:spcAft>
              <a:buSzPts val="1600"/>
              <a:buFont typeface="Nunito Sans"/>
              <a:buChar char="●"/>
              <a:defRPr sz="1600"/>
            </a:lvl7pPr>
            <a:lvl8pPr marL="3657600" lvl="7" indent="-330200">
              <a:lnSpc>
                <a:spcPct val="100000"/>
              </a:lnSpc>
              <a:spcBef>
                <a:spcPts val="800"/>
              </a:spcBef>
              <a:spcAft>
                <a:spcPts val="0"/>
              </a:spcAft>
              <a:buSzPts val="1600"/>
              <a:buFont typeface="Nunito Sans"/>
              <a:buChar char="○"/>
              <a:defRPr sz="1600"/>
            </a:lvl8pPr>
            <a:lvl9pPr marL="4114800" lvl="8" indent="-330200">
              <a:lnSpc>
                <a:spcPct val="100000"/>
              </a:lnSpc>
              <a:spcBef>
                <a:spcPts val="800"/>
              </a:spcBef>
              <a:spcAft>
                <a:spcPts val="800"/>
              </a:spcAft>
              <a:buSzPts val="1600"/>
              <a:buFont typeface="Nunito Sans"/>
              <a:buChar char="■"/>
              <a:defRPr sz="1600"/>
            </a:lvl9pPr>
          </a:lstStyle>
          <a:p>
            <a:endParaRPr/>
          </a:p>
        </p:txBody>
      </p:sp>
      <p:sp>
        <p:nvSpPr>
          <p:cNvPr id="431" name="Google Shape;431;p52"/>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432" name="Google Shape;432;p52"/>
          <p:cNvSpPr txBox="1">
            <a:spLocks noGrp="1"/>
          </p:cNvSpPr>
          <p:nvPr>
            <p:ph type="subTitle" idx="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 Alt 1">
  <p:cSld name="BLANK_1_1_1_1">
    <p:spTree>
      <p:nvGrpSpPr>
        <p:cNvPr id="1" name="Shape 433"/>
        <p:cNvGrpSpPr/>
        <p:nvPr/>
      </p:nvGrpSpPr>
      <p:grpSpPr>
        <a:xfrm>
          <a:off x="0" y="0"/>
          <a:ext cx="0" cy="0"/>
          <a:chOff x="0" y="0"/>
          <a:chExt cx="0" cy="0"/>
        </a:xfrm>
      </p:grpSpPr>
      <p:sp>
        <p:nvSpPr>
          <p:cNvPr id="434" name="Google Shape;434;p53"/>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435" name="Google Shape;435;p5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436" name="Google Shape;436;p53"/>
          <p:cNvPicPr preferRelativeResize="0"/>
          <p:nvPr/>
        </p:nvPicPr>
        <p:blipFill rotWithShape="1">
          <a:blip r:embed="rId2">
            <a:alphaModFix/>
          </a:blip>
          <a:srcRect l="535" t="71891" r="33362"/>
          <a:stretch/>
        </p:blipFill>
        <p:spPr>
          <a:xfrm>
            <a:off x="5624200" y="3"/>
            <a:ext cx="3519800" cy="1496699"/>
          </a:xfrm>
          <a:prstGeom prst="rect">
            <a:avLst/>
          </a:prstGeom>
          <a:noFill/>
          <a:ln>
            <a:noFill/>
          </a:ln>
        </p:spPr>
      </p:pic>
      <p:sp>
        <p:nvSpPr>
          <p:cNvPr id="437" name="Google Shape;437;p53"/>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Meet the team">
  <p:cSld name="BLANK_1_1_1_1_2_3">
    <p:spTree>
      <p:nvGrpSpPr>
        <p:cNvPr id="1" name="Shape 438"/>
        <p:cNvGrpSpPr/>
        <p:nvPr/>
      </p:nvGrpSpPr>
      <p:grpSpPr>
        <a:xfrm>
          <a:off x="0" y="0"/>
          <a:ext cx="0" cy="0"/>
          <a:chOff x="0" y="0"/>
          <a:chExt cx="0" cy="0"/>
        </a:xfrm>
      </p:grpSpPr>
      <p:sp>
        <p:nvSpPr>
          <p:cNvPr id="439" name="Google Shape;439;p54"/>
          <p:cNvSpPr/>
          <p:nvPr/>
        </p:nvSpPr>
        <p:spPr>
          <a:xfrm>
            <a:off x="-349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440" name="Google Shape;440;p54"/>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441" name="Google Shape;441;p5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442" name="Google Shape;442;p54"/>
          <p:cNvSpPr>
            <a:spLocks noGrp="1"/>
          </p:cNvSpPr>
          <p:nvPr>
            <p:ph type="pic" idx="2"/>
          </p:nvPr>
        </p:nvSpPr>
        <p:spPr>
          <a:xfrm>
            <a:off x="1208525" y="1164275"/>
            <a:ext cx="1115700" cy="1118100"/>
          </a:xfrm>
          <a:prstGeom prst="roundRect">
            <a:avLst>
              <a:gd name="adj" fmla="val 16667"/>
            </a:avLst>
          </a:prstGeom>
          <a:noFill/>
          <a:ln>
            <a:noFill/>
          </a:ln>
        </p:spPr>
      </p:sp>
      <p:sp>
        <p:nvSpPr>
          <p:cNvPr id="443" name="Google Shape;443;p54"/>
          <p:cNvSpPr>
            <a:spLocks noGrp="1"/>
          </p:cNvSpPr>
          <p:nvPr>
            <p:ph type="pic" idx="3"/>
          </p:nvPr>
        </p:nvSpPr>
        <p:spPr>
          <a:xfrm>
            <a:off x="3079163" y="1164275"/>
            <a:ext cx="1115700" cy="1118100"/>
          </a:xfrm>
          <a:prstGeom prst="roundRect">
            <a:avLst>
              <a:gd name="adj" fmla="val 16667"/>
            </a:avLst>
          </a:prstGeom>
          <a:noFill/>
          <a:ln>
            <a:noFill/>
          </a:ln>
        </p:spPr>
      </p:sp>
      <p:sp>
        <p:nvSpPr>
          <p:cNvPr id="444" name="Google Shape;444;p54"/>
          <p:cNvSpPr>
            <a:spLocks noGrp="1"/>
          </p:cNvSpPr>
          <p:nvPr>
            <p:ph type="pic" idx="4"/>
          </p:nvPr>
        </p:nvSpPr>
        <p:spPr>
          <a:xfrm>
            <a:off x="4949788" y="1164275"/>
            <a:ext cx="1115700" cy="1118100"/>
          </a:xfrm>
          <a:prstGeom prst="roundRect">
            <a:avLst>
              <a:gd name="adj" fmla="val 16667"/>
            </a:avLst>
          </a:prstGeom>
          <a:noFill/>
          <a:ln>
            <a:noFill/>
          </a:ln>
        </p:spPr>
      </p:sp>
      <p:sp>
        <p:nvSpPr>
          <p:cNvPr id="445" name="Google Shape;445;p54"/>
          <p:cNvSpPr>
            <a:spLocks noGrp="1"/>
          </p:cNvSpPr>
          <p:nvPr>
            <p:ph type="pic" idx="5"/>
          </p:nvPr>
        </p:nvSpPr>
        <p:spPr>
          <a:xfrm>
            <a:off x="6820413" y="1164275"/>
            <a:ext cx="1115700" cy="1118100"/>
          </a:xfrm>
          <a:prstGeom prst="roundRect">
            <a:avLst>
              <a:gd name="adj" fmla="val 16667"/>
            </a:avLst>
          </a:prstGeom>
          <a:noFill/>
          <a:ln>
            <a:noFill/>
          </a:ln>
        </p:spPr>
      </p:sp>
      <p:sp>
        <p:nvSpPr>
          <p:cNvPr id="446" name="Google Shape;446;p54"/>
          <p:cNvSpPr txBox="1">
            <a:spLocks noGrp="1"/>
          </p:cNvSpPr>
          <p:nvPr>
            <p:ph type="subTitle" idx="1"/>
          </p:nvPr>
        </p:nvSpPr>
        <p:spPr>
          <a:xfrm>
            <a:off x="1208525"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47" name="Google Shape;447;p54"/>
          <p:cNvSpPr txBox="1">
            <a:spLocks noGrp="1"/>
          </p:cNvSpPr>
          <p:nvPr>
            <p:ph type="subTitle" idx="6"/>
          </p:nvPr>
        </p:nvSpPr>
        <p:spPr>
          <a:xfrm>
            <a:off x="1208525"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48" name="Google Shape;448;p54"/>
          <p:cNvSpPr txBox="1">
            <a:spLocks noGrp="1"/>
          </p:cNvSpPr>
          <p:nvPr>
            <p:ph type="subTitle" idx="7"/>
          </p:nvPr>
        </p:nvSpPr>
        <p:spPr>
          <a:xfrm>
            <a:off x="3079166"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49" name="Google Shape;449;p54"/>
          <p:cNvSpPr txBox="1">
            <a:spLocks noGrp="1"/>
          </p:cNvSpPr>
          <p:nvPr>
            <p:ph type="subTitle" idx="8"/>
          </p:nvPr>
        </p:nvSpPr>
        <p:spPr>
          <a:xfrm>
            <a:off x="3079163"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50" name="Google Shape;450;p54"/>
          <p:cNvSpPr txBox="1">
            <a:spLocks noGrp="1"/>
          </p:cNvSpPr>
          <p:nvPr>
            <p:ph type="subTitle" idx="9"/>
          </p:nvPr>
        </p:nvSpPr>
        <p:spPr>
          <a:xfrm>
            <a:off x="4949794"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51" name="Google Shape;451;p54"/>
          <p:cNvSpPr txBox="1">
            <a:spLocks noGrp="1"/>
          </p:cNvSpPr>
          <p:nvPr>
            <p:ph type="subTitle" idx="13"/>
          </p:nvPr>
        </p:nvSpPr>
        <p:spPr>
          <a:xfrm>
            <a:off x="4949788"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52" name="Google Shape;452;p54"/>
          <p:cNvSpPr txBox="1">
            <a:spLocks noGrp="1"/>
          </p:cNvSpPr>
          <p:nvPr>
            <p:ph type="subTitle" idx="14"/>
          </p:nvPr>
        </p:nvSpPr>
        <p:spPr>
          <a:xfrm>
            <a:off x="6820423" y="2282372"/>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53" name="Google Shape;453;p54"/>
          <p:cNvSpPr txBox="1">
            <a:spLocks noGrp="1"/>
          </p:cNvSpPr>
          <p:nvPr>
            <p:ph type="subTitle" idx="15"/>
          </p:nvPr>
        </p:nvSpPr>
        <p:spPr>
          <a:xfrm>
            <a:off x="6820413" y="251993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54" name="Google Shape;454;p54"/>
          <p:cNvSpPr>
            <a:spLocks noGrp="1"/>
          </p:cNvSpPr>
          <p:nvPr>
            <p:ph type="pic" idx="16"/>
          </p:nvPr>
        </p:nvSpPr>
        <p:spPr>
          <a:xfrm>
            <a:off x="3079163" y="2958825"/>
            <a:ext cx="1115700" cy="1118100"/>
          </a:xfrm>
          <a:prstGeom prst="roundRect">
            <a:avLst>
              <a:gd name="adj" fmla="val 16667"/>
            </a:avLst>
          </a:prstGeom>
          <a:noFill/>
          <a:ln>
            <a:noFill/>
          </a:ln>
        </p:spPr>
      </p:sp>
      <p:sp>
        <p:nvSpPr>
          <p:cNvPr id="455" name="Google Shape;455;p54"/>
          <p:cNvSpPr>
            <a:spLocks noGrp="1"/>
          </p:cNvSpPr>
          <p:nvPr>
            <p:ph type="pic" idx="17"/>
          </p:nvPr>
        </p:nvSpPr>
        <p:spPr>
          <a:xfrm>
            <a:off x="4949788" y="2958825"/>
            <a:ext cx="1115700" cy="1118100"/>
          </a:xfrm>
          <a:prstGeom prst="roundRect">
            <a:avLst>
              <a:gd name="adj" fmla="val 16667"/>
            </a:avLst>
          </a:prstGeom>
          <a:noFill/>
          <a:ln>
            <a:noFill/>
          </a:ln>
        </p:spPr>
      </p:sp>
      <p:sp>
        <p:nvSpPr>
          <p:cNvPr id="456" name="Google Shape;456;p54"/>
          <p:cNvSpPr>
            <a:spLocks noGrp="1"/>
          </p:cNvSpPr>
          <p:nvPr>
            <p:ph type="pic" idx="18"/>
          </p:nvPr>
        </p:nvSpPr>
        <p:spPr>
          <a:xfrm>
            <a:off x="6820413" y="2958825"/>
            <a:ext cx="1115700" cy="1118100"/>
          </a:xfrm>
          <a:prstGeom prst="roundRect">
            <a:avLst>
              <a:gd name="adj" fmla="val 16667"/>
            </a:avLst>
          </a:prstGeom>
          <a:noFill/>
          <a:ln>
            <a:noFill/>
          </a:ln>
        </p:spPr>
      </p:sp>
      <p:sp>
        <p:nvSpPr>
          <p:cNvPr id="457" name="Google Shape;457;p54"/>
          <p:cNvSpPr txBox="1">
            <a:spLocks noGrp="1"/>
          </p:cNvSpPr>
          <p:nvPr>
            <p:ph type="subTitle" idx="19"/>
          </p:nvPr>
        </p:nvSpPr>
        <p:spPr>
          <a:xfrm>
            <a:off x="1208525"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58" name="Google Shape;458;p54"/>
          <p:cNvSpPr>
            <a:spLocks noGrp="1"/>
          </p:cNvSpPr>
          <p:nvPr>
            <p:ph type="pic" idx="20"/>
          </p:nvPr>
        </p:nvSpPr>
        <p:spPr>
          <a:xfrm>
            <a:off x="1208550" y="2958825"/>
            <a:ext cx="1115700" cy="1118100"/>
          </a:xfrm>
          <a:prstGeom prst="roundRect">
            <a:avLst>
              <a:gd name="adj" fmla="val 16667"/>
            </a:avLst>
          </a:prstGeom>
          <a:noFill/>
          <a:ln>
            <a:noFill/>
          </a:ln>
        </p:spPr>
      </p:sp>
      <p:sp>
        <p:nvSpPr>
          <p:cNvPr id="459" name="Google Shape;459;p54"/>
          <p:cNvSpPr txBox="1">
            <a:spLocks noGrp="1"/>
          </p:cNvSpPr>
          <p:nvPr>
            <p:ph type="subTitle" idx="21"/>
          </p:nvPr>
        </p:nvSpPr>
        <p:spPr>
          <a:xfrm>
            <a:off x="3079166"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60" name="Google Shape;460;p54"/>
          <p:cNvSpPr txBox="1">
            <a:spLocks noGrp="1"/>
          </p:cNvSpPr>
          <p:nvPr>
            <p:ph type="subTitle" idx="22"/>
          </p:nvPr>
        </p:nvSpPr>
        <p:spPr>
          <a:xfrm>
            <a:off x="4949794"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61" name="Google Shape;461;p54"/>
          <p:cNvSpPr txBox="1">
            <a:spLocks noGrp="1"/>
          </p:cNvSpPr>
          <p:nvPr>
            <p:ph type="subTitle" idx="23"/>
          </p:nvPr>
        </p:nvSpPr>
        <p:spPr>
          <a:xfrm>
            <a:off x="3079163"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62" name="Google Shape;462;p54"/>
          <p:cNvSpPr txBox="1">
            <a:spLocks noGrp="1"/>
          </p:cNvSpPr>
          <p:nvPr>
            <p:ph type="subTitle" idx="24"/>
          </p:nvPr>
        </p:nvSpPr>
        <p:spPr>
          <a:xfrm>
            <a:off x="6820423" y="4076921"/>
            <a:ext cx="1115700" cy="234000"/>
          </a:xfrm>
          <a:prstGeom prst="rect">
            <a:avLst/>
          </a:prstGeom>
        </p:spPr>
        <p:txBody>
          <a:bodyPr spcFirstLastPara="1" wrap="square" lIns="91425" tIns="91425" rIns="91425" bIns="0" anchor="b" anchorCtr="0">
            <a:noAutofit/>
          </a:bodyPr>
          <a:lstStyle>
            <a:lvl1pPr lvl="0" algn="ctr">
              <a:spcBef>
                <a:spcPts val="0"/>
              </a:spcBef>
              <a:spcAft>
                <a:spcPts val="0"/>
              </a:spcAft>
              <a:buNone/>
              <a:defRPr sz="9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a:endParaRPr/>
          </a:p>
        </p:txBody>
      </p:sp>
      <p:sp>
        <p:nvSpPr>
          <p:cNvPr id="463" name="Google Shape;463;p54"/>
          <p:cNvSpPr txBox="1">
            <a:spLocks noGrp="1"/>
          </p:cNvSpPr>
          <p:nvPr>
            <p:ph type="subTitle" idx="25"/>
          </p:nvPr>
        </p:nvSpPr>
        <p:spPr>
          <a:xfrm>
            <a:off x="4949788"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64" name="Google Shape;464;p54"/>
          <p:cNvSpPr txBox="1">
            <a:spLocks noGrp="1"/>
          </p:cNvSpPr>
          <p:nvPr>
            <p:ph type="subTitle" idx="26"/>
          </p:nvPr>
        </p:nvSpPr>
        <p:spPr>
          <a:xfrm>
            <a:off x="1208525"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65" name="Google Shape;465;p54"/>
          <p:cNvSpPr txBox="1">
            <a:spLocks noGrp="1"/>
          </p:cNvSpPr>
          <p:nvPr>
            <p:ph type="subTitle" idx="27"/>
          </p:nvPr>
        </p:nvSpPr>
        <p:spPr>
          <a:xfrm>
            <a:off x="6820413" y="4314484"/>
            <a:ext cx="1115700" cy="311400"/>
          </a:xfrm>
          <a:prstGeom prst="rect">
            <a:avLst/>
          </a:prstGeom>
        </p:spPr>
        <p:txBody>
          <a:bodyPr spcFirstLastPara="1" wrap="square" lIns="91425" tIns="0" rIns="91425" bIns="0" anchor="t" anchorCtr="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466" name="Google Shape;466;p54"/>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Meet the team - Alt 1">
  <p:cSld name="BLANK_1_1_1_1_2_3_1">
    <p:spTree>
      <p:nvGrpSpPr>
        <p:cNvPr id="1" name="Shape 467"/>
        <p:cNvGrpSpPr/>
        <p:nvPr/>
      </p:nvGrpSpPr>
      <p:grpSpPr>
        <a:xfrm>
          <a:off x="0" y="0"/>
          <a:ext cx="0" cy="0"/>
          <a:chOff x="0" y="0"/>
          <a:chExt cx="0" cy="0"/>
        </a:xfrm>
      </p:grpSpPr>
      <p:sp>
        <p:nvSpPr>
          <p:cNvPr id="468" name="Google Shape;468;p55"/>
          <p:cNvSpPr txBox="1">
            <a:spLocks noGrp="1"/>
          </p:cNvSpPr>
          <p:nvPr>
            <p:ph type="body" idx="1"/>
          </p:nvPr>
        </p:nvSpPr>
        <p:spPr>
          <a:xfrm>
            <a:off x="6014118" y="1661825"/>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469" name="Google Shape;469;p55"/>
          <p:cNvSpPr txBox="1">
            <a:spLocks noGrp="1"/>
          </p:cNvSpPr>
          <p:nvPr>
            <p:ph type="body" idx="2"/>
          </p:nvPr>
        </p:nvSpPr>
        <p:spPr>
          <a:xfrm>
            <a:off x="2317068" y="1661825"/>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470" name="Google Shape;470;p55"/>
          <p:cNvSpPr/>
          <p:nvPr/>
        </p:nvSpPr>
        <p:spPr>
          <a:xfrm>
            <a:off x="-349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471" name="Google Shape;471;p55"/>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472" name="Google Shape;472;p55"/>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473" name="Google Shape;473;p55"/>
          <p:cNvSpPr>
            <a:spLocks noGrp="1"/>
          </p:cNvSpPr>
          <p:nvPr>
            <p:ph type="pic" idx="3"/>
          </p:nvPr>
        </p:nvSpPr>
        <p:spPr>
          <a:xfrm>
            <a:off x="988450" y="2967538"/>
            <a:ext cx="1264200" cy="1258500"/>
          </a:xfrm>
          <a:prstGeom prst="roundRect">
            <a:avLst>
              <a:gd name="adj" fmla="val 16718"/>
            </a:avLst>
          </a:prstGeom>
          <a:noFill/>
          <a:ln>
            <a:noFill/>
          </a:ln>
        </p:spPr>
      </p:sp>
      <p:sp>
        <p:nvSpPr>
          <p:cNvPr id="474" name="Google Shape;474;p55"/>
          <p:cNvSpPr txBox="1">
            <a:spLocks noGrp="1"/>
          </p:cNvSpPr>
          <p:nvPr>
            <p:ph type="subTitle" idx="4"/>
          </p:nvPr>
        </p:nvSpPr>
        <p:spPr>
          <a:xfrm>
            <a:off x="2317068" y="2953117"/>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475" name="Google Shape;475;p55"/>
          <p:cNvSpPr txBox="1">
            <a:spLocks noGrp="1"/>
          </p:cNvSpPr>
          <p:nvPr>
            <p:ph type="subTitle" idx="5"/>
          </p:nvPr>
        </p:nvSpPr>
        <p:spPr>
          <a:xfrm>
            <a:off x="2317068" y="3283266"/>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476" name="Google Shape;476;p55"/>
          <p:cNvSpPr txBox="1">
            <a:spLocks noGrp="1"/>
          </p:cNvSpPr>
          <p:nvPr>
            <p:ph type="body" idx="6"/>
          </p:nvPr>
        </p:nvSpPr>
        <p:spPr>
          <a:xfrm>
            <a:off x="2317068" y="3459387"/>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477" name="Google Shape;477;p55"/>
          <p:cNvSpPr>
            <a:spLocks noGrp="1"/>
          </p:cNvSpPr>
          <p:nvPr>
            <p:ph type="pic" idx="7"/>
          </p:nvPr>
        </p:nvSpPr>
        <p:spPr>
          <a:xfrm>
            <a:off x="4685500" y="1169975"/>
            <a:ext cx="1264200" cy="1258500"/>
          </a:xfrm>
          <a:prstGeom prst="roundRect">
            <a:avLst>
              <a:gd name="adj" fmla="val 16718"/>
            </a:avLst>
          </a:prstGeom>
          <a:noFill/>
          <a:ln>
            <a:noFill/>
          </a:ln>
        </p:spPr>
      </p:sp>
      <p:sp>
        <p:nvSpPr>
          <p:cNvPr id="478" name="Google Shape;478;p55"/>
          <p:cNvSpPr txBox="1">
            <a:spLocks noGrp="1"/>
          </p:cNvSpPr>
          <p:nvPr>
            <p:ph type="subTitle" idx="8"/>
          </p:nvPr>
        </p:nvSpPr>
        <p:spPr>
          <a:xfrm>
            <a:off x="6014118" y="1155555"/>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479" name="Google Shape;479;p55"/>
          <p:cNvSpPr txBox="1">
            <a:spLocks noGrp="1"/>
          </p:cNvSpPr>
          <p:nvPr>
            <p:ph type="subTitle" idx="9"/>
          </p:nvPr>
        </p:nvSpPr>
        <p:spPr>
          <a:xfrm>
            <a:off x="6014118" y="1485704"/>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480" name="Google Shape;480;p55"/>
          <p:cNvSpPr>
            <a:spLocks noGrp="1"/>
          </p:cNvSpPr>
          <p:nvPr>
            <p:ph type="pic" idx="13"/>
          </p:nvPr>
        </p:nvSpPr>
        <p:spPr>
          <a:xfrm>
            <a:off x="4685500" y="2967538"/>
            <a:ext cx="1264200" cy="1258500"/>
          </a:xfrm>
          <a:prstGeom prst="roundRect">
            <a:avLst>
              <a:gd name="adj" fmla="val 16718"/>
            </a:avLst>
          </a:prstGeom>
          <a:noFill/>
          <a:ln>
            <a:noFill/>
          </a:ln>
        </p:spPr>
      </p:sp>
      <p:sp>
        <p:nvSpPr>
          <p:cNvPr id="481" name="Google Shape;481;p55"/>
          <p:cNvSpPr txBox="1">
            <a:spLocks noGrp="1"/>
          </p:cNvSpPr>
          <p:nvPr>
            <p:ph type="subTitle" idx="14"/>
          </p:nvPr>
        </p:nvSpPr>
        <p:spPr>
          <a:xfrm>
            <a:off x="6014118" y="2953117"/>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482" name="Google Shape;482;p55"/>
          <p:cNvSpPr txBox="1">
            <a:spLocks noGrp="1"/>
          </p:cNvSpPr>
          <p:nvPr>
            <p:ph type="subTitle" idx="15"/>
          </p:nvPr>
        </p:nvSpPr>
        <p:spPr>
          <a:xfrm>
            <a:off x="6014118" y="3283266"/>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483" name="Google Shape;483;p55"/>
          <p:cNvSpPr txBox="1">
            <a:spLocks noGrp="1"/>
          </p:cNvSpPr>
          <p:nvPr>
            <p:ph type="body" idx="16"/>
          </p:nvPr>
        </p:nvSpPr>
        <p:spPr>
          <a:xfrm>
            <a:off x="6014118" y="3459387"/>
            <a:ext cx="2148900" cy="766500"/>
          </a:xfrm>
          <a:prstGeom prst="rect">
            <a:avLst/>
          </a:prstGeom>
        </p:spPr>
        <p:txBody>
          <a:bodyPr spcFirstLastPara="1" wrap="square" lIns="0" tIns="91425" rIns="91425" bIns="91425" anchor="t" anchorCtr="0">
            <a:noAutofit/>
          </a:bodyPr>
          <a:lstStyle>
            <a:lvl1pPr marL="457200" lvl="0" indent="-285750">
              <a:spcBef>
                <a:spcPts val="0"/>
              </a:spcBef>
              <a:spcAft>
                <a:spcPts val="0"/>
              </a:spcAft>
              <a:buClr>
                <a:schemeClr val="dk1"/>
              </a:buClr>
              <a:buSzPts val="900"/>
              <a:buFont typeface="Nunito Sans"/>
              <a:buChar char="●"/>
              <a:defRPr sz="900">
                <a:highlight>
                  <a:schemeClr val="dk2"/>
                </a:highlight>
              </a:defRPr>
            </a:lvl1pPr>
            <a:lvl2pPr marL="914400" lvl="1" indent="-285750">
              <a:spcBef>
                <a:spcPts val="0"/>
              </a:spcBef>
              <a:spcAft>
                <a:spcPts val="0"/>
              </a:spcAft>
              <a:buClr>
                <a:schemeClr val="dk1"/>
              </a:buClr>
              <a:buSzPts val="900"/>
              <a:buFont typeface="Nunito Sans"/>
              <a:buChar char="○"/>
              <a:defRPr sz="900">
                <a:highlight>
                  <a:schemeClr val="dk2"/>
                </a:highlight>
              </a:defRPr>
            </a:lvl2pPr>
            <a:lvl3pPr marL="1371600" lvl="2" indent="-285750">
              <a:spcBef>
                <a:spcPts val="0"/>
              </a:spcBef>
              <a:spcAft>
                <a:spcPts val="0"/>
              </a:spcAft>
              <a:buClr>
                <a:schemeClr val="dk1"/>
              </a:buClr>
              <a:buSzPts val="900"/>
              <a:buFont typeface="Nunito Sans"/>
              <a:buChar char="■"/>
              <a:defRPr sz="900">
                <a:highlight>
                  <a:schemeClr val="dk2"/>
                </a:highlight>
              </a:defRPr>
            </a:lvl3pPr>
            <a:lvl4pPr marL="1828800" lvl="3" indent="-285750">
              <a:spcBef>
                <a:spcPts val="0"/>
              </a:spcBef>
              <a:spcAft>
                <a:spcPts val="0"/>
              </a:spcAft>
              <a:buClr>
                <a:schemeClr val="dk1"/>
              </a:buClr>
              <a:buSzPts val="900"/>
              <a:buFont typeface="Nunito Sans"/>
              <a:buChar char="●"/>
              <a:defRPr sz="900">
                <a:highlight>
                  <a:schemeClr val="dk2"/>
                </a:highlight>
              </a:defRPr>
            </a:lvl4pPr>
            <a:lvl5pPr marL="2286000" lvl="4" indent="-285750">
              <a:spcBef>
                <a:spcPts val="0"/>
              </a:spcBef>
              <a:spcAft>
                <a:spcPts val="0"/>
              </a:spcAft>
              <a:buClr>
                <a:schemeClr val="dk1"/>
              </a:buClr>
              <a:buSzPts val="900"/>
              <a:buFont typeface="Nunito Sans"/>
              <a:buChar char="○"/>
              <a:defRPr sz="900">
                <a:highlight>
                  <a:schemeClr val="dk2"/>
                </a:highlight>
              </a:defRPr>
            </a:lvl5pPr>
            <a:lvl6pPr marL="2743200" lvl="5" indent="-285750">
              <a:spcBef>
                <a:spcPts val="0"/>
              </a:spcBef>
              <a:spcAft>
                <a:spcPts val="0"/>
              </a:spcAft>
              <a:buClr>
                <a:schemeClr val="dk1"/>
              </a:buClr>
              <a:buSzPts val="900"/>
              <a:buFont typeface="Nunito Sans"/>
              <a:buChar char="■"/>
              <a:defRPr sz="900">
                <a:highlight>
                  <a:schemeClr val="dk2"/>
                </a:highlight>
              </a:defRPr>
            </a:lvl6pPr>
            <a:lvl7pPr marL="3200400" lvl="6" indent="-285750">
              <a:spcBef>
                <a:spcPts val="0"/>
              </a:spcBef>
              <a:spcAft>
                <a:spcPts val="0"/>
              </a:spcAft>
              <a:buClr>
                <a:schemeClr val="dk1"/>
              </a:buClr>
              <a:buSzPts val="900"/>
              <a:buFont typeface="Nunito Sans"/>
              <a:buChar char="●"/>
              <a:defRPr sz="900">
                <a:highlight>
                  <a:schemeClr val="dk2"/>
                </a:highlight>
              </a:defRPr>
            </a:lvl7pPr>
            <a:lvl8pPr marL="3657600" lvl="7" indent="-285750">
              <a:spcBef>
                <a:spcPts val="0"/>
              </a:spcBef>
              <a:spcAft>
                <a:spcPts val="0"/>
              </a:spcAft>
              <a:buClr>
                <a:schemeClr val="dk1"/>
              </a:buClr>
              <a:buSzPts val="900"/>
              <a:buFont typeface="Nunito Sans"/>
              <a:buChar char="○"/>
              <a:defRPr sz="900">
                <a:highlight>
                  <a:schemeClr val="dk2"/>
                </a:highlight>
              </a:defRPr>
            </a:lvl8pPr>
            <a:lvl9pPr marL="4114800" lvl="8" indent="-285750">
              <a:spcBef>
                <a:spcPts val="0"/>
              </a:spcBef>
              <a:spcAft>
                <a:spcPts val="0"/>
              </a:spcAft>
              <a:buClr>
                <a:schemeClr val="dk1"/>
              </a:buClr>
              <a:buSzPts val="900"/>
              <a:buFont typeface="Nunito Sans"/>
              <a:buChar char="■"/>
              <a:defRPr sz="900">
                <a:highlight>
                  <a:schemeClr val="dk2"/>
                </a:highlight>
              </a:defRPr>
            </a:lvl9pPr>
          </a:lstStyle>
          <a:p>
            <a:endParaRPr/>
          </a:p>
        </p:txBody>
      </p:sp>
      <p:sp>
        <p:nvSpPr>
          <p:cNvPr id="484" name="Google Shape;484;p55"/>
          <p:cNvSpPr>
            <a:spLocks noGrp="1"/>
          </p:cNvSpPr>
          <p:nvPr>
            <p:ph type="pic" idx="17"/>
          </p:nvPr>
        </p:nvSpPr>
        <p:spPr>
          <a:xfrm>
            <a:off x="988450" y="1169975"/>
            <a:ext cx="1264200" cy="1258500"/>
          </a:xfrm>
          <a:prstGeom prst="roundRect">
            <a:avLst>
              <a:gd name="adj" fmla="val 16718"/>
            </a:avLst>
          </a:prstGeom>
          <a:noFill/>
          <a:ln>
            <a:noFill/>
          </a:ln>
        </p:spPr>
      </p:sp>
      <p:sp>
        <p:nvSpPr>
          <p:cNvPr id="485" name="Google Shape;485;p55"/>
          <p:cNvSpPr txBox="1">
            <a:spLocks noGrp="1"/>
          </p:cNvSpPr>
          <p:nvPr>
            <p:ph type="subTitle" idx="18"/>
          </p:nvPr>
        </p:nvSpPr>
        <p:spPr>
          <a:xfrm>
            <a:off x="2317068" y="1155555"/>
            <a:ext cx="1314600" cy="311400"/>
          </a:xfrm>
          <a:prstGeom prst="rect">
            <a:avLst/>
          </a:prstGeom>
        </p:spPr>
        <p:txBody>
          <a:bodyPr spcFirstLastPara="1" wrap="square" lIns="91425" tIns="91425" rIns="91425" bIns="0" anchor="b" anchorCtr="0">
            <a:noAutofit/>
          </a:bodyPr>
          <a:lstStyle>
            <a:lvl1pPr lvl="0">
              <a:spcBef>
                <a:spcPts val="0"/>
              </a:spcBef>
              <a:spcAft>
                <a:spcPts val="0"/>
              </a:spcAft>
              <a:buNone/>
              <a:defRPr sz="1000" b="1">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a:endParaRPr/>
          </a:p>
        </p:txBody>
      </p:sp>
      <p:sp>
        <p:nvSpPr>
          <p:cNvPr id="486" name="Google Shape;486;p55"/>
          <p:cNvSpPr txBox="1">
            <a:spLocks noGrp="1"/>
          </p:cNvSpPr>
          <p:nvPr>
            <p:ph type="subTitle" idx="19"/>
          </p:nvPr>
        </p:nvSpPr>
        <p:spPr>
          <a:xfrm>
            <a:off x="2317068" y="1485704"/>
            <a:ext cx="1314600" cy="311400"/>
          </a:xfrm>
          <a:prstGeom prst="rect">
            <a:avLst/>
          </a:prstGeom>
        </p:spPr>
        <p:txBody>
          <a:bodyPr spcFirstLastPara="1" wrap="square" lIns="91425" tIns="0" rIns="91425" bIns="0" anchor="t" anchorCtr="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a:endParaRPr/>
          </a:p>
        </p:txBody>
      </p:sp>
      <p:sp>
        <p:nvSpPr>
          <p:cNvPr id="487" name="Google Shape;487;p55"/>
          <p:cNvSpPr txBox="1">
            <a:spLocks noGrp="1"/>
          </p:cNvSpPr>
          <p:nvPr>
            <p:ph type="subTitle" idx="20"/>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 Alt 4">
  <p:cSld name="BLANK_1_1_1_1_2_2">
    <p:bg>
      <p:bgPr>
        <a:solidFill>
          <a:schemeClr val="lt1"/>
        </a:solidFill>
        <a:effectLst/>
      </p:bgPr>
    </p:bg>
    <p:spTree>
      <p:nvGrpSpPr>
        <p:cNvPr id="1" name="Shape 488"/>
        <p:cNvGrpSpPr/>
        <p:nvPr/>
      </p:nvGrpSpPr>
      <p:grpSpPr>
        <a:xfrm>
          <a:off x="0" y="0"/>
          <a:ext cx="0" cy="0"/>
          <a:chOff x="0" y="0"/>
          <a:chExt cx="0" cy="0"/>
        </a:xfrm>
      </p:grpSpPr>
      <p:sp>
        <p:nvSpPr>
          <p:cNvPr id="489" name="Google Shape;489;p56"/>
          <p:cNvSpPr txBox="1">
            <a:spLocks noGrp="1"/>
          </p:cNvSpPr>
          <p:nvPr>
            <p:ph type="title"/>
          </p:nvPr>
        </p:nvSpPr>
        <p:spPr>
          <a:xfrm>
            <a:off x="228600" y="228600"/>
            <a:ext cx="4803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490" name="Google Shape;490;p56"/>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491" name="Google Shape;491;p56"/>
          <p:cNvSpPr/>
          <p:nvPr/>
        </p:nvSpPr>
        <p:spPr>
          <a:xfrm>
            <a:off x="7299656" y="0"/>
            <a:ext cx="1841902" cy="1572524"/>
          </a:xfrm>
          <a:custGeom>
            <a:avLst/>
            <a:gdLst/>
            <a:ahLst/>
            <a:cxnLst/>
            <a:rect l="l" t="t" r="r" b="b"/>
            <a:pathLst>
              <a:path w="65894" h="56257" extrusionOk="0">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492" name="Google Shape;492;p56"/>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 Alt 7">
  <p:cSld name="BLANK_1_1_1_1_2_1_1_1">
    <p:spTree>
      <p:nvGrpSpPr>
        <p:cNvPr id="1" name="Shape 493"/>
        <p:cNvGrpSpPr/>
        <p:nvPr/>
      </p:nvGrpSpPr>
      <p:grpSpPr>
        <a:xfrm>
          <a:off x="0" y="0"/>
          <a:ext cx="0" cy="0"/>
          <a:chOff x="0" y="0"/>
          <a:chExt cx="0" cy="0"/>
        </a:xfrm>
      </p:grpSpPr>
      <p:sp>
        <p:nvSpPr>
          <p:cNvPr id="494" name="Google Shape;494;p57"/>
          <p:cNvSpPr/>
          <p:nvPr/>
        </p:nvSpPr>
        <p:spPr>
          <a:xfrm rot="5400000">
            <a:off x="-3988150" y="1153525"/>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495" name="Google Shape;495;p57"/>
          <p:cNvSpPr/>
          <p:nvPr/>
        </p:nvSpPr>
        <p:spPr>
          <a:xfrm>
            <a:off x="31" y="1985350"/>
            <a:ext cx="3736169" cy="3157918"/>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496" name="Google Shape;496;p57"/>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497" name="Google Shape;497;p57"/>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a:endParaRPr/>
          </a:p>
        </p:txBody>
      </p:sp>
      <p:sp>
        <p:nvSpPr>
          <p:cNvPr id="498" name="Google Shape;498;p57"/>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wo column statement">
  <p:cSld name="BLANK_1_1_1_1_1_2">
    <p:bg>
      <p:bgPr>
        <a:solidFill>
          <a:schemeClr val="lt1"/>
        </a:solidFill>
        <a:effectLst/>
      </p:bgPr>
    </p:bg>
    <p:spTree>
      <p:nvGrpSpPr>
        <p:cNvPr id="1" name="Shape 499"/>
        <p:cNvGrpSpPr/>
        <p:nvPr/>
      </p:nvGrpSpPr>
      <p:grpSpPr>
        <a:xfrm>
          <a:off x="0" y="0"/>
          <a:ext cx="0" cy="0"/>
          <a:chOff x="0" y="0"/>
          <a:chExt cx="0" cy="0"/>
        </a:xfrm>
      </p:grpSpPr>
      <p:sp>
        <p:nvSpPr>
          <p:cNvPr id="500" name="Google Shape;500;p58"/>
          <p:cNvSpPr txBox="1">
            <a:spLocks noGrp="1"/>
          </p:cNvSpPr>
          <p:nvPr>
            <p:ph type="body" idx="1"/>
          </p:nvPr>
        </p:nvSpPr>
        <p:spPr>
          <a:xfrm>
            <a:off x="4618950" y="1743378"/>
            <a:ext cx="4296600" cy="3063300"/>
          </a:xfrm>
          <a:prstGeom prst="rect">
            <a:avLst/>
          </a:prstGeom>
        </p:spPr>
        <p:txBody>
          <a:bodyPr spcFirstLastPara="1" wrap="square" lIns="91425" tIns="91425" rIns="91425" bIns="91425" anchor="t" anchorCtr="0">
            <a:noAutofit/>
          </a:bodyPr>
          <a:lstStyle>
            <a:lvl1pPr marL="457200" lvl="0" indent="-330200">
              <a:spcBef>
                <a:spcPts val="0"/>
              </a:spcBef>
              <a:spcAft>
                <a:spcPts val="0"/>
              </a:spcAft>
              <a:buSzPts val="1600"/>
              <a:buFont typeface="Nunito Sans"/>
              <a:buChar char="●"/>
              <a:defRPr sz="1600"/>
            </a:lvl1pPr>
            <a:lvl2pPr marL="914400" lvl="1" indent="-330200">
              <a:spcBef>
                <a:spcPts val="800"/>
              </a:spcBef>
              <a:spcAft>
                <a:spcPts val="0"/>
              </a:spcAft>
              <a:buSzPts val="1600"/>
              <a:buFont typeface="Nunito Sans"/>
              <a:buChar char="○"/>
              <a:defRPr sz="1600"/>
            </a:lvl2pPr>
            <a:lvl3pPr marL="1371600" lvl="2" indent="-330200">
              <a:spcBef>
                <a:spcPts val="800"/>
              </a:spcBef>
              <a:spcAft>
                <a:spcPts val="0"/>
              </a:spcAft>
              <a:buSzPts val="1600"/>
              <a:buFont typeface="Nunito Sans"/>
              <a:buChar char="■"/>
              <a:defRPr sz="1600"/>
            </a:lvl3pPr>
            <a:lvl4pPr marL="1828800" lvl="3" indent="-330200">
              <a:spcBef>
                <a:spcPts val="800"/>
              </a:spcBef>
              <a:spcAft>
                <a:spcPts val="0"/>
              </a:spcAft>
              <a:buSzPts val="1600"/>
              <a:buFont typeface="Nunito Sans"/>
              <a:buChar char="●"/>
              <a:defRPr sz="1600"/>
            </a:lvl4pPr>
            <a:lvl5pPr marL="2286000" lvl="4" indent="-330200">
              <a:spcBef>
                <a:spcPts val="800"/>
              </a:spcBef>
              <a:spcAft>
                <a:spcPts val="0"/>
              </a:spcAft>
              <a:buSzPts val="1600"/>
              <a:buFont typeface="Nunito Sans"/>
              <a:buChar char="○"/>
              <a:defRPr sz="1600"/>
            </a:lvl5pPr>
            <a:lvl6pPr marL="2743200" lvl="5" indent="-330200">
              <a:spcBef>
                <a:spcPts val="800"/>
              </a:spcBef>
              <a:spcAft>
                <a:spcPts val="0"/>
              </a:spcAft>
              <a:buSzPts val="1600"/>
              <a:buFont typeface="Nunito Sans"/>
              <a:buChar char="■"/>
              <a:defRPr sz="1600"/>
            </a:lvl6pPr>
            <a:lvl7pPr marL="3200400" lvl="6" indent="-330200">
              <a:spcBef>
                <a:spcPts val="800"/>
              </a:spcBef>
              <a:spcAft>
                <a:spcPts val="0"/>
              </a:spcAft>
              <a:buSzPts val="1600"/>
              <a:buFont typeface="Nunito Sans"/>
              <a:buChar char="●"/>
              <a:defRPr sz="1600"/>
            </a:lvl7pPr>
            <a:lvl8pPr marL="3657600" lvl="7" indent="-330200">
              <a:spcBef>
                <a:spcPts val="800"/>
              </a:spcBef>
              <a:spcAft>
                <a:spcPts val="0"/>
              </a:spcAft>
              <a:buSzPts val="1600"/>
              <a:buFont typeface="Nunito Sans"/>
              <a:buChar char="○"/>
              <a:defRPr sz="1600"/>
            </a:lvl8pPr>
            <a:lvl9pPr marL="4114800" lvl="8" indent="-330200">
              <a:spcBef>
                <a:spcPts val="800"/>
              </a:spcBef>
              <a:spcAft>
                <a:spcPts val="800"/>
              </a:spcAft>
              <a:buSzPts val="1600"/>
              <a:buFont typeface="Nunito Sans"/>
              <a:buChar char="■"/>
              <a:defRPr sz="1600"/>
            </a:lvl9pPr>
          </a:lstStyle>
          <a:p>
            <a:endParaRPr/>
          </a:p>
        </p:txBody>
      </p:sp>
      <p:sp>
        <p:nvSpPr>
          <p:cNvPr id="501" name="Google Shape;501;p58"/>
          <p:cNvSpPr txBox="1">
            <a:spLocks noGrp="1"/>
          </p:cNvSpPr>
          <p:nvPr>
            <p:ph type="title"/>
          </p:nvPr>
        </p:nvSpPr>
        <p:spPr>
          <a:xfrm>
            <a:off x="228600" y="1743378"/>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a:endParaRPr/>
          </a:p>
        </p:txBody>
      </p:sp>
      <p:sp>
        <p:nvSpPr>
          <p:cNvPr id="502" name="Google Shape;502;p58"/>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503" name="Google Shape;503;p58"/>
          <p:cNvSpPr txBox="1">
            <a:spLocks noGrp="1"/>
          </p:cNvSpPr>
          <p:nvPr>
            <p:ph type="subTitle" idx="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Main point">
  <p:cSld name="BLANK_1_1_1_1_1_1">
    <p:bg>
      <p:bgPr>
        <a:solidFill>
          <a:schemeClr val="accent1"/>
        </a:solidFill>
        <a:effectLst/>
      </p:bgPr>
    </p:bg>
    <p:spTree>
      <p:nvGrpSpPr>
        <p:cNvPr id="1" name="Shape 504"/>
        <p:cNvGrpSpPr/>
        <p:nvPr/>
      </p:nvGrpSpPr>
      <p:grpSpPr>
        <a:xfrm>
          <a:off x="0" y="0"/>
          <a:ext cx="0" cy="0"/>
          <a:chOff x="0" y="0"/>
          <a:chExt cx="0" cy="0"/>
        </a:xfrm>
      </p:grpSpPr>
      <p:pic>
        <p:nvPicPr>
          <p:cNvPr id="505" name="Google Shape;505;p59"/>
          <p:cNvPicPr preferRelativeResize="0"/>
          <p:nvPr/>
        </p:nvPicPr>
        <p:blipFill rotWithShape="1">
          <a:blip r:embed="rId2">
            <a:alphaModFix/>
          </a:blip>
          <a:srcRect t="51307" r="54483"/>
          <a:stretch/>
        </p:blipFill>
        <p:spPr>
          <a:xfrm>
            <a:off x="6802800" y="-9247"/>
            <a:ext cx="2341200" cy="2504451"/>
          </a:xfrm>
          <a:prstGeom prst="rect">
            <a:avLst/>
          </a:prstGeom>
          <a:noFill/>
          <a:ln>
            <a:noFill/>
          </a:ln>
        </p:spPr>
      </p:pic>
      <p:sp>
        <p:nvSpPr>
          <p:cNvPr id="506" name="Google Shape;506;p59"/>
          <p:cNvSpPr txBox="1">
            <a:spLocks noGrp="1"/>
          </p:cNvSpPr>
          <p:nvPr>
            <p:ph type="title"/>
          </p:nvPr>
        </p:nvSpPr>
        <p:spPr>
          <a:xfrm>
            <a:off x="1249050" y="1249276"/>
            <a:ext cx="6645900" cy="28431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sz="2700" b="0">
                <a:solidFill>
                  <a:schemeClr val="dk2"/>
                </a:solidFill>
                <a:latin typeface="Poppins Medium"/>
                <a:ea typeface="Poppins Medium"/>
                <a:cs typeface="Poppins Medium"/>
                <a:sym typeface="Poppins Medium"/>
              </a:defRPr>
            </a:lvl9pPr>
          </a:lstStyle>
          <a:p>
            <a:endParaRPr/>
          </a:p>
        </p:txBody>
      </p:sp>
      <p:sp>
        <p:nvSpPr>
          <p:cNvPr id="507" name="Google Shape;507;p59"/>
          <p:cNvSpPr/>
          <p:nvPr/>
        </p:nvSpPr>
        <p:spPr>
          <a:xfrm>
            <a:off x="6724719" y="-48"/>
            <a:ext cx="2419360" cy="1864544"/>
          </a:xfrm>
          <a:custGeom>
            <a:avLst/>
            <a:gdLst/>
            <a:ahLst/>
            <a:cxnLst/>
            <a:rect l="l" t="t" r="r" b="b"/>
            <a:pathLst>
              <a:path w="75605" h="58267" extrusionOk="0">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6"/>
              </a:solidFill>
              <a:latin typeface="Nunito Sans"/>
              <a:ea typeface="Nunito Sans"/>
              <a:cs typeface="Nunito Sans"/>
              <a:sym typeface="Nunito Sans"/>
            </a:endParaRPr>
          </a:p>
        </p:txBody>
      </p:sp>
      <p:sp>
        <p:nvSpPr>
          <p:cNvPr id="508" name="Google Shape;508;p59"/>
          <p:cNvSpPr/>
          <p:nvPr/>
        </p:nvSpPr>
        <p:spPr>
          <a:xfrm>
            <a:off x="0" y="3692104"/>
            <a:ext cx="2339584" cy="1451392"/>
          </a:xfrm>
          <a:custGeom>
            <a:avLst/>
            <a:gdLst/>
            <a:ahLst/>
            <a:cxnLst/>
            <a:rect l="l" t="t" r="r" b="b"/>
            <a:pathLst>
              <a:path w="73112" h="45356" extrusionOk="0">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Agenda - Alt 2">
  <p:cSld name="BLANK_1_1_1_1_1_1_1_1_1_1_1_2">
    <p:spTree>
      <p:nvGrpSpPr>
        <p:cNvPr id="1" name="Shape 509"/>
        <p:cNvGrpSpPr/>
        <p:nvPr/>
      </p:nvGrpSpPr>
      <p:grpSpPr>
        <a:xfrm>
          <a:off x="0" y="0"/>
          <a:ext cx="0" cy="0"/>
          <a:chOff x="0" y="0"/>
          <a:chExt cx="0" cy="0"/>
        </a:xfrm>
      </p:grpSpPr>
      <p:sp>
        <p:nvSpPr>
          <p:cNvPr id="510" name="Google Shape;510;p60"/>
          <p:cNvSpPr/>
          <p:nvPr/>
        </p:nvSpPr>
        <p:spPr>
          <a:xfrm rot="5400000">
            <a:off x="-3989680" y="1156257"/>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sp>
        <p:nvSpPr>
          <p:cNvPr id="511" name="Google Shape;511;p60"/>
          <p:cNvSpPr txBox="1">
            <a:spLocks noGrp="1"/>
          </p:cNvSpPr>
          <p:nvPr>
            <p:ph type="subTitle" idx="1"/>
          </p:nvPr>
        </p:nvSpPr>
        <p:spPr>
          <a:xfrm>
            <a:off x="3584425" y="53655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512" name="Google Shape;512;p60"/>
          <p:cNvSpPr txBox="1">
            <a:spLocks noGrp="1"/>
          </p:cNvSpPr>
          <p:nvPr>
            <p:ph type="subTitle" idx="2"/>
          </p:nvPr>
        </p:nvSpPr>
        <p:spPr>
          <a:xfrm>
            <a:off x="3584425" y="192065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513" name="Google Shape;513;p60"/>
          <p:cNvSpPr txBox="1">
            <a:spLocks noGrp="1"/>
          </p:cNvSpPr>
          <p:nvPr>
            <p:ph type="subTitle" idx="3"/>
          </p:nvPr>
        </p:nvSpPr>
        <p:spPr>
          <a:xfrm>
            <a:off x="3584425" y="3291625"/>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514" name="Google Shape;514;p60"/>
          <p:cNvSpPr txBox="1">
            <a:spLocks noGrp="1"/>
          </p:cNvSpPr>
          <p:nvPr>
            <p:ph type="subTitle" idx="4"/>
          </p:nvPr>
        </p:nvSpPr>
        <p:spPr>
          <a:xfrm>
            <a:off x="3584425" y="39968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515" name="Google Shape;515;p60"/>
          <p:cNvSpPr txBox="1">
            <a:spLocks noGrp="1"/>
          </p:cNvSpPr>
          <p:nvPr>
            <p:ph type="subTitle" idx="5"/>
          </p:nvPr>
        </p:nvSpPr>
        <p:spPr>
          <a:xfrm>
            <a:off x="3584425" y="12286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516" name="Google Shape;516;p60"/>
          <p:cNvSpPr txBox="1">
            <a:spLocks noGrp="1"/>
          </p:cNvSpPr>
          <p:nvPr>
            <p:ph type="subTitle" idx="6"/>
          </p:nvPr>
        </p:nvSpPr>
        <p:spPr>
          <a:xfrm>
            <a:off x="3584425" y="2612700"/>
            <a:ext cx="404100" cy="4002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pic>
        <p:nvPicPr>
          <p:cNvPr id="517" name="Google Shape;517;p60"/>
          <p:cNvPicPr preferRelativeResize="0"/>
          <p:nvPr/>
        </p:nvPicPr>
        <p:blipFill rotWithShape="1">
          <a:blip r:embed="rId2">
            <a:alphaModFix/>
          </a:blip>
          <a:srcRect l="57201" b="4753"/>
          <a:stretch/>
        </p:blipFill>
        <p:spPr>
          <a:xfrm>
            <a:off x="-2901" y="1345020"/>
            <a:ext cx="1711426" cy="3808700"/>
          </a:xfrm>
          <a:prstGeom prst="rect">
            <a:avLst/>
          </a:prstGeom>
          <a:noFill/>
          <a:ln>
            <a:noFill/>
          </a:ln>
        </p:spPr>
      </p:pic>
      <p:sp>
        <p:nvSpPr>
          <p:cNvPr id="518" name="Google Shape;518;p60"/>
          <p:cNvSpPr txBox="1">
            <a:spLocks noGrp="1"/>
          </p:cNvSpPr>
          <p:nvPr>
            <p:ph type="subTitle" idx="7"/>
          </p:nvPr>
        </p:nvSpPr>
        <p:spPr>
          <a:xfrm>
            <a:off x="3986175" y="5103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519" name="Google Shape;519;p60"/>
          <p:cNvSpPr txBox="1">
            <a:spLocks noGrp="1"/>
          </p:cNvSpPr>
          <p:nvPr>
            <p:ph type="subTitle" idx="8"/>
          </p:nvPr>
        </p:nvSpPr>
        <p:spPr>
          <a:xfrm>
            <a:off x="3986175" y="12023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520" name="Google Shape;520;p60"/>
          <p:cNvSpPr txBox="1">
            <a:spLocks noGrp="1"/>
          </p:cNvSpPr>
          <p:nvPr>
            <p:ph type="subTitle" idx="9"/>
          </p:nvPr>
        </p:nvSpPr>
        <p:spPr>
          <a:xfrm>
            <a:off x="3986175" y="18944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521" name="Google Shape;521;p60"/>
          <p:cNvSpPr txBox="1">
            <a:spLocks noGrp="1"/>
          </p:cNvSpPr>
          <p:nvPr>
            <p:ph type="subTitle" idx="13"/>
          </p:nvPr>
        </p:nvSpPr>
        <p:spPr>
          <a:xfrm>
            <a:off x="3986175" y="25864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522" name="Google Shape;522;p60"/>
          <p:cNvSpPr txBox="1">
            <a:spLocks noGrp="1"/>
          </p:cNvSpPr>
          <p:nvPr>
            <p:ph type="subTitle" idx="14"/>
          </p:nvPr>
        </p:nvSpPr>
        <p:spPr>
          <a:xfrm>
            <a:off x="3986175" y="327850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523" name="Google Shape;523;p60"/>
          <p:cNvSpPr txBox="1">
            <a:spLocks noGrp="1"/>
          </p:cNvSpPr>
          <p:nvPr>
            <p:ph type="subTitle" idx="15"/>
          </p:nvPr>
        </p:nvSpPr>
        <p:spPr>
          <a:xfrm>
            <a:off x="3986175" y="3970550"/>
            <a:ext cx="3858900" cy="452700"/>
          </a:xfrm>
          <a:prstGeom prst="rect">
            <a:avLst/>
          </a:prstGeom>
        </p:spPr>
        <p:txBody>
          <a:bodyPr spcFirstLastPara="1" wrap="square" lIns="91425" tIns="91425" rIns="91425" bIns="91425" anchor="ctr" anchorCtr="0">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a:endParaRPr/>
          </a:p>
        </p:txBody>
      </p:sp>
      <p:sp>
        <p:nvSpPr>
          <p:cNvPr id="524" name="Google Shape;524;p60"/>
          <p:cNvSpPr txBox="1">
            <a:spLocks noGrp="1"/>
          </p:cNvSpPr>
          <p:nvPr>
            <p:ph type="title"/>
          </p:nvPr>
        </p:nvSpPr>
        <p:spPr>
          <a:xfrm>
            <a:off x="228600" y="228600"/>
            <a:ext cx="2926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525" name="Google Shape;525;p60"/>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526" name="Google Shape;526;p60"/>
          <p:cNvSpPr txBox="1">
            <a:spLocks noGrp="1"/>
          </p:cNvSpPr>
          <p:nvPr>
            <p:ph type="subTitle" idx="16"/>
          </p:nvPr>
        </p:nvSpPr>
        <p:spPr>
          <a:xfrm>
            <a:off x="7851925" y="5103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27" name="Google Shape;527;p60"/>
          <p:cNvSpPr txBox="1">
            <a:spLocks noGrp="1"/>
          </p:cNvSpPr>
          <p:nvPr>
            <p:ph type="subTitle" idx="17"/>
          </p:nvPr>
        </p:nvSpPr>
        <p:spPr>
          <a:xfrm>
            <a:off x="7851925" y="12023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28" name="Google Shape;528;p60"/>
          <p:cNvSpPr txBox="1">
            <a:spLocks noGrp="1"/>
          </p:cNvSpPr>
          <p:nvPr>
            <p:ph type="subTitle" idx="18"/>
          </p:nvPr>
        </p:nvSpPr>
        <p:spPr>
          <a:xfrm>
            <a:off x="7851925" y="18944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29" name="Google Shape;529;p60"/>
          <p:cNvSpPr txBox="1">
            <a:spLocks noGrp="1"/>
          </p:cNvSpPr>
          <p:nvPr>
            <p:ph type="subTitle" idx="19"/>
          </p:nvPr>
        </p:nvSpPr>
        <p:spPr>
          <a:xfrm>
            <a:off x="7851925" y="25864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30" name="Google Shape;530;p60"/>
          <p:cNvSpPr txBox="1">
            <a:spLocks noGrp="1"/>
          </p:cNvSpPr>
          <p:nvPr>
            <p:ph type="subTitle" idx="20"/>
          </p:nvPr>
        </p:nvSpPr>
        <p:spPr>
          <a:xfrm>
            <a:off x="7851925" y="327850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31" name="Google Shape;531;p60"/>
          <p:cNvSpPr txBox="1">
            <a:spLocks noGrp="1"/>
          </p:cNvSpPr>
          <p:nvPr>
            <p:ph type="subTitle" idx="21"/>
          </p:nvPr>
        </p:nvSpPr>
        <p:spPr>
          <a:xfrm>
            <a:off x="7851925" y="3970550"/>
            <a:ext cx="1063200" cy="452700"/>
          </a:xfrm>
          <a:prstGeom prst="rect">
            <a:avLst/>
          </a:prstGeom>
        </p:spPr>
        <p:txBody>
          <a:bodyPr spcFirstLastPara="1" wrap="square" lIns="91425" tIns="91425" rIns="91425" bIns="91425" anchor="ctr" anchorCtr="0">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a:endParaRPr/>
          </a:p>
        </p:txBody>
      </p:sp>
      <p:sp>
        <p:nvSpPr>
          <p:cNvPr id="532" name="Google Shape;532;p60"/>
          <p:cNvSpPr txBox="1">
            <a:spLocks noGrp="1"/>
          </p:cNvSpPr>
          <p:nvPr>
            <p:ph type="subTitle" idx="22"/>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body and image - Alt 1">
  <p:cSld name="BLANK_1_1_1_1_1_1_1_1_1_1_1_1">
    <p:spTree>
      <p:nvGrpSpPr>
        <p:cNvPr id="1" name="Shape 533"/>
        <p:cNvGrpSpPr/>
        <p:nvPr/>
      </p:nvGrpSpPr>
      <p:grpSpPr>
        <a:xfrm>
          <a:off x="0" y="0"/>
          <a:ext cx="0" cy="0"/>
          <a:chOff x="0" y="0"/>
          <a:chExt cx="0" cy="0"/>
        </a:xfrm>
      </p:grpSpPr>
      <p:pic>
        <p:nvPicPr>
          <p:cNvPr id="534" name="Google Shape;534;p61"/>
          <p:cNvPicPr preferRelativeResize="0"/>
          <p:nvPr/>
        </p:nvPicPr>
        <p:blipFill rotWithShape="1">
          <a:blip r:embed="rId2">
            <a:alphaModFix/>
          </a:blip>
          <a:srcRect t="21452"/>
          <a:stretch/>
        </p:blipFill>
        <p:spPr>
          <a:xfrm>
            <a:off x="4061100" y="0"/>
            <a:ext cx="4136100" cy="3248727"/>
          </a:xfrm>
          <a:prstGeom prst="rect">
            <a:avLst/>
          </a:prstGeom>
          <a:noFill/>
          <a:ln>
            <a:noFill/>
          </a:ln>
        </p:spPr>
      </p:pic>
      <p:sp>
        <p:nvSpPr>
          <p:cNvPr id="535" name="Google Shape;535;p61"/>
          <p:cNvSpPr/>
          <p:nvPr/>
        </p:nvSpPr>
        <p:spPr>
          <a:xfrm rot="-5400000" flipH="1">
            <a:off x="5143020" y="1161600"/>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sp>
        <p:nvSpPr>
          <p:cNvPr id="536" name="Google Shape;536;p61"/>
          <p:cNvSpPr/>
          <p:nvPr/>
        </p:nvSpPr>
        <p:spPr>
          <a:xfrm>
            <a:off x="4600000" y="-50"/>
            <a:ext cx="3973152" cy="5143488"/>
          </a:xfrm>
          <a:custGeom>
            <a:avLst/>
            <a:gdLst/>
            <a:ahLst/>
            <a:cxnLst/>
            <a:rect l="l" t="t" r="r" b="b"/>
            <a:pathLst>
              <a:path w="124161" h="160734" extrusionOk="0">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537" name="Google Shape;537;p61"/>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538" name="Google Shape;538;p61"/>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539" name="Google Shape;539;p61"/>
          <p:cNvSpPr>
            <a:spLocks noGrp="1"/>
          </p:cNvSpPr>
          <p:nvPr>
            <p:ph type="pic" idx="2"/>
          </p:nvPr>
        </p:nvSpPr>
        <p:spPr>
          <a:xfrm>
            <a:off x="5212300" y="460300"/>
            <a:ext cx="3702900" cy="4136100"/>
          </a:xfrm>
          <a:prstGeom prst="roundRect">
            <a:avLst>
              <a:gd name="adj" fmla="val 6865"/>
            </a:avLst>
          </a:prstGeom>
          <a:noFill/>
          <a:ln>
            <a:noFill/>
          </a:ln>
        </p:spPr>
      </p:sp>
      <p:sp>
        <p:nvSpPr>
          <p:cNvPr id="540" name="Google Shape;540;p61"/>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541" name="Google Shape;541;p61"/>
          <p:cNvSpPr/>
          <p:nvPr/>
        </p:nvSpPr>
        <p:spPr>
          <a:xfrm>
            <a:off x="7766436" y="148752"/>
            <a:ext cx="1377568" cy="2421760"/>
          </a:xfrm>
          <a:custGeom>
            <a:avLst/>
            <a:gdLst/>
            <a:ahLst/>
            <a:cxnLst/>
            <a:rect l="l" t="t" r="r" b="b"/>
            <a:pathLst>
              <a:path w="43049" h="75680" extrusionOk="0">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542" name="Google Shape;542;p61"/>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543" name="Google Shape;543;p61"/>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body and image - Alt 2">
  <p:cSld name="BLANK_1_1_1_1_1_1_1_1_1_1_1_1_2">
    <p:spTree>
      <p:nvGrpSpPr>
        <p:cNvPr id="1" name="Shape 544"/>
        <p:cNvGrpSpPr/>
        <p:nvPr/>
      </p:nvGrpSpPr>
      <p:grpSpPr>
        <a:xfrm>
          <a:off x="0" y="0"/>
          <a:ext cx="0" cy="0"/>
          <a:chOff x="0" y="0"/>
          <a:chExt cx="0" cy="0"/>
        </a:xfrm>
      </p:grpSpPr>
      <p:pic>
        <p:nvPicPr>
          <p:cNvPr id="545" name="Google Shape;545;p62"/>
          <p:cNvPicPr preferRelativeResize="0"/>
          <p:nvPr/>
        </p:nvPicPr>
        <p:blipFill rotWithShape="1">
          <a:blip r:embed="rId2">
            <a:alphaModFix/>
          </a:blip>
          <a:srcRect b="59421"/>
          <a:stretch/>
        </p:blipFill>
        <p:spPr>
          <a:xfrm>
            <a:off x="4246500" y="3605146"/>
            <a:ext cx="3791099" cy="1538350"/>
          </a:xfrm>
          <a:prstGeom prst="rect">
            <a:avLst/>
          </a:prstGeom>
          <a:noFill/>
          <a:ln>
            <a:noFill/>
          </a:ln>
        </p:spPr>
      </p:pic>
      <p:sp>
        <p:nvSpPr>
          <p:cNvPr id="546" name="Google Shape;546;p62"/>
          <p:cNvSpPr/>
          <p:nvPr/>
        </p:nvSpPr>
        <p:spPr>
          <a:xfrm rot="-5400000">
            <a:off x="5152931" y="-3996218"/>
            <a:ext cx="7978200" cy="7978200"/>
          </a:xfrm>
          <a:prstGeom prst="pie">
            <a:avLst>
              <a:gd name="adj1" fmla="val 10792592"/>
              <a:gd name="adj2" fmla="val 16198514"/>
            </a:avLst>
          </a:prstGeom>
          <a:gradFill>
            <a:gsLst>
              <a:gs pos="0">
                <a:schemeClr val="accent1"/>
              </a:gs>
              <a:gs pos="50000">
                <a:schemeClr val="dk2"/>
              </a:gs>
              <a:gs pos="100000">
                <a:schemeClr val="dk2"/>
              </a:gs>
            </a:gsLst>
            <a:path path="circle">
              <a:fillToRect l="100000" b="100000"/>
            </a:path>
            <a:tileRect t="-100000" r="-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pic>
        <p:nvPicPr>
          <p:cNvPr id="547" name="Google Shape;547;p62"/>
          <p:cNvPicPr preferRelativeResize="0"/>
          <p:nvPr/>
        </p:nvPicPr>
        <p:blipFill rotWithShape="1">
          <a:blip r:embed="rId3">
            <a:alphaModFix/>
          </a:blip>
          <a:srcRect l="150" b="34692"/>
          <a:stretch/>
        </p:blipFill>
        <p:spPr>
          <a:xfrm rot="10800000">
            <a:off x="3915350" y="-2066"/>
            <a:ext cx="3992800" cy="2611474"/>
          </a:xfrm>
          <a:prstGeom prst="rect">
            <a:avLst/>
          </a:prstGeom>
          <a:noFill/>
          <a:ln>
            <a:noFill/>
          </a:ln>
        </p:spPr>
      </p:pic>
      <p:sp>
        <p:nvSpPr>
          <p:cNvPr id="548" name="Google Shape;548;p62"/>
          <p:cNvSpPr/>
          <p:nvPr/>
        </p:nvSpPr>
        <p:spPr>
          <a:xfrm>
            <a:off x="4638645" y="1838308"/>
            <a:ext cx="4505344" cy="3305184"/>
          </a:xfrm>
          <a:custGeom>
            <a:avLst/>
            <a:gdLst/>
            <a:ahLst/>
            <a:cxnLst/>
            <a:rect l="l" t="t" r="r" b="b"/>
            <a:pathLst>
              <a:path w="140792" h="103287" extrusionOk="0">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549" name="Google Shape;549;p62"/>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550" name="Google Shape;550;p62"/>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551" name="Google Shape;551;p62"/>
          <p:cNvSpPr>
            <a:spLocks noGrp="1"/>
          </p:cNvSpPr>
          <p:nvPr>
            <p:ph type="pic" idx="2"/>
          </p:nvPr>
        </p:nvSpPr>
        <p:spPr>
          <a:xfrm>
            <a:off x="5212300" y="460300"/>
            <a:ext cx="3702900" cy="4136100"/>
          </a:xfrm>
          <a:prstGeom prst="roundRect">
            <a:avLst>
              <a:gd name="adj" fmla="val 6865"/>
            </a:avLst>
          </a:prstGeom>
          <a:noFill/>
          <a:ln>
            <a:noFill/>
          </a:ln>
        </p:spPr>
      </p:sp>
      <p:sp>
        <p:nvSpPr>
          <p:cNvPr id="552" name="Google Shape;552;p62"/>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553" name="Google Shape;553;p62"/>
          <p:cNvSpPr/>
          <p:nvPr/>
        </p:nvSpPr>
        <p:spPr>
          <a:xfrm>
            <a:off x="7305660" y="0"/>
            <a:ext cx="1838336" cy="1509728"/>
          </a:xfrm>
          <a:custGeom>
            <a:avLst/>
            <a:gdLst/>
            <a:ahLst/>
            <a:cxnLst/>
            <a:rect l="l" t="t" r="r" b="b"/>
            <a:pathLst>
              <a:path w="57448" h="47179" extrusionOk="0">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554" name="Google Shape;554;p62"/>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555" name="Google Shape;555;p62"/>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body and image - Alt 3">
  <p:cSld name="BLANK_1_1_1_1_1_1_1_1_1_1_1_1_2_1">
    <p:spTree>
      <p:nvGrpSpPr>
        <p:cNvPr id="1" name="Shape 556"/>
        <p:cNvGrpSpPr/>
        <p:nvPr/>
      </p:nvGrpSpPr>
      <p:grpSpPr>
        <a:xfrm>
          <a:off x="0" y="0"/>
          <a:ext cx="0" cy="0"/>
          <a:chOff x="0" y="0"/>
          <a:chExt cx="0" cy="0"/>
        </a:xfrm>
      </p:grpSpPr>
      <p:pic>
        <p:nvPicPr>
          <p:cNvPr id="557" name="Google Shape;557;p63"/>
          <p:cNvPicPr preferRelativeResize="0"/>
          <p:nvPr/>
        </p:nvPicPr>
        <p:blipFill rotWithShape="1">
          <a:blip r:embed="rId2">
            <a:alphaModFix/>
          </a:blip>
          <a:srcRect t="23213"/>
          <a:stretch/>
        </p:blipFill>
        <p:spPr>
          <a:xfrm>
            <a:off x="1618675" y="-3"/>
            <a:ext cx="3241201" cy="2488724"/>
          </a:xfrm>
          <a:prstGeom prst="rect">
            <a:avLst/>
          </a:prstGeom>
          <a:noFill/>
          <a:ln>
            <a:noFill/>
          </a:ln>
        </p:spPr>
      </p:pic>
      <p:sp>
        <p:nvSpPr>
          <p:cNvPr id="558" name="Google Shape;558;p63"/>
          <p:cNvSpPr/>
          <p:nvPr/>
        </p:nvSpPr>
        <p:spPr>
          <a:xfrm rot="5400000">
            <a:off x="-3986651" y="1159982"/>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pic>
        <p:nvPicPr>
          <p:cNvPr id="559" name="Google Shape;559;p63"/>
          <p:cNvPicPr preferRelativeResize="0"/>
          <p:nvPr/>
        </p:nvPicPr>
        <p:blipFill rotWithShape="1">
          <a:blip r:embed="rId3">
            <a:alphaModFix/>
          </a:blip>
          <a:srcRect r="37757"/>
          <a:stretch/>
        </p:blipFill>
        <p:spPr>
          <a:xfrm rot="10800000">
            <a:off x="0" y="921550"/>
            <a:ext cx="2485250" cy="3992800"/>
          </a:xfrm>
          <a:prstGeom prst="rect">
            <a:avLst/>
          </a:prstGeom>
          <a:noFill/>
          <a:ln>
            <a:noFill/>
          </a:ln>
        </p:spPr>
      </p:pic>
      <p:sp>
        <p:nvSpPr>
          <p:cNvPr id="560" name="Google Shape;560;p63"/>
          <p:cNvSpPr txBox="1">
            <a:spLocks noGrp="1"/>
          </p:cNvSpPr>
          <p:nvPr>
            <p:ph type="sldNum" idx="12"/>
          </p:nvPr>
        </p:nvSpPr>
        <p:spPr>
          <a:xfrm>
            <a:off x="6080700" y="3995650"/>
            <a:ext cx="2834700" cy="393600"/>
          </a:xfrm>
          <a:prstGeom prst="rect">
            <a:avLst/>
          </a:prstGeom>
          <a:noFill/>
          <a:ln>
            <a:noFill/>
          </a:ln>
        </p:spPr>
        <p:txBody>
          <a:bodyPr spcFirstLastPara="1" wrap="square" lIns="91425" tIns="91425" rIns="91425" bIns="91425" anchor="ctr" anchorCtr="0">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marL="0" lvl="0" indent="0" algn="r" rtl="0">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561" name="Google Shape;561;p63"/>
          <p:cNvSpPr txBox="1">
            <a:spLocks noGrp="1"/>
          </p:cNvSpPr>
          <p:nvPr>
            <p:ph type="body" idx="1"/>
          </p:nvPr>
        </p:nvSpPr>
        <p:spPr>
          <a:xfrm>
            <a:off x="461895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SzPts val="1200"/>
              <a:buFont typeface="Nunito Sans"/>
              <a:buChar char="●"/>
              <a:defRPr/>
            </a:lvl1pPr>
            <a:lvl2pPr marL="914400" lvl="1" indent="-304800">
              <a:spcBef>
                <a:spcPts val="800"/>
              </a:spcBef>
              <a:spcAft>
                <a:spcPts val="0"/>
              </a:spcAft>
              <a:buSzPts val="1200"/>
              <a:buFont typeface="Nunito Sans"/>
              <a:buChar char="○"/>
              <a:defRPr/>
            </a:lvl2pPr>
            <a:lvl3pPr marL="1371600" lvl="2" indent="-304800">
              <a:spcBef>
                <a:spcPts val="800"/>
              </a:spcBef>
              <a:spcAft>
                <a:spcPts val="0"/>
              </a:spcAft>
              <a:buSzPts val="1200"/>
              <a:buFont typeface="Nunito Sans"/>
              <a:buChar char="■"/>
              <a:defRPr/>
            </a:lvl3pPr>
            <a:lvl4pPr marL="1828800" lvl="3" indent="-304800">
              <a:spcBef>
                <a:spcPts val="800"/>
              </a:spcBef>
              <a:spcAft>
                <a:spcPts val="0"/>
              </a:spcAft>
              <a:buSzPts val="1200"/>
              <a:buFont typeface="Nunito Sans"/>
              <a:buChar char="●"/>
              <a:defRPr/>
            </a:lvl4pPr>
            <a:lvl5pPr marL="2286000" lvl="4" indent="-304800">
              <a:spcBef>
                <a:spcPts val="800"/>
              </a:spcBef>
              <a:spcAft>
                <a:spcPts val="0"/>
              </a:spcAft>
              <a:buSzPts val="1200"/>
              <a:buFont typeface="Nunito Sans"/>
              <a:buChar char="○"/>
              <a:defRPr/>
            </a:lvl5pPr>
            <a:lvl6pPr marL="2743200" lvl="5" indent="-304800">
              <a:spcBef>
                <a:spcPts val="800"/>
              </a:spcBef>
              <a:spcAft>
                <a:spcPts val="0"/>
              </a:spcAft>
              <a:buSzPts val="1200"/>
              <a:buFont typeface="Nunito Sans"/>
              <a:buChar char="■"/>
              <a:defRPr/>
            </a:lvl6pPr>
            <a:lvl7pPr marL="3200400" lvl="6" indent="-304800">
              <a:spcBef>
                <a:spcPts val="800"/>
              </a:spcBef>
              <a:spcAft>
                <a:spcPts val="0"/>
              </a:spcAft>
              <a:buSzPts val="1200"/>
              <a:buFont typeface="Nunito Sans"/>
              <a:buChar char="●"/>
              <a:defRPr/>
            </a:lvl7pPr>
            <a:lvl8pPr marL="3657600" lvl="7" indent="-304800">
              <a:spcBef>
                <a:spcPts val="800"/>
              </a:spcBef>
              <a:spcAft>
                <a:spcPts val="0"/>
              </a:spcAft>
              <a:buSzPts val="1200"/>
              <a:buFont typeface="Nunito Sans"/>
              <a:buChar char="○"/>
              <a:defRPr/>
            </a:lvl8pPr>
            <a:lvl9pPr marL="4114800" lvl="8" indent="-304800">
              <a:spcBef>
                <a:spcPts val="800"/>
              </a:spcBef>
              <a:spcAft>
                <a:spcPts val="800"/>
              </a:spcAft>
              <a:buSzPts val="1200"/>
              <a:buFont typeface="Nunito Sans"/>
              <a:buChar char="■"/>
              <a:defRPr/>
            </a:lvl9pPr>
          </a:lstStyle>
          <a:p>
            <a:endParaRPr/>
          </a:p>
        </p:txBody>
      </p:sp>
      <p:sp>
        <p:nvSpPr>
          <p:cNvPr id="562" name="Google Shape;562;p63"/>
          <p:cNvSpPr txBox="1">
            <a:spLocks noGrp="1"/>
          </p:cNvSpPr>
          <p:nvPr>
            <p:ph type="title"/>
          </p:nvPr>
        </p:nvSpPr>
        <p:spPr>
          <a:xfrm>
            <a:off x="461895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563" name="Google Shape;563;p63"/>
          <p:cNvSpPr/>
          <p:nvPr/>
        </p:nvSpPr>
        <p:spPr>
          <a:xfrm>
            <a:off x="0" y="0"/>
            <a:ext cx="4296549" cy="4588647"/>
          </a:xfrm>
          <a:custGeom>
            <a:avLst/>
            <a:gdLst/>
            <a:ahLst/>
            <a:cxnLst/>
            <a:rect l="l" t="t" r="r" b="b"/>
            <a:pathLst>
              <a:path w="136811" h="146112" extrusionOk="0">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564" name="Google Shape;564;p63"/>
          <p:cNvSpPr>
            <a:spLocks noGrp="1"/>
          </p:cNvSpPr>
          <p:nvPr>
            <p:ph type="pic" idx="2"/>
          </p:nvPr>
        </p:nvSpPr>
        <p:spPr>
          <a:xfrm>
            <a:off x="313800" y="460300"/>
            <a:ext cx="3702900" cy="4136100"/>
          </a:xfrm>
          <a:prstGeom prst="roundRect">
            <a:avLst>
              <a:gd name="adj" fmla="val 6865"/>
            </a:avLst>
          </a:prstGeom>
          <a:noFill/>
          <a:ln>
            <a:noFill/>
          </a:ln>
        </p:spPr>
      </p:sp>
      <p:sp>
        <p:nvSpPr>
          <p:cNvPr id="565" name="Google Shape;565;p63"/>
          <p:cNvSpPr/>
          <p:nvPr/>
        </p:nvSpPr>
        <p:spPr>
          <a:xfrm>
            <a:off x="-1692" y="0"/>
            <a:ext cx="1834577" cy="1066372"/>
          </a:xfrm>
          <a:custGeom>
            <a:avLst/>
            <a:gdLst/>
            <a:ahLst/>
            <a:cxnLst/>
            <a:rect l="l" t="t" r="r" b="b"/>
            <a:pathLst>
              <a:path w="59978" h="34863" extrusionOk="0">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566" name="Google Shape;566;p6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567" name="Google Shape;567;p63"/>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2_1_1">
    <p:spTree>
      <p:nvGrpSpPr>
        <p:cNvPr id="1" name="Shape 568"/>
        <p:cNvGrpSpPr/>
        <p:nvPr/>
      </p:nvGrpSpPr>
      <p:grpSpPr>
        <a:xfrm>
          <a:off x="0" y="0"/>
          <a:ext cx="0" cy="0"/>
          <a:chOff x="0" y="0"/>
          <a:chExt cx="0" cy="0"/>
        </a:xfrm>
      </p:grpSpPr>
      <p:pic>
        <p:nvPicPr>
          <p:cNvPr id="569" name="Google Shape;569;p64"/>
          <p:cNvPicPr preferRelativeResize="0"/>
          <p:nvPr/>
        </p:nvPicPr>
        <p:blipFill rotWithShape="1">
          <a:blip r:embed="rId2">
            <a:alphaModFix/>
          </a:blip>
          <a:srcRect b="50879"/>
          <a:stretch/>
        </p:blipFill>
        <p:spPr>
          <a:xfrm rot="10800000">
            <a:off x="4511648" y="-5102"/>
            <a:ext cx="3255127" cy="1598802"/>
          </a:xfrm>
          <a:prstGeom prst="rect">
            <a:avLst/>
          </a:prstGeom>
          <a:noFill/>
          <a:ln>
            <a:noFill/>
          </a:ln>
        </p:spPr>
      </p:pic>
      <p:sp>
        <p:nvSpPr>
          <p:cNvPr id="570" name="Google Shape;570;p64"/>
          <p:cNvSpPr/>
          <p:nvPr/>
        </p:nvSpPr>
        <p:spPr>
          <a:xfrm>
            <a:off x="5160582" y="1163682"/>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l="100000" t="100000"/>
            </a:path>
            <a:tileRect r="-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a:ea typeface="Nunito Sans"/>
              <a:cs typeface="Nunito Sans"/>
              <a:sym typeface="Nunito Sans"/>
            </a:endParaRPr>
          </a:p>
        </p:txBody>
      </p:sp>
      <p:pic>
        <p:nvPicPr>
          <p:cNvPr id="571" name="Google Shape;571;p64"/>
          <p:cNvPicPr preferRelativeResize="0"/>
          <p:nvPr/>
        </p:nvPicPr>
        <p:blipFill rotWithShape="1">
          <a:blip r:embed="rId3">
            <a:alphaModFix/>
          </a:blip>
          <a:srcRect t="39965"/>
          <a:stretch/>
        </p:blipFill>
        <p:spPr>
          <a:xfrm rot="10800000">
            <a:off x="4410800" y="2763370"/>
            <a:ext cx="3992800" cy="2397126"/>
          </a:xfrm>
          <a:prstGeom prst="rect">
            <a:avLst/>
          </a:prstGeom>
          <a:noFill/>
          <a:ln>
            <a:noFill/>
          </a:ln>
        </p:spPr>
      </p:pic>
      <p:sp>
        <p:nvSpPr>
          <p:cNvPr id="572" name="Google Shape;572;p64"/>
          <p:cNvSpPr/>
          <p:nvPr/>
        </p:nvSpPr>
        <p:spPr>
          <a:xfrm>
            <a:off x="5269687" y="0"/>
            <a:ext cx="3874304" cy="2438400"/>
          </a:xfrm>
          <a:custGeom>
            <a:avLst/>
            <a:gdLst/>
            <a:ahLst/>
            <a:cxnLst/>
            <a:rect l="l" t="t" r="r" b="b"/>
            <a:pathLst>
              <a:path w="121072" h="76200" extrusionOk="0">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Nunito Sans"/>
              <a:ea typeface="Nunito Sans"/>
              <a:cs typeface="Nunito Sans"/>
              <a:sym typeface="Nunito Sans"/>
            </a:endParaRPr>
          </a:p>
        </p:txBody>
      </p:sp>
      <p:sp>
        <p:nvSpPr>
          <p:cNvPr id="573" name="Google Shape;573;p64"/>
          <p:cNvSpPr txBox="1">
            <a:spLocks noGrp="1"/>
          </p:cNvSpPr>
          <p:nvPr>
            <p:ph type="body" idx="1"/>
          </p:nvPr>
        </p:nvSpPr>
        <p:spPr>
          <a:xfrm>
            <a:off x="228600" y="1646991"/>
            <a:ext cx="4296600" cy="3063300"/>
          </a:xfrm>
          <a:prstGeom prst="rect">
            <a:avLst/>
          </a:prstGeom>
        </p:spPr>
        <p:txBody>
          <a:bodyPr spcFirstLastPara="1" wrap="square" lIns="91425" tIns="91425" rIns="91425" bIns="91425" anchor="b" anchorCtr="0">
            <a:noAutofit/>
          </a:bodyPr>
          <a:lstStyle>
            <a:lvl1pPr marL="457200" lvl="0" indent="-304800">
              <a:spcBef>
                <a:spcPts val="0"/>
              </a:spcBef>
              <a:spcAft>
                <a:spcPts val="0"/>
              </a:spcAft>
              <a:buClr>
                <a:schemeClr val="dk1"/>
              </a:buClr>
              <a:buSzPts val="1200"/>
              <a:buFont typeface="Nunito Sans"/>
              <a:buChar char="●"/>
              <a:defRPr/>
            </a:lvl1pPr>
            <a:lvl2pPr marL="914400" lvl="1" indent="-304800">
              <a:spcBef>
                <a:spcPts val="800"/>
              </a:spcBef>
              <a:spcAft>
                <a:spcPts val="0"/>
              </a:spcAft>
              <a:buClr>
                <a:schemeClr val="dk1"/>
              </a:buClr>
              <a:buSzPts val="1200"/>
              <a:buFont typeface="Nunito Sans"/>
              <a:buChar char="○"/>
              <a:defRPr/>
            </a:lvl2pPr>
            <a:lvl3pPr marL="1371600" lvl="2" indent="-304800">
              <a:spcBef>
                <a:spcPts val="800"/>
              </a:spcBef>
              <a:spcAft>
                <a:spcPts val="0"/>
              </a:spcAft>
              <a:buClr>
                <a:schemeClr val="dk1"/>
              </a:buClr>
              <a:buSzPts val="1200"/>
              <a:buFont typeface="Nunito Sans"/>
              <a:buChar char="■"/>
              <a:defRPr/>
            </a:lvl3pPr>
            <a:lvl4pPr marL="1828800" lvl="3" indent="-304800">
              <a:spcBef>
                <a:spcPts val="800"/>
              </a:spcBef>
              <a:spcAft>
                <a:spcPts val="0"/>
              </a:spcAft>
              <a:buClr>
                <a:schemeClr val="dk1"/>
              </a:buClr>
              <a:buSzPts val="1200"/>
              <a:buFont typeface="Nunito Sans"/>
              <a:buChar char="●"/>
              <a:defRPr/>
            </a:lvl4pPr>
            <a:lvl5pPr marL="2286000" lvl="4" indent="-304800">
              <a:spcBef>
                <a:spcPts val="800"/>
              </a:spcBef>
              <a:spcAft>
                <a:spcPts val="0"/>
              </a:spcAft>
              <a:buClr>
                <a:schemeClr val="dk1"/>
              </a:buClr>
              <a:buSzPts val="1200"/>
              <a:buFont typeface="Nunito Sans"/>
              <a:buChar char="○"/>
              <a:defRPr/>
            </a:lvl5pPr>
            <a:lvl6pPr marL="2743200" lvl="5" indent="-304800">
              <a:spcBef>
                <a:spcPts val="800"/>
              </a:spcBef>
              <a:spcAft>
                <a:spcPts val="0"/>
              </a:spcAft>
              <a:buClr>
                <a:schemeClr val="dk1"/>
              </a:buClr>
              <a:buSzPts val="1200"/>
              <a:buFont typeface="Nunito Sans"/>
              <a:buChar char="■"/>
              <a:defRPr/>
            </a:lvl6pPr>
            <a:lvl7pPr marL="3200400" lvl="6" indent="-304800">
              <a:spcBef>
                <a:spcPts val="800"/>
              </a:spcBef>
              <a:spcAft>
                <a:spcPts val="0"/>
              </a:spcAft>
              <a:buClr>
                <a:schemeClr val="dk1"/>
              </a:buClr>
              <a:buSzPts val="1200"/>
              <a:buFont typeface="Nunito Sans"/>
              <a:buChar char="●"/>
              <a:defRPr/>
            </a:lvl7pPr>
            <a:lvl8pPr marL="3657600" lvl="7" indent="-304800">
              <a:spcBef>
                <a:spcPts val="800"/>
              </a:spcBef>
              <a:spcAft>
                <a:spcPts val="0"/>
              </a:spcAft>
              <a:buClr>
                <a:schemeClr val="dk1"/>
              </a:buClr>
              <a:buSzPts val="1200"/>
              <a:buFont typeface="Nunito Sans"/>
              <a:buChar char="○"/>
              <a:defRPr/>
            </a:lvl8pPr>
            <a:lvl9pPr marL="4114800" lvl="8" indent="-304800">
              <a:spcBef>
                <a:spcPts val="800"/>
              </a:spcBef>
              <a:spcAft>
                <a:spcPts val="800"/>
              </a:spcAft>
              <a:buClr>
                <a:schemeClr val="dk1"/>
              </a:buClr>
              <a:buSzPts val="1200"/>
              <a:buFont typeface="Nunito Sans"/>
              <a:buChar char="■"/>
              <a:defRPr/>
            </a:lvl9pPr>
          </a:lstStyle>
          <a:p>
            <a:endParaRPr/>
          </a:p>
        </p:txBody>
      </p:sp>
      <p:sp>
        <p:nvSpPr>
          <p:cNvPr id="574" name="Google Shape;574;p64"/>
          <p:cNvSpPr>
            <a:spLocks noGrp="1"/>
          </p:cNvSpPr>
          <p:nvPr>
            <p:ph type="pic" idx="2"/>
          </p:nvPr>
        </p:nvSpPr>
        <p:spPr>
          <a:xfrm>
            <a:off x="5212300" y="460300"/>
            <a:ext cx="3702900" cy="4136100"/>
          </a:xfrm>
          <a:prstGeom prst="roundRect">
            <a:avLst>
              <a:gd name="adj" fmla="val 6865"/>
            </a:avLst>
          </a:prstGeom>
          <a:noFill/>
          <a:ln>
            <a:noFill/>
          </a:ln>
        </p:spPr>
      </p:sp>
      <p:sp>
        <p:nvSpPr>
          <p:cNvPr id="575" name="Google Shape;575;p64"/>
          <p:cNvSpPr txBox="1">
            <a:spLocks noGrp="1"/>
          </p:cNvSpPr>
          <p:nvPr>
            <p:ph type="title"/>
          </p:nvPr>
        </p:nvSpPr>
        <p:spPr>
          <a:xfrm>
            <a:off x="228600" y="228600"/>
            <a:ext cx="4296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576" name="Google Shape;576;p64"/>
          <p:cNvSpPr/>
          <p:nvPr/>
        </p:nvSpPr>
        <p:spPr>
          <a:xfrm>
            <a:off x="4680310" y="3856552"/>
            <a:ext cx="2576544" cy="1302560"/>
          </a:xfrm>
          <a:custGeom>
            <a:avLst/>
            <a:gdLst/>
            <a:ahLst/>
            <a:cxnLst/>
            <a:rect l="l" t="t" r="r" b="b"/>
            <a:pathLst>
              <a:path w="80517" h="40705" extrusionOk="0">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Nunito Sans"/>
              <a:ea typeface="Nunito Sans"/>
              <a:cs typeface="Nunito Sans"/>
              <a:sym typeface="Nunito Sans"/>
            </a:endParaRPr>
          </a:p>
        </p:txBody>
      </p:sp>
      <p:sp>
        <p:nvSpPr>
          <p:cNvPr id="577" name="Google Shape;577;p6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578" name="Google Shape;578;p64"/>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hree big ideas - Alt 1">
  <p:cSld name="BLANK_1_1_1_1_1_1_1_1_1_1_1_1_1_1">
    <p:spTree>
      <p:nvGrpSpPr>
        <p:cNvPr id="1" name="Shape 579"/>
        <p:cNvGrpSpPr/>
        <p:nvPr/>
      </p:nvGrpSpPr>
      <p:grpSpPr>
        <a:xfrm>
          <a:off x="0" y="0"/>
          <a:ext cx="0" cy="0"/>
          <a:chOff x="0" y="0"/>
          <a:chExt cx="0" cy="0"/>
        </a:xfrm>
      </p:grpSpPr>
      <p:sp>
        <p:nvSpPr>
          <p:cNvPr id="580" name="Google Shape;580;p65"/>
          <p:cNvSpPr txBox="1">
            <a:spLocks noGrp="1"/>
          </p:cNvSpPr>
          <p:nvPr>
            <p:ph type="subTitle" idx="1"/>
          </p:nvPr>
        </p:nvSpPr>
        <p:spPr>
          <a:xfrm>
            <a:off x="228600"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581" name="Google Shape;581;p65"/>
          <p:cNvSpPr txBox="1">
            <a:spLocks noGrp="1"/>
          </p:cNvSpPr>
          <p:nvPr>
            <p:ph type="subTitle" idx="2"/>
          </p:nvPr>
        </p:nvSpPr>
        <p:spPr>
          <a:xfrm>
            <a:off x="3156613"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582" name="Google Shape;582;p65"/>
          <p:cNvSpPr txBox="1">
            <a:spLocks noGrp="1"/>
          </p:cNvSpPr>
          <p:nvPr>
            <p:ph type="subTitle" idx="3"/>
          </p:nvPr>
        </p:nvSpPr>
        <p:spPr>
          <a:xfrm>
            <a:off x="6084638" y="2568175"/>
            <a:ext cx="2834700" cy="400200"/>
          </a:xfrm>
          <a:prstGeom prst="rect">
            <a:avLst/>
          </a:prstGeom>
        </p:spPr>
        <p:txBody>
          <a:bodyPr spcFirstLastPara="1" wrap="square" lIns="274300" tIns="0" rIns="274300"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583" name="Google Shape;583;p65"/>
          <p:cNvSpPr txBox="1">
            <a:spLocks noGrp="1"/>
          </p:cNvSpPr>
          <p:nvPr>
            <p:ph type="body" idx="4"/>
          </p:nvPr>
        </p:nvSpPr>
        <p:spPr>
          <a:xfrm>
            <a:off x="228600" y="3133800"/>
            <a:ext cx="2834700" cy="722100"/>
          </a:xfrm>
          <a:prstGeom prst="rect">
            <a:avLst/>
          </a:prstGeom>
        </p:spPr>
        <p:txBody>
          <a:bodyPr spcFirstLastPara="1" wrap="square" lIns="274300" tIns="91425" rIns="274300" bIns="91425" anchor="t" anchorCtr="0">
            <a:noAutofit/>
          </a:bodyPr>
          <a:lstStyle>
            <a:lvl1pPr marL="457200" lvl="0" indent="-292100">
              <a:spcBef>
                <a:spcPts val="0"/>
              </a:spcBef>
              <a:spcAft>
                <a:spcPts val="0"/>
              </a:spcAft>
              <a:buSzPts val="1000"/>
              <a:buFont typeface="Nunito Sans"/>
              <a:buChar char="●"/>
              <a:defRPr sz="1000"/>
            </a:lvl1pPr>
            <a:lvl2pPr marL="914400" lvl="1" indent="-292100">
              <a:spcBef>
                <a:spcPts val="800"/>
              </a:spcBef>
              <a:spcAft>
                <a:spcPts val="0"/>
              </a:spcAft>
              <a:buSzPts val="1000"/>
              <a:buFont typeface="Nunito Sans"/>
              <a:buChar char="○"/>
              <a:defRPr sz="1000"/>
            </a:lvl2pPr>
            <a:lvl3pPr marL="1371600" lvl="2" indent="-292100">
              <a:spcBef>
                <a:spcPts val="800"/>
              </a:spcBef>
              <a:spcAft>
                <a:spcPts val="0"/>
              </a:spcAft>
              <a:buSzPts val="1000"/>
              <a:buFont typeface="Nunito Sans"/>
              <a:buChar char="■"/>
              <a:defRPr sz="1000"/>
            </a:lvl3pPr>
            <a:lvl4pPr marL="1828800" lvl="3" indent="-292100">
              <a:spcBef>
                <a:spcPts val="800"/>
              </a:spcBef>
              <a:spcAft>
                <a:spcPts val="0"/>
              </a:spcAft>
              <a:buSzPts val="1000"/>
              <a:buFont typeface="Nunito Sans"/>
              <a:buChar char="●"/>
              <a:defRPr sz="1000"/>
            </a:lvl4pPr>
            <a:lvl5pPr marL="2286000" lvl="4" indent="-292100">
              <a:spcBef>
                <a:spcPts val="800"/>
              </a:spcBef>
              <a:spcAft>
                <a:spcPts val="0"/>
              </a:spcAft>
              <a:buSzPts val="1000"/>
              <a:buFont typeface="Nunito Sans"/>
              <a:buChar char="○"/>
              <a:defRPr sz="1000"/>
            </a:lvl5pPr>
            <a:lvl6pPr marL="2743200" lvl="5" indent="-292100">
              <a:spcBef>
                <a:spcPts val="800"/>
              </a:spcBef>
              <a:spcAft>
                <a:spcPts val="0"/>
              </a:spcAft>
              <a:buSzPts val="1000"/>
              <a:buFont typeface="Nunito Sans"/>
              <a:buChar char="■"/>
              <a:defRPr sz="1000"/>
            </a:lvl6pPr>
            <a:lvl7pPr marL="3200400" lvl="6" indent="-292100">
              <a:spcBef>
                <a:spcPts val="800"/>
              </a:spcBef>
              <a:spcAft>
                <a:spcPts val="0"/>
              </a:spcAft>
              <a:buSzPts val="1000"/>
              <a:buFont typeface="Nunito Sans"/>
              <a:buChar char="●"/>
              <a:defRPr sz="1000"/>
            </a:lvl7pPr>
            <a:lvl8pPr marL="3657600" lvl="7" indent="-292100">
              <a:spcBef>
                <a:spcPts val="800"/>
              </a:spcBef>
              <a:spcAft>
                <a:spcPts val="0"/>
              </a:spcAft>
              <a:buSzPts val="1000"/>
              <a:buFont typeface="Nunito Sans"/>
              <a:buChar char="○"/>
              <a:defRPr sz="1000"/>
            </a:lvl8pPr>
            <a:lvl9pPr marL="4114800" lvl="8" indent="-292100">
              <a:spcBef>
                <a:spcPts val="800"/>
              </a:spcBef>
              <a:spcAft>
                <a:spcPts val="800"/>
              </a:spcAft>
              <a:buSzPts val="1000"/>
              <a:buFont typeface="Nunito Sans"/>
              <a:buChar char="■"/>
              <a:defRPr sz="1000"/>
            </a:lvl9pPr>
          </a:lstStyle>
          <a:p>
            <a:endParaRPr/>
          </a:p>
        </p:txBody>
      </p:sp>
      <p:sp>
        <p:nvSpPr>
          <p:cNvPr id="584" name="Google Shape;584;p65"/>
          <p:cNvSpPr txBox="1">
            <a:spLocks noGrp="1"/>
          </p:cNvSpPr>
          <p:nvPr>
            <p:ph type="body" idx="5"/>
          </p:nvPr>
        </p:nvSpPr>
        <p:spPr>
          <a:xfrm>
            <a:off x="3156613" y="3133800"/>
            <a:ext cx="2834700" cy="722100"/>
          </a:xfrm>
          <a:prstGeom prst="rect">
            <a:avLst/>
          </a:prstGeom>
        </p:spPr>
        <p:txBody>
          <a:bodyPr spcFirstLastPara="1" wrap="square" lIns="274300" tIns="91425" rIns="274300" bIns="91425" anchor="t" anchorCtr="0">
            <a:no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800"/>
              </a:spcBef>
              <a:spcAft>
                <a:spcPts val="0"/>
              </a:spcAft>
              <a:buClr>
                <a:schemeClr val="dk1"/>
              </a:buClr>
              <a:buSzPts val="1000"/>
              <a:buFont typeface="Nunito Sans"/>
              <a:buChar char="○"/>
              <a:defRPr sz="1000"/>
            </a:lvl2pPr>
            <a:lvl3pPr marL="1371600" lvl="2" indent="-292100">
              <a:lnSpc>
                <a:spcPct val="115000"/>
              </a:lnSpc>
              <a:spcBef>
                <a:spcPts val="800"/>
              </a:spcBef>
              <a:spcAft>
                <a:spcPts val="0"/>
              </a:spcAft>
              <a:buClr>
                <a:schemeClr val="dk1"/>
              </a:buClr>
              <a:buSzPts val="1000"/>
              <a:buFont typeface="Nunito Sans"/>
              <a:buChar char="■"/>
              <a:defRPr sz="1000"/>
            </a:lvl3pPr>
            <a:lvl4pPr marL="1828800" lvl="3" indent="-292100">
              <a:lnSpc>
                <a:spcPct val="115000"/>
              </a:lnSpc>
              <a:spcBef>
                <a:spcPts val="800"/>
              </a:spcBef>
              <a:spcAft>
                <a:spcPts val="0"/>
              </a:spcAft>
              <a:buClr>
                <a:schemeClr val="dk1"/>
              </a:buClr>
              <a:buSzPts val="1000"/>
              <a:buFont typeface="Nunito Sans"/>
              <a:buChar char="●"/>
              <a:defRPr sz="1000"/>
            </a:lvl4pPr>
            <a:lvl5pPr marL="2286000" lvl="4" indent="-292100">
              <a:lnSpc>
                <a:spcPct val="115000"/>
              </a:lnSpc>
              <a:spcBef>
                <a:spcPts val="800"/>
              </a:spcBef>
              <a:spcAft>
                <a:spcPts val="0"/>
              </a:spcAft>
              <a:buClr>
                <a:schemeClr val="dk1"/>
              </a:buClr>
              <a:buSzPts val="1000"/>
              <a:buFont typeface="Nunito Sans"/>
              <a:buChar char="○"/>
              <a:defRPr sz="1000"/>
            </a:lvl5pPr>
            <a:lvl6pPr marL="2743200" lvl="5" indent="-292100">
              <a:lnSpc>
                <a:spcPct val="115000"/>
              </a:lnSpc>
              <a:spcBef>
                <a:spcPts val="800"/>
              </a:spcBef>
              <a:spcAft>
                <a:spcPts val="0"/>
              </a:spcAft>
              <a:buClr>
                <a:schemeClr val="dk1"/>
              </a:buClr>
              <a:buSzPts val="1000"/>
              <a:buFont typeface="Nunito Sans"/>
              <a:buChar char="■"/>
              <a:defRPr sz="1000"/>
            </a:lvl6pPr>
            <a:lvl7pPr marL="3200400" lvl="6" indent="-292100">
              <a:lnSpc>
                <a:spcPct val="115000"/>
              </a:lnSpc>
              <a:spcBef>
                <a:spcPts val="800"/>
              </a:spcBef>
              <a:spcAft>
                <a:spcPts val="0"/>
              </a:spcAft>
              <a:buClr>
                <a:schemeClr val="dk1"/>
              </a:buClr>
              <a:buSzPts val="1000"/>
              <a:buFont typeface="Nunito Sans"/>
              <a:buChar char="●"/>
              <a:defRPr sz="1000"/>
            </a:lvl7pPr>
            <a:lvl8pPr marL="3657600" lvl="7" indent="-292100">
              <a:lnSpc>
                <a:spcPct val="115000"/>
              </a:lnSpc>
              <a:spcBef>
                <a:spcPts val="800"/>
              </a:spcBef>
              <a:spcAft>
                <a:spcPts val="0"/>
              </a:spcAft>
              <a:buClr>
                <a:schemeClr val="dk1"/>
              </a:buClr>
              <a:buSzPts val="1000"/>
              <a:buFont typeface="Nunito Sans"/>
              <a:buChar char="○"/>
              <a:defRPr sz="1000"/>
            </a:lvl8pPr>
            <a:lvl9pPr marL="4114800" lvl="8" indent="-292100">
              <a:lnSpc>
                <a:spcPct val="115000"/>
              </a:lnSpc>
              <a:spcBef>
                <a:spcPts val="800"/>
              </a:spcBef>
              <a:spcAft>
                <a:spcPts val="800"/>
              </a:spcAft>
              <a:buClr>
                <a:schemeClr val="dk1"/>
              </a:buClr>
              <a:buSzPts val="1000"/>
              <a:buFont typeface="Nunito Sans"/>
              <a:buChar char="■"/>
              <a:defRPr sz="1000"/>
            </a:lvl9pPr>
          </a:lstStyle>
          <a:p>
            <a:endParaRPr/>
          </a:p>
        </p:txBody>
      </p:sp>
      <p:sp>
        <p:nvSpPr>
          <p:cNvPr id="585" name="Google Shape;585;p65"/>
          <p:cNvSpPr txBox="1">
            <a:spLocks noGrp="1"/>
          </p:cNvSpPr>
          <p:nvPr>
            <p:ph type="body" idx="6"/>
          </p:nvPr>
        </p:nvSpPr>
        <p:spPr>
          <a:xfrm>
            <a:off x="6084638" y="3133800"/>
            <a:ext cx="2834700" cy="722100"/>
          </a:xfrm>
          <a:prstGeom prst="rect">
            <a:avLst/>
          </a:prstGeom>
        </p:spPr>
        <p:txBody>
          <a:bodyPr spcFirstLastPara="1" wrap="square" lIns="274300" tIns="91425" rIns="274300" bIns="91425" anchor="t" anchorCtr="0">
            <a:no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800"/>
              </a:spcBef>
              <a:spcAft>
                <a:spcPts val="0"/>
              </a:spcAft>
              <a:buClr>
                <a:schemeClr val="dk1"/>
              </a:buClr>
              <a:buSzPts val="1000"/>
              <a:buFont typeface="Nunito Sans"/>
              <a:buChar char="○"/>
              <a:defRPr sz="1000"/>
            </a:lvl2pPr>
            <a:lvl3pPr marL="1371600" lvl="2" indent="-292100">
              <a:lnSpc>
                <a:spcPct val="115000"/>
              </a:lnSpc>
              <a:spcBef>
                <a:spcPts val="800"/>
              </a:spcBef>
              <a:spcAft>
                <a:spcPts val="0"/>
              </a:spcAft>
              <a:buClr>
                <a:schemeClr val="dk1"/>
              </a:buClr>
              <a:buSzPts val="1000"/>
              <a:buFont typeface="Nunito Sans"/>
              <a:buChar char="■"/>
              <a:defRPr sz="1000"/>
            </a:lvl3pPr>
            <a:lvl4pPr marL="1828800" lvl="3" indent="-292100">
              <a:lnSpc>
                <a:spcPct val="115000"/>
              </a:lnSpc>
              <a:spcBef>
                <a:spcPts val="800"/>
              </a:spcBef>
              <a:spcAft>
                <a:spcPts val="0"/>
              </a:spcAft>
              <a:buClr>
                <a:schemeClr val="dk1"/>
              </a:buClr>
              <a:buSzPts val="1000"/>
              <a:buFont typeface="Nunito Sans"/>
              <a:buChar char="●"/>
              <a:defRPr sz="1000"/>
            </a:lvl4pPr>
            <a:lvl5pPr marL="2286000" lvl="4" indent="-292100">
              <a:lnSpc>
                <a:spcPct val="115000"/>
              </a:lnSpc>
              <a:spcBef>
                <a:spcPts val="800"/>
              </a:spcBef>
              <a:spcAft>
                <a:spcPts val="0"/>
              </a:spcAft>
              <a:buClr>
                <a:schemeClr val="dk1"/>
              </a:buClr>
              <a:buSzPts val="1000"/>
              <a:buFont typeface="Nunito Sans"/>
              <a:buChar char="○"/>
              <a:defRPr sz="1000"/>
            </a:lvl5pPr>
            <a:lvl6pPr marL="2743200" lvl="5" indent="-292100">
              <a:lnSpc>
                <a:spcPct val="115000"/>
              </a:lnSpc>
              <a:spcBef>
                <a:spcPts val="800"/>
              </a:spcBef>
              <a:spcAft>
                <a:spcPts val="0"/>
              </a:spcAft>
              <a:buClr>
                <a:schemeClr val="dk1"/>
              </a:buClr>
              <a:buSzPts val="1000"/>
              <a:buFont typeface="Nunito Sans"/>
              <a:buChar char="■"/>
              <a:defRPr sz="1000"/>
            </a:lvl6pPr>
            <a:lvl7pPr marL="3200400" lvl="6" indent="-292100">
              <a:lnSpc>
                <a:spcPct val="115000"/>
              </a:lnSpc>
              <a:spcBef>
                <a:spcPts val="800"/>
              </a:spcBef>
              <a:spcAft>
                <a:spcPts val="0"/>
              </a:spcAft>
              <a:buClr>
                <a:schemeClr val="dk1"/>
              </a:buClr>
              <a:buSzPts val="1000"/>
              <a:buFont typeface="Nunito Sans"/>
              <a:buChar char="●"/>
              <a:defRPr sz="1000"/>
            </a:lvl7pPr>
            <a:lvl8pPr marL="3657600" lvl="7" indent="-292100">
              <a:lnSpc>
                <a:spcPct val="115000"/>
              </a:lnSpc>
              <a:spcBef>
                <a:spcPts val="800"/>
              </a:spcBef>
              <a:spcAft>
                <a:spcPts val="0"/>
              </a:spcAft>
              <a:buClr>
                <a:schemeClr val="dk1"/>
              </a:buClr>
              <a:buSzPts val="1000"/>
              <a:buFont typeface="Nunito Sans"/>
              <a:buChar char="○"/>
              <a:defRPr sz="1000"/>
            </a:lvl8pPr>
            <a:lvl9pPr marL="4114800" lvl="8" indent="-292100">
              <a:lnSpc>
                <a:spcPct val="115000"/>
              </a:lnSpc>
              <a:spcBef>
                <a:spcPts val="800"/>
              </a:spcBef>
              <a:spcAft>
                <a:spcPts val="800"/>
              </a:spcAft>
              <a:buClr>
                <a:schemeClr val="dk1"/>
              </a:buClr>
              <a:buSzPts val="1000"/>
              <a:buFont typeface="Nunito Sans"/>
              <a:buChar char="■"/>
              <a:defRPr sz="1000"/>
            </a:lvl9pPr>
          </a:lstStyle>
          <a:p>
            <a:endParaRPr/>
          </a:p>
        </p:txBody>
      </p:sp>
      <p:sp>
        <p:nvSpPr>
          <p:cNvPr id="586" name="Google Shape;586;p65"/>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587" name="Google Shape;587;p65"/>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588" name="Google Shape;588;p65"/>
          <p:cNvSpPr txBox="1">
            <a:spLocks noGrp="1"/>
          </p:cNvSpPr>
          <p:nvPr>
            <p:ph type="subTitle" idx="7"/>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hree big ideas - Alt 2">
  <p:cSld name="BLANK_1_1_1_1_2_1_2">
    <p:spTree>
      <p:nvGrpSpPr>
        <p:cNvPr id="1" name="Shape 589"/>
        <p:cNvGrpSpPr/>
        <p:nvPr/>
      </p:nvGrpSpPr>
      <p:grpSpPr>
        <a:xfrm>
          <a:off x="0" y="0"/>
          <a:ext cx="0" cy="0"/>
          <a:chOff x="0" y="0"/>
          <a:chExt cx="0" cy="0"/>
        </a:xfrm>
      </p:grpSpPr>
      <p:pic>
        <p:nvPicPr>
          <p:cNvPr id="590" name="Google Shape;590;p66"/>
          <p:cNvPicPr preferRelativeResize="0"/>
          <p:nvPr/>
        </p:nvPicPr>
        <p:blipFill rotWithShape="1">
          <a:blip r:embed="rId2">
            <a:alphaModFix/>
          </a:blip>
          <a:srcRect l="534" t="71891" r="13408"/>
          <a:stretch/>
        </p:blipFill>
        <p:spPr>
          <a:xfrm>
            <a:off x="4561500" y="0"/>
            <a:ext cx="4582502" cy="1496699"/>
          </a:xfrm>
          <a:prstGeom prst="rect">
            <a:avLst/>
          </a:prstGeom>
          <a:noFill/>
          <a:ln>
            <a:noFill/>
          </a:ln>
        </p:spPr>
      </p:pic>
      <p:sp>
        <p:nvSpPr>
          <p:cNvPr id="591" name="Google Shape;591;p66"/>
          <p:cNvSpPr txBox="1">
            <a:spLocks noGrp="1"/>
          </p:cNvSpPr>
          <p:nvPr>
            <p:ph type="body" idx="1"/>
          </p:nvPr>
        </p:nvSpPr>
        <p:spPr>
          <a:xfrm>
            <a:off x="3154650" y="3337800"/>
            <a:ext cx="2834700" cy="1346100"/>
          </a:xfrm>
          <a:prstGeom prst="rect">
            <a:avLst/>
          </a:prstGeom>
        </p:spPr>
        <p:txBody>
          <a:bodyPr spcFirstLastPara="1" wrap="square" lIns="91425" tIns="91425" rIns="91425" bIns="91425" anchor="t" anchorCtr="0">
            <a:spAutoFit/>
          </a:bodyPr>
          <a:lstStyle>
            <a:lvl1pPr marL="457200" lvl="0" indent="-285750">
              <a:lnSpc>
                <a:spcPct val="100000"/>
              </a:lnSpc>
              <a:spcBef>
                <a:spcPts val="0"/>
              </a:spcBef>
              <a:spcAft>
                <a:spcPts val="0"/>
              </a:spcAft>
              <a:buSzPts val="900"/>
              <a:buFont typeface="Nunito Sans"/>
              <a:buChar char="●"/>
              <a:defRPr sz="900"/>
            </a:lvl1pPr>
            <a:lvl2pPr marL="914400" lvl="1" indent="-285750">
              <a:lnSpc>
                <a:spcPct val="100000"/>
              </a:lnSpc>
              <a:spcBef>
                <a:spcPts val="0"/>
              </a:spcBef>
              <a:spcAft>
                <a:spcPts val="0"/>
              </a:spcAft>
              <a:buSzPts val="900"/>
              <a:buFont typeface="Nunito Sans"/>
              <a:buChar char="○"/>
              <a:defRPr sz="900"/>
            </a:lvl2pPr>
            <a:lvl3pPr marL="1371600" lvl="2" indent="-285750">
              <a:lnSpc>
                <a:spcPct val="100000"/>
              </a:lnSpc>
              <a:spcBef>
                <a:spcPts val="0"/>
              </a:spcBef>
              <a:spcAft>
                <a:spcPts val="0"/>
              </a:spcAft>
              <a:buSzPts val="900"/>
              <a:buFont typeface="Nunito Sans"/>
              <a:buChar char="■"/>
              <a:defRPr sz="900"/>
            </a:lvl3pPr>
            <a:lvl4pPr marL="1828800" lvl="3" indent="-285750">
              <a:lnSpc>
                <a:spcPct val="100000"/>
              </a:lnSpc>
              <a:spcBef>
                <a:spcPts val="0"/>
              </a:spcBef>
              <a:spcAft>
                <a:spcPts val="0"/>
              </a:spcAft>
              <a:buSzPts val="900"/>
              <a:buFont typeface="Nunito Sans"/>
              <a:buChar char="●"/>
              <a:defRPr sz="900"/>
            </a:lvl4pPr>
            <a:lvl5pPr marL="2286000" lvl="4" indent="-285750">
              <a:lnSpc>
                <a:spcPct val="100000"/>
              </a:lnSpc>
              <a:spcBef>
                <a:spcPts val="0"/>
              </a:spcBef>
              <a:spcAft>
                <a:spcPts val="0"/>
              </a:spcAft>
              <a:buSzPts val="900"/>
              <a:buFont typeface="Nunito Sans"/>
              <a:buChar char="○"/>
              <a:defRPr sz="900"/>
            </a:lvl5pPr>
            <a:lvl6pPr marL="2743200" lvl="5" indent="-285750">
              <a:lnSpc>
                <a:spcPct val="100000"/>
              </a:lnSpc>
              <a:spcBef>
                <a:spcPts val="0"/>
              </a:spcBef>
              <a:spcAft>
                <a:spcPts val="0"/>
              </a:spcAft>
              <a:buSzPts val="900"/>
              <a:buFont typeface="Nunito Sans"/>
              <a:buChar char="■"/>
              <a:defRPr sz="900"/>
            </a:lvl6pPr>
            <a:lvl7pPr marL="3200400" lvl="6" indent="-285750">
              <a:lnSpc>
                <a:spcPct val="100000"/>
              </a:lnSpc>
              <a:spcBef>
                <a:spcPts val="0"/>
              </a:spcBef>
              <a:spcAft>
                <a:spcPts val="0"/>
              </a:spcAft>
              <a:buSzPts val="900"/>
              <a:buFont typeface="Nunito Sans"/>
              <a:buChar char="●"/>
              <a:defRPr sz="900"/>
            </a:lvl7pPr>
            <a:lvl8pPr marL="3657600" lvl="7" indent="-285750">
              <a:lnSpc>
                <a:spcPct val="100000"/>
              </a:lnSpc>
              <a:spcBef>
                <a:spcPts val="0"/>
              </a:spcBef>
              <a:spcAft>
                <a:spcPts val="0"/>
              </a:spcAft>
              <a:buSzPts val="900"/>
              <a:buFont typeface="Nunito Sans"/>
              <a:buChar char="○"/>
              <a:defRPr sz="900"/>
            </a:lvl8pPr>
            <a:lvl9pPr marL="4114800" lvl="8" indent="-285750">
              <a:lnSpc>
                <a:spcPct val="100000"/>
              </a:lnSpc>
              <a:spcBef>
                <a:spcPts val="0"/>
              </a:spcBef>
              <a:spcAft>
                <a:spcPts val="0"/>
              </a:spcAft>
              <a:buSzPts val="900"/>
              <a:buFont typeface="Nunito Sans"/>
              <a:buChar char="■"/>
              <a:defRPr sz="900"/>
            </a:lvl9pPr>
          </a:lstStyle>
          <a:p>
            <a:endParaRPr/>
          </a:p>
        </p:txBody>
      </p:sp>
      <p:sp>
        <p:nvSpPr>
          <p:cNvPr id="592" name="Google Shape;592;p66"/>
          <p:cNvSpPr txBox="1">
            <a:spLocks noGrp="1"/>
          </p:cNvSpPr>
          <p:nvPr>
            <p:ph type="body" idx="2"/>
          </p:nvPr>
        </p:nvSpPr>
        <p:spPr>
          <a:xfrm>
            <a:off x="228600" y="3337800"/>
            <a:ext cx="2834700" cy="1346100"/>
          </a:xfrm>
          <a:prstGeom prst="rect">
            <a:avLst/>
          </a:prstGeom>
        </p:spPr>
        <p:txBody>
          <a:bodyPr spcFirstLastPara="1" wrap="square" lIns="91425" tIns="91425" rIns="91425" bIns="91425" anchor="t" anchorCtr="0">
            <a:sp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593" name="Google Shape;593;p66"/>
          <p:cNvSpPr txBox="1">
            <a:spLocks noGrp="1"/>
          </p:cNvSpPr>
          <p:nvPr>
            <p:ph type="body" idx="3"/>
          </p:nvPr>
        </p:nvSpPr>
        <p:spPr>
          <a:xfrm>
            <a:off x="6080700" y="3337800"/>
            <a:ext cx="2834700" cy="1346100"/>
          </a:xfrm>
          <a:prstGeom prst="rect">
            <a:avLst/>
          </a:prstGeom>
        </p:spPr>
        <p:txBody>
          <a:bodyPr spcFirstLastPara="1" wrap="square" lIns="91425" tIns="91425" rIns="91425" bIns="91425" anchor="t" anchorCtr="0">
            <a:sp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594" name="Google Shape;594;p66"/>
          <p:cNvSpPr txBox="1">
            <a:spLocks noGrp="1"/>
          </p:cNvSpPr>
          <p:nvPr>
            <p:ph type="title"/>
          </p:nvPr>
        </p:nvSpPr>
        <p:spPr>
          <a:xfrm>
            <a:off x="1877050" y="1578774"/>
            <a:ext cx="3003000" cy="292500"/>
          </a:xfrm>
          <a:prstGeom prst="rect">
            <a:avLst/>
          </a:prstGeom>
        </p:spPr>
        <p:txBody>
          <a:bodyPr spcFirstLastPara="1" wrap="square" lIns="91425" tIns="91425" rIns="91425" bIns="0" anchor="t" anchorCtr="0">
            <a:spAutoFit/>
          </a:bodyPr>
          <a:lstStyle>
            <a:lvl1pPr lvl="0">
              <a:spcBef>
                <a:spcPts val="0"/>
              </a:spcBef>
              <a:spcAft>
                <a:spcPts val="0"/>
              </a:spcAft>
              <a:buNone/>
              <a:defRPr sz="1400" b="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a:endParaRPr/>
          </a:p>
        </p:txBody>
      </p:sp>
      <p:sp>
        <p:nvSpPr>
          <p:cNvPr id="595" name="Google Shape;595;p66"/>
          <p:cNvSpPr txBox="1">
            <a:spLocks noGrp="1"/>
          </p:cNvSpPr>
          <p:nvPr>
            <p:ph type="title" idx="4"/>
          </p:nvPr>
        </p:nvSpPr>
        <p:spPr>
          <a:xfrm>
            <a:off x="1877050" y="1944332"/>
            <a:ext cx="3598500" cy="742200"/>
          </a:xfrm>
          <a:prstGeom prst="rect">
            <a:avLst/>
          </a:prstGeom>
        </p:spPr>
        <p:txBody>
          <a:bodyPr spcFirstLastPara="1" wrap="square" lIns="91425" tIns="91425" rIns="91425" bIns="91425" anchor="t" anchorCtr="0">
            <a:spAutoFit/>
          </a:bodyPr>
          <a:lstStyle>
            <a:lvl1pPr lvl="0">
              <a:spcBef>
                <a:spcPts val="0"/>
              </a:spcBef>
              <a:spcAft>
                <a:spcPts val="0"/>
              </a:spcAft>
              <a:buNone/>
              <a:defRPr sz="1200" b="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a:endParaRPr/>
          </a:p>
        </p:txBody>
      </p:sp>
      <p:sp>
        <p:nvSpPr>
          <p:cNvPr id="596" name="Google Shape;596;p66"/>
          <p:cNvSpPr>
            <a:spLocks noGrp="1"/>
          </p:cNvSpPr>
          <p:nvPr>
            <p:ph type="pic" idx="5"/>
          </p:nvPr>
        </p:nvSpPr>
        <p:spPr>
          <a:xfrm>
            <a:off x="309350" y="1425725"/>
            <a:ext cx="1409700" cy="1409700"/>
          </a:xfrm>
          <a:prstGeom prst="roundRect">
            <a:avLst>
              <a:gd name="adj" fmla="val 16667"/>
            </a:avLst>
          </a:prstGeom>
          <a:noFill/>
          <a:ln>
            <a:noFill/>
          </a:ln>
        </p:spPr>
      </p:sp>
      <p:pic>
        <p:nvPicPr>
          <p:cNvPr id="597" name="Google Shape;597;p66"/>
          <p:cNvPicPr preferRelativeResize="0"/>
          <p:nvPr/>
        </p:nvPicPr>
        <p:blipFill rotWithShape="1">
          <a:blip r:embed="rId3">
            <a:alphaModFix/>
          </a:blip>
          <a:srcRect t="49683" r="49117"/>
          <a:stretch/>
        </p:blipFill>
        <p:spPr>
          <a:xfrm>
            <a:off x="7392192" y="-1"/>
            <a:ext cx="1751812" cy="1732300"/>
          </a:xfrm>
          <a:prstGeom prst="rect">
            <a:avLst/>
          </a:prstGeom>
          <a:noFill/>
          <a:ln>
            <a:noFill/>
          </a:ln>
        </p:spPr>
      </p:pic>
      <p:sp>
        <p:nvSpPr>
          <p:cNvPr id="598" name="Google Shape;598;p66"/>
          <p:cNvSpPr txBox="1">
            <a:spLocks noGrp="1"/>
          </p:cNvSpPr>
          <p:nvPr>
            <p:ph type="title" idx="6"/>
          </p:nvPr>
        </p:nvSpPr>
        <p:spPr>
          <a:xfrm>
            <a:off x="228600" y="228600"/>
            <a:ext cx="57606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a:endParaRPr/>
          </a:p>
        </p:txBody>
      </p:sp>
      <p:sp>
        <p:nvSpPr>
          <p:cNvPr id="599" name="Google Shape;599;p66"/>
          <p:cNvSpPr/>
          <p:nvPr/>
        </p:nvSpPr>
        <p:spPr>
          <a:xfrm>
            <a:off x="7302102" y="-1"/>
            <a:ext cx="1841902" cy="1572524"/>
          </a:xfrm>
          <a:custGeom>
            <a:avLst/>
            <a:gdLst/>
            <a:ahLst/>
            <a:cxnLst/>
            <a:rect l="l" t="t" r="r" b="b"/>
            <a:pathLst>
              <a:path w="65894" h="56257" extrusionOk="0">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600" name="Google Shape;600;p66"/>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01" name="Google Shape;601;p66"/>
          <p:cNvSpPr txBox="1">
            <a:spLocks noGrp="1"/>
          </p:cNvSpPr>
          <p:nvPr>
            <p:ph type="subTitle" idx="7"/>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hree big ideas - Alt 3">
  <p:cSld name="BLANK_1_1_1_1_1_1_1_1_1_1_1_1_1_1_2">
    <p:spTree>
      <p:nvGrpSpPr>
        <p:cNvPr id="1" name="Shape 602"/>
        <p:cNvGrpSpPr/>
        <p:nvPr/>
      </p:nvGrpSpPr>
      <p:grpSpPr>
        <a:xfrm>
          <a:off x="0" y="0"/>
          <a:ext cx="0" cy="0"/>
          <a:chOff x="0" y="0"/>
          <a:chExt cx="0" cy="0"/>
        </a:xfrm>
      </p:grpSpPr>
      <p:pic>
        <p:nvPicPr>
          <p:cNvPr id="603" name="Google Shape;603;p67"/>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604" name="Google Shape;604;p67"/>
          <p:cNvSpPr txBox="1">
            <a:spLocks noGrp="1"/>
          </p:cNvSpPr>
          <p:nvPr>
            <p:ph type="body" idx="1"/>
          </p:nvPr>
        </p:nvSpPr>
        <p:spPr>
          <a:xfrm>
            <a:off x="1238400"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05" name="Google Shape;605;p67"/>
          <p:cNvSpPr txBox="1">
            <a:spLocks noGrp="1"/>
          </p:cNvSpPr>
          <p:nvPr>
            <p:ph type="body" idx="2"/>
          </p:nvPr>
        </p:nvSpPr>
        <p:spPr>
          <a:xfrm>
            <a:off x="2459068"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06" name="Google Shape;606;p67"/>
          <p:cNvSpPr txBox="1">
            <a:spLocks noGrp="1"/>
          </p:cNvSpPr>
          <p:nvPr>
            <p:ph type="body" idx="3"/>
          </p:nvPr>
        </p:nvSpPr>
        <p:spPr>
          <a:xfrm>
            <a:off x="3833097"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07" name="Google Shape;607;p67"/>
          <p:cNvSpPr txBox="1">
            <a:spLocks noGrp="1"/>
          </p:cNvSpPr>
          <p:nvPr>
            <p:ph type="body" idx="4"/>
          </p:nvPr>
        </p:nvSpPr>
        <p:spPr>
          <a:xfrm>
            <a:off x="5053765"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08" name="Google Shape;608;p67"/>
          <p:cNvSpPr txBox="1">
            <a:spLocks noGrp="1"/>
          </p:cNvSpPr>
          <p:nvPr>
            <p:ph type="body" idx="5"/>
          </p:nvPr>
        </p:nvSpPr>
        <p:spPr>
          <a:xfrm>
            <a:off x="6427794"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09" name="Google Shape;609;p67"/>
          <p:cNvSpPr txBox="1">
            <a:spLocks noGrp="1"/>
          </p:cNvSpPr>
          <p:nvPr>
            <p:ph type="body" idx="6"/>
          </p:nvPr>
        </p:nvSpPr>
        <p:spPr>
          <a:xfrm>
            <a:off x="7648462" y="1312275"/>
            <a:ext cx="1204200" cy="514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10" name="Google Shape;610;p67"/>
          <p:cNvSpPr txBox="1">
            <a:spLocks noGrp="1"/>
          </p:cNvSpPr>
          <p:nvPr>
            <p:ph type="body" idx="7"/>
          </p:nvPr>
        </p:nvSpPr>
        <p:spPr>
          <a:xfrm>
            <a:off x="6399275" y="350285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11" name="Google Shape;611;p67"/>
          <p:cNvSpPr txBox="1">
            <a:spLocks noGrp="1"/>
          </p:cNvSpPr>
          <p:nvPr>
            <p:ph type="body" idx="8"/>
          </p:nvPr>
        </p:nvSpPr>
        <p:spPr>
          <a:xfrm>
            <a:off x="6399275"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12" name="Google Shape;612;p67"/>
          <p:cNvSpPr txBox="1">
            <a:spLocks noGrp="1"/>
          </p:cNvSpPr>
          <p:nvPr>
            <p:ph type="body" idx="9"/>
          </p:nvPr>
        </p:nvSpPr>
        <p:spPr>
          <a:xfrm>
            <a:off x="3833097"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13" name="Google Shape;613;p67"/>
          <p:cNvSpPr txBox="1">
            <a:spLocks noGrp="1"/>
          </p:cNvSpPr>
          <p:nvPr>
            <p:ph type="body" idx="13"/>
          </p:nvPr>
        </p:nvSpPr>
        <p:spPr>
          <a:xfrm>
            <a:off x="3833097" y="3502850"/>
            <a:ext cx="2463900" cy="658800"/>
          </a:xfrm>
          <a:prstGeom prst="rect">
            <a:avLst/>
          </a:prstGeom>
        </p:spPr>
        <p:txBody>
          <a:bodyPr spcFirstLastPara="1" wrap="square" lIns="91425" tIns="91425" rIns="91425" bIns="91425" anchor="t" anchorCtr="0">
            <a:spAutoFit/>
          </a:bodyPr>
          <a:lstStyle>
            <a:lvl1pPr marL="457200" lvl="0" indent="-269875">
              <a:spcBef>
                <a:spcPts val="0"/>
              </a:spcBef>
              <a:spcAft>
                <a:spcPts val="0"/>
              </a:spcAft>
              <a:buSzPts val="650"/>
              <a:buFont typeface="Nunito Sans"/>
              <a:buChar char="●"/>
              <a:defRPr sz="650"/>
            </a:lvl1pPr>
            <a:lvl2pPr marL="914400" lvl="1" indent="-269875">
              <a:spcBef>
                <a:spcPts val="0"/>
              </a:spcBef>
              <a:spcAft>
                <a:spcPts val="0"/>
              </a:spcAft>
              <a:buSzPts val="650"/>
              <a:buFont typeface="Nunito Sans"/>
              <a:buChar char="○"/>
              <a:defRPr sz="650"/>
            </a:lvl2pPr>
            <a:lvl3pPr marL="1371600" lvl="2" indent="-269875">
              <a:spcBef>
                <a:spcPts val="0"/>
              </a:spcBef>
              <a:spcAft>
                <a:spcPts val="0"/>
              </a:spcAft>
              <a:buSzPts val="650"/>
              <a:buFont typeface="Nunito Sans"/>
              <a:buChar char="■"/>
              <a:defRPr sz="650"/>
            </a:lvl3pPr>
            <a:lvl4pPr marL="1828800" lvl="3" indent="-269875">
              <a:spcBef>
                <a:spcPts val="0"/>
              </a:spcBef>
              <a:spcAft>
                <a:spcPts val="0"/>
              </a:spcAft>
              <a:buSzPts val="650"/>
              <a:buFont typeface="Nunito Sans"/>
              <a:buChar char="●"/>
              <a:defRPr sz="650"/>
            </a:lvl4pPr>
            <a:lvl5pPr marL="2286000" lvl="4" indent="-269875">
              <a:spcBef>
                <a:spcPts val="0"/>
              </a:spcBef>
              <a:spcAft>
                <a:spcPts val="0"/>
              </a:spcAft>
              <a:buSzPts val="650"/>
              <a:buFont typeface="Nunito Sans"/>
              <a:buChar char="○"/>
              <a:defRPr sz="650"/>
            </a:lvl5pPr>
            <a:lvl6pPr marL="2743200" lvl="5" indent="-269875">
              <a:spcBef>
                <a:spcPts val="0"/>
              </a:spcBef>
              <a:spcAft>
                <a:spcPts val="0"/>
              </a:spcAft>
              <a:buSzPts val="650"/>
              <a:buFont typeface="Nunito Sans"/>
              <a:buChar char="■"/>
              <a:defRPr sz="650"/>
            </a:lvl6pPr>
            <a:lvl7pPr marL="3200400" lvl="6" indent="-269875">
              <a:spcBef>
                <a:spcPts val="0"/>
              </a:spcBef>
              <a:spcAft>
                <a:spcPts val="0"/>
              </a:spcAft>
              <a:buSzPts val="650"/>
              <a:buFont typeface="Nunito Sans"/>
              <a:buChar char="●"/>
              <a:defRPr sz="650"/>
            </a:lvl7pPr>
            <a:lvl8pPr marL="3657600" lvl="7" indent="-269875">
              <a:spcBef>
                <a:spcPts val="0"/>
              </a:spcBef>
              <a:spcAft>
                <a:spcPts val="0"/>
              </a:spcAft>
              <a:buSzPts val="650"/>
              <a:buFont typeface="Nunito Sans"/>
              <a:buChar char="○"/>
              <a:defRPr sz="650"/>
            </a:lvl8pPr>
            <a:lvl9pPr marL="4114800" lvl="8" indent="-269875">
              <a:spcBef>
                <a:spcPts val="0"/>
              </a:spcBef>
              <a:spcAft>
                <a:spcPts val="0"/>
              </a:spcAft>
              <a:buSzPts val="650"/>
              <a:buFont typeface="Nunito Sans"/>
              <a:buChar char="■"/>
              <a:defRPr sz="650"/>
            </a:lvl9pPr>
          </a:lstStyle>
          <a:p>
            <a:endParaRPr/>
          </a:p>
        </p:txBody>
      </p:sp>
      <p:sp>
        <p:nvSpPr>
          <p:cNvPr id="614" name="Google Shape;614;p67"/>
          <p:cNvSpPr txBox="1">
            <a:spLocks noGrp="1"/>
          </p:cNvSpPr>
          <p:nvPr>
            <p:ph type="body" idx="14"/>
          </p:nvPr>
        </p:nvSpPr>
        <p:spPr>
          <a:xfrm>
            <a:off x="3833097"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15" name="Google Shape;615;p67"/>
          <p:cNvSpPr txBox="1">
            <a:spLocks noGrp="1"/>
          </p:cNvSpPr>
          <p:nvPr>
            <p:ph type="body" idx="15"/>
          </p:nvPr>
        </p:nvSpPr>
        <p:spPr>
          <a:xfrm>
            <a:off x="1238400"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16" name="Google Shape;616;p67"/>
          <p:cNvSpPr txBox="1">
            <a:spLocks noGrp="1"/>
          </p:cNvSpPr>
          <p:nvPr>
            <p:ph type="body" idx="16"/>
          </p:nvPr>
        </p:nvSpPr>
        <p:spPr>
          <a:xfrm>
            <a:off x="1238400" y="350285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17" name="Google Shape;617;p67"/>
          <p:cNvSpPr txBox="1">
            <a:spLocks noGrp="1"/>
          </p:cNvSpPr>
          <p:nvPr>
            <p:ph type="body" idx="17"/>
          </p:nvPr>
        </p:nvSpPr>
        <p:spPr>
          <a:xfrm>
            <a:off x="1238400" y="28160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18" name="Google Shape;618;p67"/>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619" name="Google Shape;619;p67"/>
          <p:cNvSpPr txBox="1">
            <a:spLocks noGrp="1"/>
          </p:cNvSpPr>
          <p:nvPr>
            <p:ph type="title" idx="18"/>
          </p:nvPr>
        </p:nvSpPr>
        <p:spPr>
          <a:xfrm>
            <a:off x="228600" y="2817305"/>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20" name="Google Shape;620;p67"/>
          <p:cNvSpPr txBox="1">
            <a:spLocks noGrp="1"/>
          </p:cNvSpPr>
          <p:nvPr>
            <p:ph type="title" idx="19"/>
          </p:nvPr>
        </p:nvSpPr>
        <p:spPr>
          <a:xfrm>
            <a:off x="228600" y="1887327"/>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21" name="Google Shape;621;p67"/>
          <p:cNvSpPr txBox="1">
            <a:spLocks noGrp="1"/>
          </p:cNvSpPr>
          <p:nvPr>
            <p:ph type="title" idx="20"/>
          </p:nvPr>
        </p:nvSpPr>
        <p:spPr>
          <a:xfrm>
            <a:off x="228600" y="1312276"/>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22" name="Google Shape;622;p67"/>
          <p:cNvSpPr txBox="1">
            <a:spLocks noGrp="1"/>
          </p:cNvSpPr>
          <p:nvPr>
            <p:ph type="title" idx="21"/>
          </p:nvPr>
        </p:nvSpPr>
        <p:spPr>
          <a:xfrm>
            <a:off x="228600" y="924550"/>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23" name="Google Shape;623;p67"/>
          <p:cNvSpPr txBox="1">
            <a:spLocks noGrp="1"/>
          </p:cNvSpPr>
          <p:nvPr>
            <p:ph type="title" idx="22"/>
          </p:nvPr>
        </p:nvSpPr>
        <p:spPr>
          <a:xfrm>
            <a:off x="228600" y="3509306"/>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24" name="Google Shape;624;p67"/>
          <p:cNvSpPr txBox="1">
            <a:spLocks noGrp="1"/>
          </p:cNvSpPr>
          <p:nvPr>
            <p:ph type="title" idx="23"/>
          </p:nvPr>
        </p:nvSpPr>
        <p:spPr>
          <a:xfrm>
            <a:off x="228600" y="4189724"/>
            <a:ext cx="1009800" cy="307800"/>
          </a:xfrm>
          <a:prstGeom prst="rect">
            <a:avLst/>
          </a:prstGeom>
        </p:spPr>
        <p:txBody>
          <a:bodyPr spcFirstLastPara="1" wrap="square" lIns="91425" tIns="91425" rIns="91425" bIns="91425" anchor="t" anchorCtr="0">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25" name="Google Shape;625;p67"/>
          <p:cNvSpPr txBox="1">
            <a:spLocks noGrp="1"/>
          </p:cNvSpPr>
          <p:nvPr>
            <p:ph type="subTitle" idx="24"/>
          </p:nvPr>
        </p:nvSpPr>
        <p:spPr>
          <a:xfrm>
            <a:off x="1430832"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626" name="Google Shape;626;p67"/>
          <p:cNvSpPr txBox="1">
            <a:spLocks noGrp="1"/>
          </p:cNvSpPr>
          <p:nvPr>
            <p:ph type="subTitle" idx="25"/>
          </p:nvPr>
        </p:nvSpPr>
        <p:spPr>
          <a:xfrm>
            <a:off x="4025506"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627" name="Google Shape;627;p67"/>
          <p:cNvSpPr txBox="1">
            <a:spLocks noGrp="1"/>
          </p:cNvSpPr>
          <p:nvPr>
            <p:ph type="body" idx="26"/>
          </p:nvPr>
        </p:nvSpPr>
        <p:spPr>
          <a:xfrm>
            <a:off x="6399275" y="4189700"/>
            <a:ext cx="2463900" cy="658800"/>
          </a:xfrm>
          <a:prstGeom prst="rect">
            <a:avLst/>
          </a:prstGeom>
        </p:spPr>
        <p:txBody>
          <a:bodyPr spcFirstLastPara="1" wrap="square" lIns="91425" tIns="91425" rIns="91425" bIns="91425" anchor="t" anchorCtr="0">
            <a:spAutoFit/>
          </a:bodyPr>
          <a:lstStyle>
            <a:lvl1pPr marL="457200" lvl="0" indent="-269875">
              <a:lnSpc>
                <a:spcPct val="115000"/>
              </a:lnSpc>
              <a:spcBef>
                <a:spcPts val="0"/>
              </a:spcBef>
              <a:spcAft>
                <a:spcPts val="0"/>
              </a:spcAft>
              <a:buClr>
                <a:schemeClr val="dk1"/>
              </a:buClr>
              <a:buSzPts val="650"/>
              <a:buFont typeface="Nunito Sans"/>
              <a:buChar char="●"/>
              <a:defRPr sz="650"/>
            </a:lvl1pPr>
            <a:lvl2pPr marL="914400" lvl="1" indent="-269875">
              <a:lnSpc>
                <a:spcPct val="115000"/>
              </a:lnSpc>
              <a:spcBef>
                <a:spcPts val="0"/>
              </a:spcBef>
              <a:spcAft>
                <a:spcPts val="0"/>
              </a:spcAft>
              <a:buClr>
                <a:schemeClr val="dk1"/>
              </a:buClr>
              <a:buSzPts val="650"/>
              <a:buFont typeface="Nunito Sans"/>
              <a:buChar char="○"/>
              <a:defRPr sz="650"/>
            </a:lvl2pPr>
            <a:lvl3pPr marL="1371600" lvl="2" indent="-269875">
              <a:lnSpc>
                <a:spcPct val="115000"/>
              </a:lnSpc>
              <a:spcBef>
                <a:spcPts val="0"/>
              </a:spcBef>
              <a:spcAft>
                <a:spcPts val="0"/>
              </a:spcAft>
              <a:buClr>
                <a:schemeClr val="dk1"/>
              </a:buClr>
              <a:buSzPts val="650"/>
              <a:buFont typeface="Nunito Sans"/>
              <a:buChar char="■"/>
              <a:defRPr sz="650"/>
            </a:lvl3pPr>
            <a:lvl4pPr marL="1828800" lvl="3" indent="-269875">
              <a:lnSpc>
                <a:spcPct val="115000"/>
              </a:lnSpc>
              <a:spcBef>
                <a:spcPts val="0"/>
              </a:spcBef>
              <a:spcAft>
                <a:spcPts val="0"/>
              </a:spcAft>
              <a:buClr>
                <a:schemeClr val="dk1"/>
              </a:buClr>
              <a:buSzPts val="650"/>
              <a:buFont typeface="Nunito Sans"/>
              <a:buChar char="●"/>
              <a:defRPr sz="650"/>
            </a:lvl4pPr>
            <a:lvl5pPr marL="2286000" lvl="4" indent="-269875">
              <a:lnSpc>
                <a:spcPct val="115000"/>
              </a:lnSpc>
              <a:spcBef>
                <a:spcPts val="0"/>
              </a:spcBef>
              <a:spcAft>
                <a:spcPts val="0"/>
              </a:spcAft>
              <a:buClr>
                <a:schemeClr val="dk1"/>
              </a:buClr>
              <a:buSzPts val="650"/>
              <a:buFont typeface="Nunito Sans"/>
              <a:buChar char="○"/>
              <a:defRPr sz="650"/>
            </a:lvl5pPr>
            <a:lvl6pPr marL="2743200" lvl="5" indent="-269875">
              <a:lnSpc>
                <a:spcPct val="115000"/>
              </a:lnSpc>
              <a:spcBef>
                <a:spcPts val="0"/>
              </a:spcBef>
              <a:spcAft>
                <a:spcPts val="0"/>
              </a:spcAft>
              <a:buClr>
                <a:schemeClr val="dk1"/>
              </a:buClr>
              <a:buSzPts val="650"/>
              <a:buFont typeface="Nunito Sans"/>
              <a:buChar char="■"/>
              <a:defRPr sz="650"/>
            </a:lvl6pPr>
            <a:lvl7pPr marL="3200400" lvl="6" indent="-269875">
              <a:lnSpc>
                <a:spcPct val="115000"/>
              </a:lnSpc>
              <a:spcBef>
                <a:spcPts val="0"/>
              </a:spcBef>
              <a:spcAft>
                <a:spcPts val="0"/>
              </a:spcAft>
              <a:buClr>
                <a:schemeClr val="dk1"/>
              </a:buClr>
              <a:buSzPts val="650"/>
              <a:buFont typeface="Nunito Sans"/>
              <a:buChar char="●"/>
              <a:defRPr sz="650"/>
            </a:lvl7pPr>
            <a:lvl8pPr marL="3657600" lvl="7" indent="-269875">
              <a:lnSpc>
                <a:spcPct val="115000"/>
              </a:lnSpc>
              <a:spcBef>
                <a:spcPts val="0"/>
              </a:spcBef>
              <a:spcAft>
                <a:spcPts val="0"/>
              </a:spcAft>
              <a:buClr>
                <a:schemeClr val="dk1"/>
              </a:buClr>
              <a:buSzPts val="650"/>
              <a:buFont typeface="Nunito Sans"/>
              <a:buChar char="○"/>
              <a:defRPr sz="650"/>
            </a:lvl8pPr>
            <a:lvl9pPr marL="4114800" lvl="8" indent="-269875">
              <a:lnSpc>
                <a:spcPct val="115000"/>
              </a:lnSpc>
              <a:spcBef>
                <a:spcPts val="0"/>
              </a:spcBef>
              <a:spcAft>
                <a:spcPts val="0"/>
              </a:spcAft>
              <a:buClr>
                <a:schemeClr val="dk1"/>
              </a:buClr>
              <a:buSzPts val="650"/>
              <a:buFont typeface="Nunito Sans"/>
              <a:buChar char="■"/>
              <a:defRPr sz="650"/>
            </a:lvl9pPr>
          </a:lstStyle>
          <a:p>
            <a:endParaRPr/>
          </a:p>
        </p:txBody>
      </p:sp>
      <p:sp>
        <p:nvSpPr>
          <p:cNvPr id="628" name="Google Shape;628;p67"/>
          <p:cNvSpPr txBox="1">
            <a:spLocks noGrp="1"/>
          </p:cNvSpPr>
          <p:nvPr>
            <p:ph type="subTitle" idx="27"/>
          </p:nvPr>
        </p:nvSpPr>
        <p:spPr>
          <a:xfrm>
            <a:off x="6620203" y="957275"/>
            <a:ext cx="2040000" cy="241500"/>
          </a:xfrm>
          <a:prstGeom prst="rect">
            <a:avLst/>
          </a:prstGeom>
        </p:spPr>
        <p:txBody>
          <a:bodyPr spcFirstLastPara="1" wrap="square" lIns="274300" tIns="0" rIns="274300" bIns="0" anchor="ctr" anchorCtr="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629" name="Google Shape;629;p67"/>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30" name="Google Shape;630;p67"/>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Persona">
  <p:cSld name="BLANK_1_1_1_1_2_1_2_1">
    <p:spTree>
      <p:nvGrpSpPr>
        <p:cNvPr id="1" name="Shape 631"/>
        <p:cNvGrpSpPr/>
        <p:nvPr/>
      </p:nvGrpSpPr>
      <p:grpSpPr>
        <a:xfrm>
          <a:off x="0" y="0"/>
          <a:ext cx="0" cy="0"/>
          <a:chOff x="0" y="0"/>
          <a:chExt cx="0" cy="0"/>
        </a:xfrm>
      </p:grpSpPr>
      <p:pic>
        <p:nvPicPr>
          <p:cNvPr id="632" name="Google Shape;632;p68"/>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633" name="Google Shape;633;p68"/>
          <p:cNvSpPr txBox="1">
            <a:spLocks noGrp="1"/>
          </p:cNvSpPr>
          <p:nvPr>
            <p:ph type="body" idx="1"/>
          </p:nvPr>
        </p:nvSpPr>
        <p:spPr>
          <a:xfrm>
            <a:off x="6080825" y="2545247"/>
            <a:ext cx="2834700" cy="7038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634" name="Google Shape;634;p68"/>
          <p:cNvSpPr txBox="1">
            <a:spLocks noGrp="1"/>
          </p:cNvSpPr>
          <p:nvPr>
            <p:ph type="title"/>
          </p:nvPr>
        </p:nvSpPr>
        <p:spPr>
          <a:xfrm>
            <a:off x="6080825" y="222820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35" name="Google Shape;635;p68"/>
          <p:cNvSpPr txBox="1">
            <a:spLocks noGrp="1"/>
          </p:cNvSpPr>
          <p:nvPr>
            <p:ph type="body" idx="2"/>
          </p:nvPr>
        </p:nvSpPr>
        <p:spPr>
          <a:xfrm>
            <a:off x="6080825" y="3561500"/>
            <a:ext cx="2834700" cy="703800"/>
          </a:xfrm>
          <a:prstGeom prst="rect">
            <a:avLst/>
          </a:prstGeom>
        </p:spPr>
        <p:txBody>
          <a:bodyPr spcFirstLastPara="1" wrap="square" lIns="91425" tIns="91425" rIns="91425" bIns="91425" anchor="t" anchorCtr="0">
            <a:spAutoFit/>
          </a:bodyPr>
          <a:lstStyle>
            <a:lvl1pPr marL="457200" lvl="0" indent="-292100">
              <a:spcBef>
                <a:spcPts val="0"/>
              </a:spcBef>
              <a:spcAft>
                <a:spcPts val="0"/>
              </a:spcAft>
              <a:buClr>
                <a:schemeClr val="dk1"/>
              </a:buClr>
              <a:buSzPts val="1000"/>
              <a:buFont typeface="Nunito Sans"/>
              <a:buChar char="●"/>
              <a:defRPr sz="1000"/>
            </a:lvl1pPr>
            <a:lvl2pPr marL="914400" lvl="1" indent="-292100">
              <a:spcBef>
                <a:spcPts val="0"/>
              </a:spcBef>
              <a:spcAft>
                <a:spcPts val="0"/>
              </a:spcAft>
              <a:buClr>
                <a:schemeClr val="dk1"/>
              </a:buClr>
              <a:buSzPts val="1000"/>
              <a:buFont typeface="Nunito Sans"/>
              <a:buChar char="○"/>
              <a:defRPr sz="1000"/>
            </a:lvl2pPr>
            <a:lvl3pPr marL="1371600" lvl="2" indent="-292100">
              <a:spcBef>
                <a:spcPts val="0"/>
              </a:spcBef>
              <a:spcAft>
                <a:spcPts val="0"/>
              </a:spcAft>
              <a:buClr>
                <a:schemeClr val="dk1"/>
              </a:buClr>
              <a:buSzPts val="1000"/>
              <a:buFont typeface="Nunito Sans"/>
              <a:buChar char="■"/>
              <a:defRPr sz="1000"/>
            </a:lvl3pPr>
            <a:lvl4pPr marL="1828800" lvl="3" indent="-292100">
              <a:spcBef>
                <a:spcPts val="0"/>
              </a:spcBef>
              <a:spcAft>
                <a:spcPts val="0"/>
              </a:spcAft>
              <a:buClr>
                <a:schemeClr val="dk1"/>
              </a:buClr>
              <a:buSzPts val="1000"/>
              <a:buFont typeface="Nunito Sans"/>
              <a:buChar char="●"/>
              <a:defRPr sz="1000"/>
            </a:lvl4pPr>
            <a:lvl5pPr marL="2286000" lvl="4" indent="-292100">
              <a:spcBef>
                <a:spcPts val="0"/>
              </a:spcBef>
              <a:spcAft>
                <a:spcPts val="0"/>
              </a:spcAft>
              <a:buClr>
                <a:schemeClr val="dk1"/>
              </a:buClr>
              <a:buSzPts val="1000"/>
              <a:buFont typeface="Nunito Sans"/>
              <a:buChar char="○"/>
              <a:defRPr sz="1000"/>
            </a:lvl5pPr>
            <a:lvl6pPr marL="2743200" lvl="5" indent="-292100">
              <a:spcBef>
                <a:spcPts val="0"/>
              </a:spcBef>
              <a:spcAft>
                <a:spcPts val="0"/>
              </a:spcAft>
              <a:buClr>
                <a:schemeClr val="dk1"/>
              </a:buClr>
              <a:buSzPts val="1000"/>
              <a:buFont typeface="Nunito Sans"/>
              <a:buChar char="■"/>
              <a:defRPr sz="1000"/>
            </a:lvl6pPr>
            <a:lvl7pPr marL="3200400" lvl="6" indent="-292100">
              <a:spcBef>
                <a:spcPts val="0"/>
              </a:spcBef>
              <a:spcAft>
                <a:spcPts val="0"/>
              </a:spcAft>
              <a:buClr>
                <a:schemeClr val="dk1"/>
              </a:buClr>
              <a:buSzPts val="1000"/>
              <a:buFont typeface="Nunito Sans"/>
              <a:buChar char="●"/>
              <a:defRPr sz="1000"/>
            </a:lvl7pPr>
            <a:lvl8pPr marL="3657600" lvl="7" indent="-292100">
              <a:spcBef>
                <a:spcPts val="0"/>
              </a:spcBef>
              <a:spcAft>
                <a:spcPts val="0"/>
              </a:spcAft>
              <a:buClr>
                <a:schemeClr val="dk1"/>
              </a:buClr>
              <a:buSzPts val="1000"/>
              <a:buFont typeface="Nunito Sans"/>
              <a:buChar char="○"/>
              <a:defRPr sz="1000"/>
            </a:lvl8pPr>
            <a:lvl9pPr marL="4114800" lvl="8" indent="-292100">
              <a:spcBef>
                <a:spcPts val="0"/>
              </a:spcBef>
              <a:spcAft>
                <a:spcPts val="0"/>
              </a:spcAft>
              <a:buClr>
                <a:schemeClr val="dk1"/>
              </a:buClr>
              <a:buSzPts val="1000"/>
              <a:buFont typeface="Nunito Sans"/>
              <a:buChar char="■"/>
              <a:defRPr sz="1000"/>
            </a:lvl9pPr>
          </a:lstStyle>
          <a:p>
            <a:endParaRPr/>
          </a:p>
        </p:txBody>
      </p:sp>
      <p:sp>
        <p:nvSpPr>
          <p:cNvPr id="636" name="Google Shape;636;p68"/>
          <p:cNvSpPr txBox="1">
            <a:spLocks noGrp="1"/>
          </p:cNvSpPr>
          <p:nvPr>
            <p:ph type="title" idx="3"/>
          </p:nvPr>
        </p:nvSpPr>
        <p:spPr>
          <a:xfrm>
            <a:off x="6080825" y="3244458"/>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37" name="Google Shape;637;p68"/>
          <p:cNvSpPr txBox="1">
            <a:spLocks noGrp="1"/>
          </p:cNvSpPr>
          <p:nvPr>
            <p:ph type="body" idx="4"/>
          </p:nvPr>
        </p:nvSpPr>
        <p:spPr>
          <a:xfrm>
            <a:off x="3154650" y="3026423"/>
            <a:ext cx="2834700" cy="13461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638" name="Google Shape;638;p68"/>
          <p:cNvSpPr>
            <a:spLocks noGrp="1"/>
          </p:cNvSpPr>
          <p:nvPr>
            <p:ph type="pic" idx="5"/>
          </p:nvPr>
        </p:nvSpPr>
        <p:spPr>
          <a:xfrm>
            <a:off x="309350" y="952800"/>
            <a:ext cx="2754000" cy="1634100"/>
          </a:xfrm>
          <a:prstGeom prst="roundRect">
            <a:avLst>
              <a:gd name="adj" fmla="val 16667"/>
            </a:avLst>
          </a:prstGeom>
          <a:noFill/>
          <a:ln>
            <a:noFill/>
          </a:ln>
        </p:spPr>
      </p:sp>
      <p:sp>
        <p:nvSpPr>
          <p:cNvPr id="639" name="Google Shape;639;p68"/>
          <p:cNvSpPr txBox="1">
            <a:spLocks noGrp="1"/>
          </p:cNvSpPr>
          <p:nvPr>
            <p:ph type="title" idx="6"/>
          </p:nvPr>
        </p:nvSpPr>
        <p:spPr>
          <a:xfrm>
            <a:off x="3154650" y="2709375"/>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40" name="Google Shape;640;p68"/>
          <p:cNvSpPr txBox="1">
            <a:spLocks noGrp="1"/>
          </p:cNvSpPr>
          <p:nvPr>
            <p:ph type="title" idx="7"/>
          </p:nvPr>
        </p:nvSpPr>
        <p:spPr>
          <a:xfrm>
            <a:off x="3154650" y="858000"/>
            <a:ext cx="2834700" cy="742200"/>
          </a:xfrm>
          <a:prstGeom prst="rect">
            <a:avLst/>
          </a:prstGeom>
        </p:spPr>
        <p:txBody>
          <a:bodyPr spcFirstLastPara="1" wrap="square" lIns="91425" tIns="91425" rIns="91425" bIns="91425" anchor="t" anchorCtr="0">
            <a:spAutoFit/>
          </a:bodyPr>
          <a:lstStyle>
            <a:lvl1pPr lvl="0">
              <a:lnSpc>
                <a:spcPct val="115000"/>
              </a:lnSpc>
              <a:spcBef>
                <a:spcPts val="0"/>
              </a:spcBef>
              <a:spcAft>
                <a:spcPts val="0"/>
              </a:spcAft>
              <a:buNone/>
              <a:defRPr sz="1400" b="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a:endParaRPr/>
          </a:p>
        </p:txBody>
      </p:sp>
      <p:sp>
        <p:nvSpPr>
          <p:cNvPr id="641" name="Google Shape;641;p68"/>
          <p:cNvSpPr txBox="1">
            <a:spLocks noGrp="1"/>
          </p:cNvSpPr>
          <p:nvPr>
            <p:ph type="title" idx="8"/>
          </p:nvPr>
        </p:nvSpPr>
        <p:spPr>
          <a:xfrm>
            <a:off x="228600" y="228600"/>
            <a:ext cx="5760600" cy="6522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a:endParaRPr/>
          </a:p>
        </p:txBody>
      </p:sp>
      <p:sp>
        <p:nvSpPr>
          <p:cNvPr id="642" name="Google Shape;642;p68"/>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3" name="Google Shape;643;p68"/>
          <p:cNvSpPr txBox="1">
            <a:spLocks noGrp="1"/>
          </p:cNvSpPr>
          <p:nvPr>
            <p:ph type="title" idx="9"/>
          </p:nvPr>
        </p:nvSpPr>
        <p:spPr>
          <a:xfrm>
            <a:off x="6080825" y="858000"/>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44" name="Google Shape;644;p68"/>
          <p:cNvSpPr txBox="1">
            <a:spLocks noGrp="1"/>
          </p:cNvSpPr>
          <p:nvPr>
            <p:ph type="subTitle" idx="1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Persona - Alt 1">
  <p:cSld name="BLANK_1_1_1_1_2_1_2_1_1">
    <p:spTree>
      <p:nvGrpSpPr>
        <p:cNvPr id="1" name="Shape 645"/>
        <p:cNvGrpSpPr/>
        <p:nvPr/>
      </p:nvGrpSpPr>
      <p:grpSpPr>
        <a:xfrm>
          <a:off x="0" y="0"/>
          <a:ext cx="0" cy="0"/>
          <a:chOff x="0" y="0"/>
          <a:chExt cx="0" cy="0"/>
        </a:xfrm>
      </p:grpSpPr>
      <p:pic>
        <p:nvPicPr>
          <p:cNvPr id="646" name="Google Shape;646;p69"/>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647" name="Google Shape;647;p69"/>
          <p:cNvSpPr txBox="1">
            <a:spLocks noGrp="1"/>
          </p:cNvSpPr>
          <p:nvPr>
            <p:ph type="body" idx="1"/>
          </p:nvPr>
        </p:nvSpPr>
        <p:spPr>
          <a:xfrm>
            <a:off x="3154650" y="1167124"/>
            <a:ext cx="2834700" cy="7284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648" name="Google Shape;648;p69"/>
          <p:cNvSpPr txBox="1">
            <a:spLocks noGrp="1"/>
          </p:cNvSpPr>
          <p:nvPr>
            <p:ph type="body" idx="2"/>
          </p:nvPr>
        </p:nvSpPr>
        <p:spPr>
          <a:xfrm>
            <a:off x="228600" y="1167124"/>
            <a:ext cx="2834700" cy="728400"/>
          </a:xfrm>
          <a:prstGeom prst="rect">
            <a:avLst/>
          </a:prstGeom>
        </p:spPr>
        <p:txBody>
          <a:bodyPr spcFirstLastPara="1" wrap="square" lIns="91425" tIns="91425" rIns="91425" bIns="91425" anchor="t" anchorCtr="0">
            <a:spAutoFit/>
          </a:bodyPr>
          <a:lstStyle>
            <a:lvl1pPr marL="457200" lvl="0" indent="-292100">
              <a:lnSpc>
                <a:spcPct val="115000"/>
              </a:lnSpc>
              <a:spcBef>
                <a:spcPts val="0"/>
              </a:spcBef>
              <a:spcAft>
                <a:spcPts val="0"/>
              </a:spcAft>
              <a:buClr>
                <a:schemeClr val="dk1"/>
              </a:buClr>
              <a:buSzPts val="1000"/>
              <a:buFont typeface="Nunito Sans"/>
              <a:buChar char="●"/>
              <a:defRPr sz="1000"/>
            </a:lvl1pPr>
            <a:lvl2pPr marL="914400" lvl="1" indent="-292100">
              <a:lnSpc>
                <a:spcPct val="115000"/>
              </a:lnSpc>
              <a:spcBef>
                <a:spcPts val="0"/>
              </a:spcBef>
              <a:spcAft>
                <a:spcPts val="0"/>
              </a:spcAft>
              <a:buClr>
                <a:schemeClr val="dk1"/>
              </a:buClr>
              <a:buSzPts val="1000"/>
              <a:buFont typeface="Nunito Sans"/>
              <a:buChar char="○"/>
              <a:defRPr sz="1000"/>
            </a:lvl2pPr>
            <a:lvl3pPr marL="1371600" lvl="2" indent="-292100">
              <a:lnSpc>
                <a:spcPct val="115000"/>
              </a:lnSpc>
              <a:spcBef>
                <a:spcPts val="0"/>
              </a:spcBef>
              <a:spcAft>
                <a:spcPts val="0"/>
              </a:spcAft>
              <a:buClr>
                <a:schemeClr val="dk1"/>
              </a:buClr>
              <a:buSzPts val="1000"/>
              <a:buFont typeface="Nunito Sans"/>
              <a:buChar char="■"/>
              <a:defRPr sz="1000"/>
            </a:lvl3pPr>
            <a:lvl4pPr marL="1828800" lvl="3" indent="-292100">
              <a:lnSpc>
                <a:spcPct val="115000"/>
              </a:lnSpc>
              <a:spcBef>
                <a:spcPts val="0"/>
              </a:spcBef>
              <a:spcAft>
                <a:spcPts val="0"/>
              </a:spcAft>
              <a:buClr>
                <a:schemeClr val="dk1"/>
              </a:buClr>
              <a:buSzPts val="1000"/>
              <a:buFont typeface="Nunito Sans"/>
              <a:buChar char="●"/>
              <a:defRPr sz="1000"/>
            </a:lvl4pPr>
            <a:lvl5pPr marL="2286000" lvl="4" indent="-292100">
              <a:lnSpc>
                <a:spcPct val="115000"/>
              </a:lnSpc>
              <a:spcBef>
                <a:spcPts val="0"/>
              </a:spcBef>
              <a:spcAft>
                <a:spcPts val="0"/>
              </a:spcAft>
              <a:buClr>
                <a:schemeClr val="dk1"/>
              </a:buClr>
              <a:buSzPts val="1000"/>
              <a:buFont typeface="Nunito Sans"/>
              <a:buChar char="○"/>
              <a:defRPr sz="1000"/>
            </a:lvl5pPr>
            <a:lvl6pPr marL="2743200" lvl="5" indent="-292100">
              <a:lnSpc>
                <a:spcPct val="115000"/>
              </a:lnSpc>
              <a:spcBef>
                <a:spcPts val="0"/>
              </a:spcBef>
              <a:spcAft>
                <a:spcPts val="0"/>
              </a:spcAft>
              <a:buClr>
                <a:schemeClr val="dk1"/>
              </a:buClr>
              <a:buSzPts val="1000"/>
              <a:buFont typeface="Nunito Sans"/>
              <a:buChar char="■"/>
              <a:defRPr sz="1000"/>
            </a:lvl6pPr>
            <a:lvl7pPr marL="3200400" lvl="6" indent="-292100">
              <a:lnSpc>
                <a:spcPct val="115000"/>
              </a:lnSpc>
              <a:spcBef>
                <a:spcPts val="0"/>
              </a:spcBef>
              <a:spcAft>
                <a:spcPts val="0"/>
              </a:spcAft>
              <a:buClr>
                <a:schemeClr val="dk1"/>
              </a:buClr>
              <a:buSzPts val="1000"/>
              <a:buFont typeface="Nunito Sans"/>
              <a:buChar char="●"/>
              <a:defRPr sz="1000"/>
            </a:lvl7pPr>
            <a:lvl8pPr marL="3657600" lvl="7" indent="-292100">
              <a:lnSpc>
                <a:spcPct val="115000"/>
              </a:lnSpc>
              <a:spcBef>
                <a:spcPts val="0"/>
              </a:spcBef>
              <a:spcAft>
                <a:spcPts val="0"/>
              </a:spcAft>
              <a:buClr>
                <a:schemeClr val="dk1"/>
              </a:buClr>
              <a:buSzPts val="1000"/>
              <a:buFont typeface="Nunito Sans"/>
              <a:buChar char="○"/>
              <a:defRPr sz="1000"/>
            </a:lvl8pPr>
            <a:lvl9pPr marL="4114800" lvl="8" indent="-292100">
              <a:lnSpc>
                <a:spcPct val="115000"/>
              </a:lnSpc>
              <a:spcBef>
                <a:spcPts val="0"/>
              </a:spcBef>
              <a:spcAft>
                <a:spcPts val="0"/>
              </a:spcAft>
              <a:buClr>
                <a:schemeClr val="dk1"/>
              </a:buClr>
              <a:buSzPts val="1000"/>
              <a:buFont typeface="Nunito Sans"/>
              <a:buChar char="■"/>
              <a:defRPr sz="1000"/>
            </a:lvl9pPr>
          </a:lstStyle>
          <a:p>
            <a:endParaRPr/>
          </a:p>
        </p:txBody>
      </p:sp>
      <p:sp>
        <p:nvSpPr>
          <p:cNvPr id="649" name="Google Shape;649;p69"/>
          <p:cNvSpPr txBox="1">
            <a:spLocks noGrp="1"/>
          </p:cNvSpPr>
          <p:nvPr>
            <p:ph type="title"/>
          </p:nvPr>
        </p:nvSpPr>
        <p:spPr>
          <a:xfrm>
            <a:off x="1843500" y="298423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650" name="Google Shape;650;p69"/>
          <p:cNvSpPr txBox="1">
            <a:spLocks noGrp="1"/>
          </p:cNvSpPr>
          <p:nvPr>
            <p:ph type="title" idx="3"/>
          </p:nvPr>
        </p:nvSpPr>
        <p:spPr>
          <a:xfrm>
            <a:off x="3154650" y="195568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51" name="Google Shape;651;p69"/>
          <p:cNvSpPr txBox="1">
            <a:spLocks noGrp="1"/>
          </p:cNvSpPr>
          <p:nvPr>
            <p:ph type="title" idx="4"/>
          </p:nvPr>
        </p:nvSpPr>
        <p:spPr>
          <a:xfrm>
            <a:off x="3154650"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52" name="Google Shape;652;p69"/>
          <p:cNvSpPr txBox="1">
            <a:spLocks noGrp="1"/>
          </p:cNvSpPr>
          <p:nvPr>
            <p:ph type="title" idx="5"/>
          </p:nvPr>
        </p:nvSpPr>
        <p:spPr>
          <a:xfrm>
            <a:off x="228600"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53" name="Google Shape;653;p69"/>
          <p:cNvSpPr txBox="1">
            <a:spLocks noGrp="1"/>
          </p:cNvSpPr>
          <p:nvPr>
            <p:ph type="title" idx="6"/>
          </p:nvPr>
        </p:nvSpPr>
        <p:spPr>
          <a:xfrm>
            <a:off x="6080825" y="85008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54" name="Google Shape;654;p69"/>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55" name="Google Shape;655;p69"/>
          <p:cNvSpPr txBox="1">
            <a:spLocks noGrp="1"/>
          </p:cNvSpPr>
          <p:nvPr>
            <p:ph type="title" idx="7"/>
          </p:nvPr>
        </p:nvSpPr>
        <p:spPr>
          <a:xfrm>
            <a:off x="6080825" y="2600385"/>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56" name="Google Shape;656;p69"/>
          <p:cNvSpPr txBox="1">
            <a:spLocks noGrp="1"/>
          </p:cNvSpPr>
          <p:nvPr>
            <p:ph type="title" idx="8"/>
          </p:nvPr>
        </p:nvSpPr>
        <p:spPr>
          <a:xfrm>
            <a:off x="228600" y="1955684"/>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57" name="Google Shape;657;p69"/>
          <p:cNvSpPr txBox="1">
            <a:spLocks noGrp="1"/>
          </p:cNvSpPr>
          <p:nvPr>
            <p:ph type="title" idx="9"/>
          </p:nvPr>
        </p:nvSpPr>
        <p:spPr>
          <a:xfrm>
            <a:off x="3154650" y="339416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58" name="Google Shape;658;p69"/>
          <p:cNvSpPr txBox="1">
            <a:spLocks noGrp="1"/>
          </p:cNvSpPr>
          <p:nvPr>
            <p:ph type="title" idx="13"/>
          </p:nvPr>
        </p:nvSpPr>
        <p:spPr>
          <a:xfrm>
            <a:off x="228600" y="3394161"/>
            <a:ext cx="2834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a:endParaRPr/>
          </a:p>
        </p:txBody>
      </p:sp>
      <p:sp>
        <p:nvSpPr>
          <p:cNvPr id="659" name="Google Shape;659;p69"/>
          <p:cNvSpPr txBox="1">
            <a:spLocks noGrp="1"/>
          </p:cNvSpPr>
          <p:nvPr>
            <p:ph type="title" idx="14"/>
          </p:nvPr>
        </p:nvSpPr>
        <p:spPr>
          <a:xfrm>
            <a:off x="6080825" y="1257775"/>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60" name="Google Shape;660;p69"/>
          <p:cNvSpPr txBox="1">
            <a:spLocks noGrp="1"/>
          </p:cNvSpPr>
          <p:nvPr>
            <p:ph type="title" idx="15"/>
          </p:nvPr>
        </p:nvSpPr>
        <p:spPr>
          <a:xfrm>
            <a:off x="6080825" y="1510744"/>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61" name="Google Shape;661;p69"/>
          <p:cNvSpPr txBox="1">
            <a:spLocks noGrp="1"/>
          </p:cNvSpPr>
          <p:nvPr>
            <p:ph type="title" idx="16"/>
          </p:nvPr>
        </p:nvSpPr>
        <p:spPr>
          <a:xfrm>
            <a:off x="6080825" y="1763713"/>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62" name="Google Shape;662;p69"/>
          <p:cNvSpPr txBox="1">
            <a:spLocks noGrp="1"/>
          </p:cNvSpPr>
          <p:nvPr>
            <p:ph type="title" idx="17"/>
          </p:nvPr>
        </p:nvSpPr>
        <p:spPr>
          <a:xfrm>
            <a:off x="6080825" y="2016681"/>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63" name="Google Shape;663;p69"/>
          <p:cNvSpPr txBox="1">
            <a:spLocks noGrp="1"/>
          </p:cNvSpPr>
          <p:nvPr>
            <p:ph type="title" idx="18"/>
          </p:nvPr>
        </p:nvSpPr>
        <p:spPr>
          <a:xfrm>
            <a:off x="6080825" y="2269650"/>
            <a:ext cx="1311900" cy="1566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64" name="Google Shape;664;p69"/>
          <p:cNvSpPr txBox="1">
            <a:spLocks noGrp="1"/>
          </p:cNvSpPr>
          <p:nvPr>
            <p:ph type="title" idx="19"/>
          </p:nvPr>
        </p:nvSpPr>
        <p:spPr>
          <a:xfrm>
            <a:off x="228600" y="228600"/>
            <a:ext cx="5760600" cy="6522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a:endParaRPr/>
          </a:p>
        </p:txBody>
      </p:sp>
      <p:sp>
        <p:nvSpPr>
          <p:cNvPr id="665" name="Google Shape;665;p69"/>
          <p:cNvSpPr txBox="1">
            <a:spLocks noGrp="1"/>
          </p:cNvSpPr>
          <p:nvPr>
            <p:ph type="title" idx="20"/>
          </p:nvPr>
        </p:nvSpPr>
        <p:spPr>
          <a:xfrm>
            <a:off x="228600" y="234795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66" name="Google Shape;666;p69"/>
          <p:cNvSpPr txBox="1">
            <a:spLocks noGrp="1"/>
          </p:cNvSpPr>
          <p:nvPr>
            <p:ph type="title" idx="21"/>
          </p:nvPr>
        </p:nvSpPr>
        <p:spPr>
          <a:xfrm>
            <a:off x="1843500" y="234795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667" name="Google Shape;667;p69"/>
          <p:cNvSpPr txBox="1">
            <a:spLocks noGrp="1"/>
          </p:cNvSpPr>
          <p:nvPr>
            <p:ph type="title" idx="22"/>
          </p:nvPr>
        </p:nvSpPr>
        <p:spPr>
          <a:xfrm>
            <a:off x="228600" y="266609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68" name="Google Shape;668;p69"/>
          <p:cNvSpPr txBox="1">
            <a:spLocks noGrp="1"/>
          </p:cNvSpPr>
          <p:nvPr>
            <p:ph type="title" idx="23"/>
          </p:nvPr>
        </p:nvSpPr>
        <p:spPr>
          <a:xfrm>
            <a:off x="1843500" y="2666090"/>
            <a:ext cx="1219800" cy="126900"/>
          </a:xfrm>
          <a:prstGeom prst="rect">
            <a:avLst/>
          </a:prstGeom>
        </p:spPr>
        <p:txBody>
          <a:bodyPr spcFirstLastPara="1" wrap="square" lIns="91425" tIns="0" rIns="91425" bIns="0" anchor="ctr" anchorCtr="0">
            <a:noAutofit/>
          </a:bodyPr>
          <a:lstStyle>
            <a:lvl1pPr lvl="0" algn="r">
              <a:spcBef>
                <a:spcPts val="0"/>
              </a:spcBef>
              <a:spcAft>
                <a:spcPts val="0"/>
              </a:spcAft>
              <a:buNone/>
              <a:defRPr sz="700" b="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a:endParaRPr/>
          </a:p>
        </p:txBody>
      </p:sp>
      <p:sp>
        <p:nvSpPr>
          <p:cNvPr id="669" name="Google Shape;669;p69"/>
          <p:cNvSpPr txBox="1">
            <a:spLocks noGrp="1"/>
          </p:cNvSpPr>
          <p:nvPr>
            <p:ph type="title" idx="24"/>
          </p:nvPr>
        </p:nvSpPr>
        <p:spPr>
          <a:xfrm>
            <a:off x="228600" y="298423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70" name="Google Shape;670;p69"/>
          <p:cNvSpPr txBox="1">
            <a:spLocks noGrp="1"/>
          </p:cNvSpPr>
          <p:nvPr>
            <p:ph type="title" idx="25"/>
          </p:nvPr>
        </p:nvSpPr>
        <p:spPr>
          <a:xfrm>
            <a:off x="3154713" y="234795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71" name="Google Shape;671;p69"/>
          <p:cNvSpPr txBox="1">
            <a:spLocks noGrp="1"/>
          </p:cNvSpPr>
          <p:nvPr>
            <p:ph type="title" idx="26"/>
          </p:nvPr>
        </p:nvSpPr>
        <p:spPr>
          <a:xfrm>
            <a:off x="3154713" y="266609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72" name="Google Shape;672;p69"/>
          <p:cNvSpPr txBox="1">
            <a:spLocks noGrp="1"/>
          </p:cNvSpPr>
          <p:nvPr>
            <p:ph type="title" idx="27"/>
          </p:nvPr>
        </p:nvSpPr>
        <p:spPr>
          <a:xfrm>
            <a:off x="3154713" y="2984230"/>
            <a:ext cx="1219800" cy="126900"/>
          </a:xfrm>
          <a:prstGeom prst="rect">
            <a:avLst/>
          </a:prstGeom>
        </p:spPr>
        <p:txBody>
          <a:bodyPr spcFirstLastPara="1" wrap="square" lIns="91425" tIns="0" rIns="91425" bIns="0" anchor="ctr" anchorCtr="0">
            <a:no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73" name="Google Shape;673;p69"/>
          <p:cNvSpPr txBox="1">
            <a:spLocks noGrp="1"/>
          </p:cNvSpPr>
          <p:nvPr>
            <p:ph type="subTitle" idx="28"/>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Four big ideas - Alt 1">
  <p:cSld name="BLANK_1_1_1_1_1_1_1_1_1_1_1_1_1_1_1">
    <p:spTree>
      <p:nvGrpSpPr>
        <p:cNvPr id="1" name="Shape 674"/>
        <p:cNvGrpSpPr/>
        <p:nvPr/>
      </p:nvGrpSpPr>
      <p:grpSpPr>
        <a:xfrm>
          <a:off x="0" y="0"/>
          <a:ext cx="0" cy="0"/>
          <a:chOff x="0" y="0"/>
          <a:chExt cx="0" cy="0"/>
        </a:xfrm>
      </p:grpSpPr>
      <p:sp>
        <p:nvSpPr>
          <p:cNvPr id="675" name="Google Shape;675;p70"/>
          <p:cNvSpPr txBox="1">
            <a:spLocks noGrp="1"/>
          </p:cNvSpPr>
          <p:nvPr>
            <p:ph type="subTitle" idx="1"/>
          </p:nvPr>
        </p:nvSpPr>
        <p:spPr>
          <a:xfrm>
            <a:off x="228600"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676" name="Google Shape;676;p70"/>
          <p:cNvSpPr txBox="1">
            <a:spLocks noGrp="1"/>
          </p:cNvSpPr>
          <p:nvPr>
            <p:ph type="subTitle" idx="2"/>
          </p:nvPr>
        </p:nvSpPr>
        <p:spPr>
          <a:xfrm>
            <a:off x="2423700" y="1872350"/>
            <a:ext cx="20613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677" name="Google Shape;677;p70"/>
          <p:cNvSpPr txBox="1">
            <a:spLocks noGrp="1"/>
          </p:cNvSpPr>
          <p:nvPr>
            <p:ph type="subTitle" idx="3"/>
          </p:nvPr>
        </p:nvSpPr>
        <p:spPr>
          <a:xfrm>
            <a:off x="6811650"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678" name="Google Shape;678;p70"/>
          <p:cNvSpPr txBox="1">
            <a:spLocks noGrp="1"/>
          </p:cNvSpPr>
          <p:nvPr>
            <p:ph type="subTitle" idx="4"/>
          </p:nvPr>
        </p:nvSpPr>
        <p:spPr>
          <a:xfrm>
            <a:off x="4615425" y="1872350"/>
            <a:ext cx="2039100" cy="347400"/>
          </a:xfrm>
          <a:prstGeom prst="rect">
            <a:avLst/>
          </a:prstGeom>
        </p:spPr>
        <p:txBody>
          <a:bodyPr spcFirstLastPara="1" wrap="square" lIns="182875" tIns="0" rIns="182875" bIns="0" anchor="ctr" anchorCtr="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pic>
        <p:nvPicPr>
          <p:cNvPr id="679" name="Google Shape;679;p70"/>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680" name="Google Shape;680;p70"/>
          <p:cNvSpPr txBox="1">
            <a:spLocks noGrp="1"/>
          </p:cNvSpPr>
          <p:nvPr>
            <p:ph type="body" idx="5"/>
          </p:nvPr>
        </p:nvSpPr>
        <p:spPr>
          <a:xfrm>
            <a:off x="2286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681" name="Google Shape;681;p70"/>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682" name="Google Shape;682;p70"/>
          <p:cNvSpPr txBox="1">
            <a:spLocks noGrp="1"/>
          </p:cNvSpPr>
          <p:nvPr>
            <p:ph type="body" idx="6"/>
          </p:nvPr>
        </p:nvSpPr>
        <p:spPr>
          <a:xfrm>
            <a:off x="24237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683" name="Google Shape;683;p70"/>
          <p:cNvSpPr txBox="1">
            <a:spLocks noGrp="1"/>
          </p:cNvSpPr>
          <p:nvPr>
            <p:ph type="body" idx="7"/>
          </p:nvPr>
        </p:nvSpPr>
        <p:spPr>
          <a:xfrm>
            <a:off x="4618800" y="2266758"/>
            <a:ext cx="2039100" cy="722100"/>
          </a:xfrm>
          <a:prstGeom prst="rect">
            <a:avLst/>
          </a:prstGeom>
        </p:spPr>
        <p:txBody>
          <a:bodyPr spcFirstLastPara="1" wrap="square" lIns="91425" tIns="91425" rIns="91425" bIns="91425" anchor="t" anchorCtr="0">
            <a:noAutofit/>
          </a:bodyPr>
          <a:lstStyle>
            <a:lvl1pPr marL="457200" lvl="0" indent="-285750">
              <a:lnSpc>
                <a:spcPct val="100000"/>
              </a:lnSpc>
              <a:spcBef>
                <a:spcPts val="0"/>
              </a:spcBef>
              <a:spcAft>
                <a:spcPts val="0"/>
              </a:spcAft>
              <a:buClr>
                <a:schemeClr val="dk1"/>
              </a:buClr>
              <a:buSzPts val="900"/>
              <a:buFont typeface="Nunito Sans"/>
              <a:buChar char="●"/>
              <a:defRPr sz="900"/>
            </a:lvl1pPr>
            <a:lvl2pPr marL="914400" lvl="1" indent="-285750">
              <a:lnSpc>
                <a:spcPct val="100000"/>
              </a:lnSpc>
              <a:spcBef>
                <a:spcPts val="800"/>
              </a:spcBef>
              <a:spcAft>
                <a:spcPts val="0"/>
              </a:spcAft>
              <a:buClr>
                <a:schemeClr val="dk1"/>
              </a:buClr>
              <a:buSzPts val="900"/>
              <a:buFont typeface="Nunito Sans"/>
              <a:buChar char="○"/>
              <a:defRPr sz="900"/>
            </a:lvl2pPr>
            <a:lvl3pPr marL="1371600" lvl="2" indent="-285750">
              <a:lnSpc>
                <a:spcPct val="100000"/>
              </a:lnSpc>
              <a:spcBef>
                <a:spcPts val="800"/>
              </a:spcBef>
              <a:spcAft>
                <a:spcPts val="0"/>
              </a:spcAft>
              <a:buClr>
                <a:schemeClr val="dk1"/>
              </a:buClr>
              <a:buSzPts val="900"/>
              <a:buFont typeface="Nunito Sans"/>
              <a:buChar char="■"/>
              <a:defRPr sz="900"/>
            </a:lvl3pPr>
            <a:lvl4pPr marL="1828800" lvl="3" indent="-285750">
              <a:lnSpc>
                <a:spcPct val="100000"/>
              </a:lnSpc>
              <a:spcBef>
                <a:spcPts val="800"/>
              </a:spcBef>
              <a:spcAft>
                <a:spcPts val="0"/>
              </a:spcAft>
              <a:buClr>
                <a:schemeClr val="dk1"/>
              </a:buClr>
              <a:buSzPts val="900"/>
              <a:buFont typeface="Nunito Sans"/>
              <a:buChar char="●"/>
              <a:defRPr sz="900"/>
            </a:lvl4pPr>
            <a:lvl5pPr marL="2286000" lvl="4" indent="-285750">
              <a:lnSpc>
                <a:spcPct val="100000"/>
              </a:lnSpc>
              <a:spcBef>
                <a:spcPts val="800"/>
              </a:spcBef>
              <a:spcAft>
                <a:spcPts val="0"/>
              </a:spcAft>
              <a:buClr>
                <a:schemeClr val="dk1"/>
              </a:buClr>
              <a:buSzPts val="900"/>
              <a:buFont typeface="Nunito Sans"/>
              <a:buChar char="○"/>
              <a:defRPr sz="900"/>
            </a:lvl5pPr>
            <a:lvl6pPr marL="2743200" lvl="5" indent="-285750">
              <a:lnSpc>
                <a:spcPct val="100000"/>
              </a:lnSpc>
              <a:spcBef>
                <a:spcPts val="800"/>
              </a:spcBef>
              <a:spcAft>
                <a:spcPts val="0"/>
              </a:spcAft>
              <a:buClr>
                <a:schemeClr val="dk1"/>
              </a:buClr>
              <a:buSzPts val="900"/>
              <a:buFont typeface="Nunito Sans"/>
              <a:buChar char="■"/>
              <a:defRPr sz="900"/>
            </a:lvl6pPr>
            <a:lvl7pPr marL="3200400" lvl="6" indent="-285750">
              <a:lnSpc>
                <a:spcPct val="100000"/>
              </a:lnSpc>
              <a:spcBef>
                <a:spcPts val="800"/>
              </a:spcBef>
              <a:spcAft>
                <a:spcPts val="0"/>
              </a:spcAft>
              <a:buClr>
                <a:schemeClr val="dk1"/>
              </a:buClr>
              <a:buSzPts val="900"/>
              <a:buFont typeface="Nunito Sans"/>
              <a:buChar char="●"/>
              <a:defRPr sz="900"/>
            </a:lvl7pPr>
            <a:lvl8pPr marL="3657600" lvl="7" indent="-285750">
              <a:lnSpc>
                <a:spcPct val="100000"/>
              </a:lnSpc>
              <a:spcBef>
                <a:spcPts val="800"/>
              </a:spcBef>
              <a:spcAft>
                <a:spcPts val="0"/>
              </a:spcAft>
              <a:buClr>
                <a:schemeClr val="dk1"/>
              </a:buClr>
              <a:buSzPts val="900"/>
              <a:buFont typeface="Nunito Sans"/>
              <a:buChar char="○"/>
              <a:defRPr sz="900"/>
            </a:lvl8pPr>
            <a:lvl9pPr marL="4114800" lvl="8" indent="-285750">
              <a:lnSpc>
                <a:spcPct val="100000"/>
              </a:lnSpc>
              <a:spcBef>
                <a:spcPts val="800"/>
              </a:spcBef>
              <a:spcAft>
                <a:spcPts val="800"/>
              </a:spcAft>
              <a:buClr>
                <a:schemeClr val="dk1"/>
              </a:buClr>
              <a:buSzPts val="900"/>
              <a:buFont typeface="Nunito Sans"/>
              <a:buChar char="■"/>
              <a:defRPr sz="900"/>
            </a:lvl9pPr>
          </a:lstStyle>
          <a:p>
            <a:endParaRPr/>
          </a:p>
        </p:txBody>
      </p:sp>
      <p:sp>
        <p:nvSpPr>
          <p:cNvPr id="684" name="Google Shape;684;p70"/>
          <p:cNvSpPr txBox="1">
            <a:spLocks noGrp="1"/>
          </p:cNvSpPr>
          <p:nvPr>
            <p:ph type="body" idx="8"/>
          </p:nvPr>
        </p:nvSpPr>
        <p:spPr>
          <a:xfrm>
            <a:off x="6813900" y="2266758"/>
            <a:ext cx="2039100" cy="722100"/>
          </a:xfrm>
          <a:prstGeom prst="rect">
            <a:avLst/>
          </a:prstGeom>
        </p:spPr>
        <p:txBody>
          <a:bodyPr spcFirstLastPara="1" wrap="square" lIns="91425" tIns="91425" rIns="9142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800"/>
              </a:spcBef>
              <a:spcAft>
                <a:spcPts val="0"/>
              </a:spcAft>
              <a:buClr>
                <a:schemeClr val="dk1"/>
              </a:buClr>
              <a:buSzPts val="900"/>
              <a:buFont typeface="Nunito Sans"/>
              <a:buChar char="○"/>
              <a:defRPr sz="900"/>
            </a:lvl2pPr>
            <a:lvl3pPr marL="1371600" lvl="2" indent="-285750">
              <a:spcBef>
                <a:spcPts val="800"/>
              </a:spcBef>
              <a:spcAft>
                <a:spcPts val="0"/>
              </a:spcAft>
              <a:buClr>
                <a:schemeClr val="dk1"/>
              </a:buClr>
              <a:buSzPts val="900"/>
              <a:buFont typeface="Nunito Sans"/>
              <a:buChar char="■"/>
              <a:defRPr sz="900"/>
            </a:lvl3pPr>
            <a:lvl4pPr marL="1828800" lvl="3" indent="-285750">
              <a:spcBef>
                <a:spcPts val="800"/>
              </a:spcBef>
              <a:spcAft>
                <a:spcPts val="0"/>
              </a:spcAft>
              <a:buClr>
                <a:schemeClr val="dk1"/>
              </a:buClr>
              <a:buSzPts val="900"/>
              <a:buFont typeface="Nunito Sans"/>
              <a:buChar char="●"/>
              <a:defRPr sz="900"/>
            </a:lvl4pPr>
            <a:lvl5pPr marL="2286000" lvl="4" indent="-285750">
              <a:spcBef>
                <a:spcPts val="800"/>
              </a:spcBef>
              <a:spcAft>
                <a:spcPts val="0"/>
              </a:spcAft>
              <a:buClr>
                <a:schemeClr val="dk1"/>
              </a:buClr>
              <a:buSzPts val="900"/>
              <a:buFont typeface="Nunito Sans"/>
              <a:buChar char="○"/>
              <a:defRPr sz="900"/>
            </a:lvl5pPr>
            <a:lvl6pPr marL="2743200" lvl="5" indent="-285750">
              <a:spcBef>
                <a:spcPts val="800"/>
              </a:spcBef>
              <a:spcAft>
                <a:spcPts val="0"/>
              </a:spcAft>
              <a:buClr>
                <a:schemeClr val="dk1"/>
              </a:buClr>
              <a:buSzPts val="900"/>
              <a:buFont typeface="Nunito Sans"/>
              <a:buChar char="■"/>
              <a:defRPr sz="900"/>
            </a:lvl6pPr>
            <a:lvl7pPr marL="3200400" lvl="6" indent="-285750">
              <a:spcBef>
                <a:spcPts val="800"/>
              </a:spcBef>
              <a:spcAft>
                <a:spcPts val="0"/>
              </a:spcAft>
              <a:buClr>
                <a:schemeClr val="dk1"/>
              </a:buClr>
              <a:buSzPts val="900"/>
              <a:buFont typeface="Nunito Sans"/>
              <a:buChar char="●"/>
              <a:defRPr sz="900"/>
            </a:lvl7pPr>
            <a:lvl8pPr marL="3657600" lvl="7" indent="-285750">
              <a:spcBef>
                <a:spcPts val="800"/>
              </a:spcBef>
              <a:spcAft>
                <a:spcPts val="0"/>
              </a:spcAft>
              <a:buClr>
                <a:schemeClr val="dk1"/>
              </a:buClr>
              <a:buSzPts val="900"/>
              <a:buFont typeface="Nunito Sans"/>
              <a:buChar char="○"/>
              <a:defRPr sz="900"/>
            </a:lvl8pPr>
            <a:lvl9pPr marL="4114800" lvl="8" indent="-285750">
              <a:spcBef>
                <a:spcPts val="800"/>
              </a:spcBef>
              <a:spcAft>
                <a:spcPts val="800"/>
              </a:spcAft>
              <a:buClr>
                <a:schemeClr val="dk1"/>
              </a:buClr>
              <a:buSzPts val="900"/>
              <a:buFont typeface="Nunito Sans"/>
              <a:buChar char="■"/>
              <a:defRPr sz="900"/>
            </a:lvl9pPr>
          </a:lstStyle>
          <a:p>
            <a:endParaRPr/>
          </a:p>
        </p:txBody>
      </p:sp>
      <p:sp>
        <p:nvSpPr>
          <p:cNvPr id="685" name="Google Shape;685;p70"/>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86" name="Google Shape;686;p70"/>
          <p:cNvSpPr txBox="1">
            <a:spLocks noGrp="1"/>
          </p:cNvSpPr>
          <p:nvPr>
            <p:ph type="subTitle" idx="9"/>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1_1_1_3">
    <p:spTree>
      <p:nvGrpSpPr>
        <p:cNvPr id="1" name="Shape 687"/>
        <p:cNvGrpSpPr/>
        <p:nvPr/>
      </p:nvGrpSpPr>
      <p:grpSpPr>
        <a:xfrm>
          <a:off x="0" y="0"/>
          <a:ext cx="0" cy="0"/>
          <a:chOff x="0" y="0"/>
          <a:chExt cx="0" cy="0"/>
        </a:xfrm>
      </p:grpSpPr>
      <p:pic>
        <p:nvPicPr>
          <p:cNvPr id="688" name="Google Shape;688;p71"/>
          <p:cNvPicPr preferRelativeResize="0"/>
          <p:nvPr/>
        </p:nvPicPr>
        <p:blipFill rotWithShape="1">
          <a:blip r:embed="rId2">
            <a:alphaModFix/>
          </a:blip>
          <a:srcRect l="535" t="71891" r="33362"/>
          <a:stretch/>
        </p:blipFill>
        <p:spPr>
          <a:xfrm>
            <a:off x="5624200" y="0"/>
            <a:ext cx="3519800" cy="1496699"/>
          </a:xfrm>
          <a:prstGeom prst="rect">
            <a:avLst/>
          </a:prstGeom>
          <a:noFill/>
          <a:ln>
            <a:noFill/>
          </a:ln>
        </p:spPr>
      </p:pic>
      <p:sp>
        <p:nvSpPr>
          <p:cNvPr id="689" name="Google Shape;689;p71"/>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690" name="Google Shape;690;p71"/>
          <p:cNvSpPr txBox="1">
            <a:spLocks noGrp="1"/>
          </p:cNvSpPr>
          <p:nvPr>
            <p:ph type="title" idx="2"/>
          </p:nvPr>
        </p:nvSpPr>
        <p:spPr>
          <a:xfrm>
            <a:off x="2040700" y="2971669"/>
            <a:ext cx="2758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1" name="Google Shape;691;p71"/>
          <p:cNvSpPr txBox="1">
            <a:spLocks noGrp="1"/>
          </p:cNvSpPr>
          <p:nvPr>
            <p:ph type="title" idx="3"/>
          </p:nvPr>
        </p:nvSpPr>
        <p:spPr>
          <a:xfrm>
            <a:off x="4905100" y="3259050"/>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2" name="Google Shape;692;p71"/>
          <p:cNvSpPr txBox="1">
            <a:spLocks noGrp="1"/>
          </p:cNvSpPr>
          <p:nvPr>
            <p:ph type="title" idx="4"/>
          </p:nvPr>
        </p:nvSpPr>
        <p:spPr>
          <a:xfrm>
            <a:off x="6589325" y="3591225"/>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3" name="Google Shape;693;p71"/>
          <p:cNvSpPr txBox="1">
            <a:spLocks noGrp="1"/>
          </p:cNvSpPr>
          <p:nvPr>
            <p:ph type="title" idx="5"/>
          </p:nvPr>
        </p:nvSpPr>
        <p:spPr>
          <a:xfrm>
            <a:off x="228600" y="2642422"/>
            <a:ext cx="16227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b="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4" name="Google Shape;694;p71"/>
          <p:cNvSpPr txBox="1">
            <a:spLocks noGrp="1"/>
          </p:cNvSpPr>
          <p:nvPr>
            <p:ph type="title" idx="6"/>
          </p:nvPr>
        </p:nvSpPr>
        <p:spPr>
          <a:xfrm>
            <a:off x="22860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5" name="Google Shape;695;p71"/>
          <p:cNvSpPr txBox="1">
            <a:spLocks noGrp="1"/>
          </p:cNvSpPr>
          <p:nvPr>
            <p:ph type="title" idx="7"/>
          </p:nvPr>
        </p:nvSpPr>
        <p:spPr>
          <a:xfrm>
            <a:off x="153302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6" name="Google Shape;696;p71"/>
          <p:cNvSpPr txBox="1">
            <a:spLocks noGrp="1"/>
          </p:cNvSpPr>
          <p:nvPr>
            <p:ph type="title" idx="8"/>
          </p:nvPr>
        </p:nvSpPr>
        <p:spPr>
          <a:xfrm>
            <a:off x="283745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7" name="Google Shape;697;p71"/>
          <p:cNvSpPr txBox="1">
            <a:spLocks noGrp="1"/>
          </p:cNvSpPr>
          <p:nvPr>
            <p:ph type="title" idx="9"/>
          </p:nvPr>
        </p:nvSpPr>
        <p:spPr>
          <a:xfrm>
            <a:off x="414187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8" name="Google Shape;698;p71"/>
          <p:cNvSpPr txBox="1">
            <a:spLocks noGrp="1"/>
          </p:cNvSpPr>
          <p:nvPr>
            <p:ph type="title" idx="13"/>
          </p:nvPr>
        </p:nvSpPr>
        <p:spPr>
          <a:xfrm>
            <a:off x="544630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699" name="Google Shape;699;p71"/>
          <p:cNvSpPr txBox="1">
            <a:spLocks noGrp="1"/>
          </p:cNvSpPr>
          <p:nvPr>
            <p:ph type="title" idx="14"/>
          </p:nvPr>
        </p:nvSpPr>
        <p:spPr>
          <a:xfrm>
            <a:off x="6750725"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700" name="Google Shape;700;p71"/>
          <p:cNvSpPr txBox="1">
            <a:spLocks noGrp="1"/>
          </p:cNvSpPr>
          <p:nvPr>
            <p:ph type="title" idx="15"/>
          </p:nvPr>
        </p:nvSpPr>
        <p:spPr>
          <a:xfrm>
            <a:off x="8055150" y="1712000"/>
            <a:ext cx="763200" cy="292500"/>
          </a:xfrm>
          <a:prstGeom prst="rect">
            <a:avLst/>
          </a:prstGeom>
        </p:spPr>
        <p:txBody>
          <a:bodyPr spcFirstLastPara="1" wrap="square" lIns="91425" tIns="91425" rIns="91425" bIns="0" anchor="t" anchorCtr="0">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a:endParaRPr/>
          </a:p>
        </p:txBody>
      </p:sp>
      <p:sp>
        <p:nvSpPr>
          <p:cNvPr id="701" name="Google Shape;701;p71"/>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702" name="Google Shape;702;p71"/>
          <p:cNvSpPr txBox="1">
            <a:spLocks noGrp="1"/>
          </p:cNvSpPr>
          <p:nvPr>
            <p:ph type="subTitle" idx="1"/>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Five big ideas">
  <p:cSld name="BLANK_1_1_1_1_1_1_1_1_1_1_1_1_1_1_1_2">
    <p:bg>
      <p:bgPr>
        <a:solidFill>
          <a:schemeClr val="lt1"/>
        </a:solidFill>
        <a:effectLst/>
      </p:bgPr>
    </p:bg>
    <p:spTree>
      <p:nvGrpSpPr>
        <p:cNvPr id="1" name="Shape 703"/>
        <p:cNvGrpSpPr/>
        <p:nvPr/>
      </p:nvGrpSpPr>
      <p:grpSpPr>
        <a:xfrm>
          <a:off x="0" y="0"/>
          <a:ext cx="0" cy="0"/>
          <a:chOff x="0" y="0"/>
          <a:chExt cx="0" cy="0"/>
        </a:xfrm>
      </p:grpSpPr>
      <p:sp>
        <p:nvSpPr>
          <p:cNvPr id="704" name="Google Shape;704;p72"/>
          <p:cNvSpPr txBox="1">
            <a:spLocks noGrp="1"/>
          </p:cNvSpPr>
          <p:nvPr>
            <p:ph type="subTitle" idx="1"/>
          </p:nvPr>
        </p:nvSpPr>
        <p:spPr>
          <a:xfrm>
            <a:off x="22860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705" name="Google Shape;705;p72"/>
          <p:cNvSpPr txBox="1">
            <a:spLocks noGrp="1"/>
          </p:cNvSpPr>
          <p:nvPr>
            <p:ph type="subTitle" idx="2"/>
          </p:nvPr>
        </p:nvSpPr>
        <p:spPr>
          <a:xfrm>
            <a:off x="1971375"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706" name="Google Shape;706;p72"/>
          <p:cNvSpPr txBox="1">
            <a:spLocks noGrp="1"/>
          </p:cNvSpPr>
          <p:nvPr>
            <p:ph type="subTitle" idx="3"/>
          </p:nvPr>
        </p:nvSpPr>
        <p:spPr>
          <a:xfrm>
            <a:off x="371415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707" name="Google Shape;707;p72"/>
          <p:cNvSpPr txBox="1">
            <a:spLocks noGrp="1"/>
          </p:cNvSpPr>
          <p:nvPr>
            <p:ph type="subTitle" idx="4"/>
          </p:nvPr>
        </p:nvSpPr>
        <p:spPr>
          <a:xfrm>
            <a:off x="5456925"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sp>
        <p:nvSpPr>
          <p:cNvPr id="708" name="Google Shape;708;p72"/>
          <p:cNvSpPr txBox="1">
            <a:spLocks noGrp="1"/>
          </p:cNvSpPr>
          <p:nvPr>
            <p:ph type="subTitle" idx="5"/>
          </p:nvPr>
        </p:nvSpPr>
        <p:spPr>
          <a:xfrm>
            <a:off x="7199700" y="2666275"/>
            <a:ext cx="1312500" cy="347400"/>
          </a:xfrm>
          <a:prstGeom prst="rect">
            <a:avLst/>
          </a:prstGeom>
        </p:spPr>
        <p:txBody>
          <a:bodyPr spcFirstLastPara="1" wrap="square" lIns="182875" tIns="0" rIns="182875" bIns="0" anchor="ctr" anchorCtr="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a:endParaRPr/>
          </a:p>
        </p:txBody>
      </p:sp>
      <p:pic>
        <p:nvPicPr>
          <p:cNvPr id="709" name="Google Shape;709;p72"/>
          <p:cNvPicPr preferRelativeResize="0"/>
          <p:nvPr/>
        </p:nvPicPr>
        <p:blipFill rotWithShape="1">
          <a:blip r:embed="rId2">
            <a:alphaModFix/>
          </a:blip>
          <a:srcRect t="70460" r="33897"/>
          <a:stretch/>
        </p:blipFill>
        <p:spPr>
          <a:xfrm>
            <a:off x="5624200" y="0"/>
            <a:ext cx="3519800" cy="1572900"/>
          </a:xfrm>
          <a:prstGeom prst="rect">
            <a:avLst/>
          </a:prstGeom>
          <a:noFill/>
          <a:ln>
            <a:noFill/>
          </a:ln>
        </p:spPr>
      </p:pic>
      <p:sp>
        <p:nvSpPr>
          <p:cNvPr id="710" name="Google Shape;710;p72"/>
          <p:cNvSpPr txBox="1">
            <a:spLocks noGrp="1"/>
          </p:cNvSpPr>
          <p:nvPr>
            <p:ph type="body" idx="6"/>
          </p:nvPr>
        </p:nvSpPr>
        <p:spPr>
          <a:xfrm>
            <a:off x="1971375"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711" name="Google Shape;711;p72"/>
          <p:cNvSpPr txBox="1">
            <a:spLocks noGrp="1"/>
          </p:cNvSpPr>
          <p:nvPr>
            <p:ph type="body" idx="7"/>
          </p:nvPr>
        </p:nvSpPr>
        <p:spPr>
          <a:xfrm>
            <a:off x="3714150" y="3030250"/>
            <a:ext cx="1715400" cy="1145100"/>
          </a:xfrm>
          <a:prstGeom prst="rect">
            <a:avLst/>
          </a:prstGeom>
        </p:spPr>
        <p:txBody>
          <a:bodyPr spcFirstLastPara="1" wrap="square" lIns="91425" tIns="182875" rIns="182875" bIns="91425" anchor="t" anchorCtr="0">
            <a:noAutofit/>
          </a:bodyPr>
          <a:lstStyle>
            <a:lvl1pPr marL="457200" lvl="0" indent="-285750">
              <a:spcBef>
                <a:spcPts val="0"/>
              </a:spcBef>
              <a:spcAft>
                <a:spcPts val="0"/>
              </a:spcAft>
              <a:buClr>
                <a:schemeClr val="dk1"/>
              </a:buClr>
              <a:buSzPts val="900"/>
              <a:buFont typeface="Nunito Sans"/>
              <a:buChar char="●"/>
              <a:defRPr sz="900"/>
            </a:lvl1pPr>
            <a:lvl2pPr marL="914400" lvl="1" indent="-285750">
              <a:spcBef>
                <a:spcPts val="0"/>
              </a:spcBef>
              <a:spcAft>
                <a:spcPts val="0"/>
              </a:spcAft>
              <a:buClr>
                <a:schemeClr val="dk1"/>
              </a:buClr>
              <a:buSzPts val="900"/>
              <a:buFont typeface="Nunito Sans"/>
              <a:buChar char="○"/>
              <a:defRPr sz="900"/>
            </a:lvl2pPr>
            <a:lvl3pPr marL="1371600" lvl="2" indent="-285750">
              <a:spcBef>
                <a:spcPts val="0"/>
              </a:spcBef>
              <a:spcAft>
                <a:spcPts val="0"/>
              </a:spcAft>
              <a:buClr>
                <a:schemeClr val="dk1"/>
              </a:buClr>
              <a:buSzPts val="900"/>
              <a:buFont typeface="Nunito Sans"/>
              <a:buChar char="■"/>
              <a:defRPr sz="900"/>
            </a:lvl3pPr>
            <a:lvl4pPr marL="1828800" lvl="3" indent="-285750">
              <a:spcBef>
                <a:spcPts val="0"/>
              </a:spcBef>
              <a:spcAft>
                <a:spcPts val="0"/>
              </a:spcAft>
              <a:buClr>
                <a:schemeClr val="dk1"/>
              </a:buClr>
              <a:buSzPts val="900"/>
              <a:buFont typeface="Nunito Sans"/>
              <a:buChar char="●"/>
              <a:defRPr sz="900"/>
            </a:lvl4pPr>
            <a:lvl5pPr marL="2286000" lvl="4" indent="-285750">
              <a:spcBef>
                <a:spcPts val="0"/>
              </a:spcBef>
              <a:spcAft>
                <a:spcPts val="0"/>
              </a:spcAft>
              <a:buClr>
                <a:schemeClr val="dk1"/>
              </a:buClr>
              <a:buSzPts val="900"/>
              <a:buFont typeface="Nunito Sans"/>
              <a:buChar char="○"/>
              <a:defRPr sz="900"/>
            </a:lvl5pPr>
            <a:lvl6pPr marL="2743200" lvl="5" indent="-285750">
              <a:spcBef>
                <a:spcPts val="0"/>
              </a:spcBef>
              <a:spcAft>
                <a:spcPts val="0"/>
              </a:spcAft>
              <a:buClr>
                <a:schemeClr val="dk1"/>
              </a:buClr>
              <a:buSzPts val="900"/>
              <a:buFont typeface="Nunito Sans"/>
              <a:buChar char="■"/>
              <a:defRPr sz="900"/>
            </a:lvl6pPr>
            <a:lvl7pPr marL="3200400" lvl="6" indent="-285750">
              <a:spcBef>
                <a:spcPts val="0"/>
              </a:spcBef>
              <a:spcAft>
                <a:spcPts val="0"/>
              </a:spcAft>
              <a:buClr>
                <a:schemeClr val="dk1"/>
              </a:buClr>
              <a:buSzPts val="900"/>
              <a:buFont typeface="Nunito Sans"/>
              <a:buChar char="●"/>
              <a:defRPr sz="900"/>
            </a:lvl7pPr>
            <a:lvl8pPr marL="3657600" lvl="7" indent="-285750">
              <a:spcBef>
                <a:spcPts val="0"/>
              </a:spcBef>
              <a:spcAft>
                <a:spcPts val="0"/>
              </a:spcAft>
              <a:buClr>
                <a:schemeClr val="dk1"/>
              </a:buClr>
              <a:buSzPts val="900"/>
              <a:buFont typeface="Nunito Sans"/>
              <a:buChar char="○"/>
              <a:defRPr sz="900"/>
            </a:lvl8pPr>
            <a:lvl9pPr marL="4114800" lvl="8" indent="-285750">
              <a:spcBef>
                <a:spcPts val="0"/>
              </a:spcBef>
              <a:spcAft>
                <a:spcPts val="0"/>
              </a:spcAft>
              <a:buClr>
                <a:schemeClr val="dk1"/>
              </a:buClr>
              <a:buSzPts val="900"/>
              <a:buFont typeface="Nunito Sans"/>
              <a:buChar char="■"/>
              <a:defRPr sz="900"/>
            </a:lvl9pPr>
          </a:lstStyle>
          <a:p>
            <a:endParaRPr/>
          </a:p>
        </p:txBody>
      </p:sp>
      <p:sp>
        <p:nvSpPr>
          <p:cNvPr id="712" name="Google Shape;712;p72"/>
          <p:cNvSpPr txBox="1">
            <a:spLocks noGrp="1"/>
          </p:cNvSpPr>
          <p:nvPr>
            <p:ph type="body" idx="8"/>
          </p:nvPr>
        </p:nvSpPr>
        <p:spPr>
          <a:xfrm>
            <a:off x="5456925"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713" name="Google Shape;713;p72"/>
          <p:cNvSpPr txBox="1">
            <a:spLocks noGrp="1"/>
          </p:cNvSpPr>
          <p:nvPr>
            <p:ph type="body" idx="9"/>
          </p:nvPr>
        </p:nvSpPr>
        <p:spPr>
          <a:xfrm>
            <a:off x="228450"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714" name="Google Shape;714;p72"/>
          <p:cNvSpPr txBox="1">
            <a:spLocks noGrp="1"/>
          </p:cNvSpPr>
          <p:nvPr>
            <p:ph type="title"/>
          </p:nvPr>
        </p:nvSpPr>
        <p:spPr>
          <a:xfrm>
            <a:off x="228600" y="228600"/>
            <a:ext cx="5707200" cy="587700"/>
          </a:xfrm>
          <a:prstGeom prst="rect">
            <a:avLst/>
          </a:prstGeom>
        </p:spPr>
        <p:txBody>
          <a:bodyPr spcFirstLastPara="1" wrap="square" lIns="91425" tIns="91425" rIns="91425" bIns="91425" anchor="t" anchorCtr="0">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a:endParaRPr/>
          </a:p>
        </p:txBody>
      </p:sp>
      <p:sp>
        <p:nvSpPr>
          <p:cNvPr id="715" name="Google Shape;715;p72"/>
          <p:cNvSpPr txBox="1">
            <a:spLocks noGrp="1"/>
          </p:cNvSpPr>
          <p:nvPr>
            <p:ph type="body" idx="13"/>
          </p:nvPr>
        </p:nvSpPr>
        <p:spPr>
          <a:xfrm>
            <a:off x="7199700" y="3030250"/>
            <a:ext cx="1715400" cy="1145100"/>
          </a:xfrm>
          <a:prstGeom prst="rect">
            <a:avLst/>
          </a:prstGeom>
        </p:spPr>
        <p:txBody>
          <a:bodyPr spcFirstLastPara="1" wrap="square" lIns="91425" tIns="182875" rIns="182875" bIns="91425" anchor="t" anchorCtr="0">
            <a:noAutofit/>
          </a:bodyPr>
          <a:lstStyle>
            <a:lvl1pPr marL="457200" lvl="0" indent="-285750">
              <a:lnSpc>
                <a:spcPct val="115000"/>
              </a:lnSpc>
              <a:spcBef>
                <a:spcPts val="0"/>
              </a:spcBef>
              <a:spcAft>
                <a:spcPts val="0"/>
              </a:spcAft>
              <a:buClr>
                <a:schemeClr val="dk1"/>
              </a:buClr>
              <a:buSzPts val="900"/>
              <a:buFont typeface="Nunito Sans"/>
              <a:buChar char="●"/>
              <a:defRPr sz="900"/>
            </a:lvl1pPr>
            <a:lvl2pPr marL="914400" lvl="1" indent="-285750">
              <a:lnSpc>
                <a:spcPct val="115000"/>
              </a:lnSpc>
              <a:spcBef>
                <a:spcPts val="0"/>
              </a:spcBef>
              <a:spcAft>
                <a:spcPts val="0"/>
              </a:spcAft>
              <a:buClr>
                <a:schemeClr val="dk1"/>
              </a:buClr>
              <a:buSzPts val="900"/>
              <a:buFont typeface="Nunito Sans"/>
              <a:buChar char="○"/>
              <a:defRPr sz="900"/>
            </a:lvl2pPr>
            <a:lvl3pPr marL="1371600" lvl="2" indent="-285750">
              <a:lnSpc>
                <a:spcPct val="115000"/>
              </a:lnSpc>
              <a:spcBef>
                <a:spcPts val="0"/>
              </a:spcBef>
              <a:spcAft>
                <a:spcPts val="0"/>
              </a:spcAft>
              <a:buClr>
                <a:schemeClr val="dk1"/>
              </a:buClr>
              <a:buSzPts val="900"/>
              <a:buFont typeface="Nunito Sans"/>
              <a:buChar char="■"/>
              <a:defRPr sz="900"/>
            </a:lvl3pPr>
            <a:lvl4pPr marL="1828800" lvl="3" indent="-285750">
              <a:lnSpc>
                <a:spcPct val="115000"/>
              </a:lnSpc>
              <a:spcBef>
                <a:spcPts val="0"/>
              </a:spcBef>
              <a:spcAft>
                <a:spcPts val="0"/>
              </a:spcAft>
              <a:buClr>
                <a:schemeClr val="dk1"/>
              </a:buClr>
              <a:buSzPts val="900"/>
              <a:buFont typeface="Nunito Sans"/>
              <a:buChar char="●"/>
              <a:defRPr sz="900"/>
            </a:lvl4pPr>
            <a:lvl5pPr marL="2286000" lvl="4" indent="-285750">
              <a:lnSpc>
                <a:spcPct val="115000"/>
              </a:lnSpc>
              <a:spcBef>
                <a:spcPts val="0"/>
              </a:spcBef>
              <a:spcAft>
                <a:spcPts val="0"/>
              </a:spcAft>
              <a:buClr>
                <a:schemeClr val="dk1"/>
              </a:buClr>
              <a:buSzPts val="900"/>
              <a:buFont typeface="Nunito Sans"/>
              <a:buChar char="○"/>
              <a:defRPr sz="900"/>
            </a:lvl5pPr>
            <a:lvl6pPr marL="2743200" lvl="5" indent="-285750">
              <a:lnSpc>
                <a:spcPct val="115000"/>
              </a:lnSpc>
              <a:spcBef>
                <a:spcPts val="0"/>
              </a:spcBef>
              <a:spcAft>
                <a:spcPts val="0"/>
              </a:spcAft>
              <a:buClr>
                <a:schemeClr val="dk1"/>
              </a:buClr>
              <a:buSzPts val="900"/>
              <a:buFont typeface="Nunito Sans"/>
              <a:buChar char="■"/>
              <a:defRPr sz="900"/>
            </a:lvl6pPr>
            <a:lvl7pPr marL="3200400" lvl="6" indent="-285750">
              <a:lnSpc>
                <a:spcPct val="115000"/>
              </a:lnSpc>
              <a:spcBef>
                <a:spcPts val="0"/>
              </a:spcBef>
              <a:spcAft>
                <a:spcPts val="0"/>
              </a:spcAft>
              <a:buClr>
                <a:schemeClr val="dk1"/>
              </a:buClr>
              <a:buSzPts val="900"/>
              <a:buFont typeface="Nunito Sans"/>
              <a:buChar char="●"/>
              <a:defRPr sz="900"/>
            </a:lvl7pPr>
            <a:lvl8pPr marL="3657600" lvl="7" indent="-285750">
              <a:lnSpc>
                <a:spcPct val="115000"/>
              </a:lnSpc>
              <a:spcBef>
                <a:spcPts val="0"/>
              </a:spcBef>
              <a:spcAft>
                <a:spcPts val="0"/>
              </a:spcAft>
              <a:buClr>
                <a:schemeClr val="dk1"/>
              </a:buClr>
              <a:buSzPts val="900"/>
              <a:buFont typeface="Nunito Sans"/>
              <a:buChar char="○"/>
              <a:defRPr sz="900"/>
            </a:lvl8pPr>
            <a:lvl9pPr marL="4114800" lvl="8" indent="-285750">
              <a:lnSpc>
                <a:spcPct val="115000"/>
              </a:lnSpc>
              <a:spcBef>
                <a:spcPts val="0"/>
              </a:spcBef>
              <a:spcAft>
                <a:spcPts val="0"/>
              </a:spcAft>
              <a:buClr>
                <a:schemeClr val="dk1"/>
              </a:buClr>
              <a:buSzPts val="900"/>
              <a:buFont typeface="Nunito Sans"/>
              <a:buChar char="■"/>
              <a:defRPr sz="900"/>
            </a:lvl9pPr>
          </a:lstStyle>
          <a:p>
            <a:endParaRPr/>
          </a:p>
        </p:txBody>
      </p:sp>
      <p:sp>
        <p:nvSpPr>
          <p:cNvPr id="716" name="Google Shape;716;p72"/>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717" name="Google Shape;717;p72"/>
          <p:cNvSpPr txBox="1">
            <a:spLocks noGrp="1"/>
          </p:cNvSpPr>
          <p:nvPr>
            <p:ph type="subTitle" idx="14"/>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Next steps">
  <p:cSld name="BLANK_1_1_1_1_1_1_1_1_1_1_1_1_1_1_1_1_1_1_1_1_1_1">
    <p:spTree>
      <p:nvGrpSpPr>
        <p:cNvPr id="1" name="Shape 718"/>
        <p:cNvGrpSpPr/>
        <p:nvPr/>
      </p:nvGrpSpPr>
      <p:grpSpPr>
        <a:xfrm>
          <a:off x="0" y="0"/>
          <a:ext cx="0" cy="0"/>
          <a:chOff x="0" y="0"/>
          <a:chExt cx="0" cy="0"/>
        </a:xfrm>
      </p:grpSpPr>
      <p:sp>
        <p:nvSpPr>
          <p:cNvPr id="719" name="Google Shape;719;p73"/>
          <p:cNvSpPr/>
          <p:nvPr/>
        </p:nvSpPr>
        <p:spPr>
          <a:xfrm rot="5400000">
            <a:off x="-3989996" y="1161600"/>
            <a:ext cx="7978200" cy="7978200"/>
          </a:xfrm>
          <a:prstGeom prst="pie">
            <a:avLst>
              <a:gd name="adj1" fmla="val 10792592"/>
              <a:gd name="adj2" fmla="val 16198514"/>
            </a:avLst>
          </a:prstGeom>
          <a:gradFill>
            <a:gsLst>
              <a:gs pos="0">
                <a:schemeClr val="accent1"/>
              </a:gs>
              <a:gs pos="64000">
                <a:schemeClr val="dk2"/>
              </a:gs>
              <a:gs pos="100000">
                <a:schemeClr val="dk2"/>
              </a:gs>
            </a:gsLst>
            <a:path path="circle">
              <a:fillToRect t="100000" r="100000"/>
            </a:path>
            <a:tileRect l="-100000" b="-10000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Nunito Sans"/>
              <a:ea typeface="Nunito Sans"/>
              <a:cs typeface="Nunito Sans"/>
              <a:sym typeface="Nunito Sans"/>
            </a:endParaRPr>
          </a:p>
        </p:txBody>
      </p:sp>
      <p:pic>
        <p:nvPicPr>
          <p:cNvPr id="720" name="Google Shape;720;p73"/>
          <p:cNvPicPr preferRelativeResize="0"/>
          <p:nvPr/>
        </p:nvPicPr>
        <p:blipFill rotWithShape="1">
          <a:blip r:embed="rId2">
            <a:alphaModFix/>
          </a:blip>
          <a:srcRect l="7339" b="46245"/>
          <a:stretch/>
        </p:blipFill>
        <p:spPr>
          <a:xfrm>
            <a:off x="218592" y="3453125"/>
            <a:ext cx="2926200" cy="1697526"/>
          </a:xfrm>
          <a:prstGeom prst="rect">
            <a:avLst/>
          </a:prstGeom>
          <a:noFill/>
          <a:ln>
            <a:noFill/>
          </a:ln>
        </p:spPr>
      </p:pic>
      <p:sp>
        <p:nvSpPr>
          <p:cNvPr id="721" name="Google Shape;721;p73"/>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722" name="Google Shape;722;p73"/>
          <p:cNvSpPr txBox="1">
            <a:spLocks noGrp="1"/>
          </p:cNvSpPr>
          <p:nvPr>
            <p:ph type="title"/>
          </p:nvPr>
        </p:nvSpPr>
        <p:spPr>
          <a:xfrm>
            <a:off x="228600" y="228589"/>
            <a:ext cx="29262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a:endParaRPr/>
          </a:p>
        </p:txBody>
      </p:sp>
      <p:sp>
        <p:nvSpPr>
          <p:cNvPr id="723" name="Google Shape;723;p73"/>
          <p:cNvSpPr/>
          <p:nvPr/>
        </p:nvSpPr>
        <p:spPr>
          <a:xfrm>
            <a:off x="-4" y="1992734"/>
            <a:ext cx="3736169" cy="3157919"/>
          </a:xfrm>
          <a:custGeom>
            <a:avLst/>
            <a:gdLst/>
            <a:ahLst/>
            <a:cxnLst/>
            <a:rect l="l" t="t" r="r" b="b"/>
            <a:pathLst>
              <a:path w="247921" h="209550" extrusionOk="0">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724" name="Google Shape;724;p73"/>
          <p:cNvSpPr txBox="1">
            <a:spLocks noGrp="1"/>
          </p:cNvSpPr>
          <p:nvPr>
            <p:ph type="body" idx="1"/>
          </p:nvPr>
        </p:nvSpPr>
        <p:spPr>
          <a:xfrm>
            <a:off x="4819600" y="3701256"/>
            <a:ext cx="4095900" cy="5877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dk1"/>
              </a:buClr>
              <a:buSzPts val="1100"/>
              <a:buFont typeface="Nunito Sans"/>
              <a:buChar char="●"/>
              <a:defRPr sz="1100"/>
            </a:lvl1pPr>
            <a:lvl2pPr marL="914400" lvl="1" indent="-298450">
              <a:spcBef>
                <a:spcPts val="0"/>
              </a:spcBef>
              <a:spcAft>
                <a:spcPts val="0"/>
              </a:spcAft>
              <a:buClr>
                <a:schemeClr val="dk1"/>
              </a:buClr>
              <a:buSzPts val="1100"/>
              <a:buFont typeface="Nunito Sans"/>
              <a:buChar char="○"/>
              <a:defRPr sz="1100"/>
            </a:lvl2pPr>
            <a:lvl3pPr marL="1371600" lvl="2" indent="-298450">
              <a:spcBef>
                <a:spcPts val="0"/>
              </a:spcBef>
              <a:spcAft>
                <a:spcPts val="0"/>
              </a:spcAft>
              <a:buClr>
                <a:schemeClr val="dk1"/>
              </a:buClr>
              <a:buSzPts val="1100"/>
              <a:buFont typeface="Nunito Sans"/>
              <a:buChar char="■"/>
              <a:defRPr sz="1100"/>
            </a:lvl3pPr>
            <a:lvl4pPr marL="1828800" lvl="3" indent="-298450">
              <a:spcBef>
                <a:spcPts val="0"/>
              </a:spcBef>
              <a:spcAft>
                <a:spcPts val="0"/>
              </a:spcAft>
              <a:buClr>
                <a:schemeClr val="dk1"/>
              </a:buClr>
              <a:buSzPts val="1100"/>
              <a:buFont typeface="Nunito Sans"/>
              <a:buChar char="●"/>
              <a:defRPr sz="1100"/>
            </a:lvl4pPr>
            <a:lvl5pPr marL="2286000" lvl="4" indent="-298450">
              <a:spcBef>
                <a:spcPts val="0"/>
              </a:spcBef>
              <a:spcAft>
                <a:spcPts val="0"/>
              </a:spcAft>
              <a:buClr>
                <a:schemeClr val="dk1"/>
              </a:buClr>
              <a:buSzPts val="1100"/>
              <a:buFont typeface="Nunito Sans"/>
              <a:buChar char="○"/>
              <a:defRPr sz="1100"/>
            </a:lvl5pPr>
            <a:lvl6pPr marL="2743200" lvl="5" indent="-298450">
              <a:spcBef>
                <a:spcPts val="0"/>
              </a:spcBef>
              <a:spcAft>
                <a:spcPts val="0"/>
              </a:spcAft>
              <a:buClr>
                <a:schemeClr val="dk1"/>
              </a:buClr>
              <a:buSzPts val="1100"/>
              <a:buFont typeface="Nunito Sans"/>
              <a:buChar char="■"/>
              <a:defRPr sz="1100"/>
            </a:lvl6pPr>
            <a:lvl7pPr marL="3200400" lvl="6" indent="-298450">
              <a:spcBef>
                <a:spcPts val="0"/>
              </a:spcBef>
              <a:spcAft>
                <a:spcPts val="0"/>
              </a:spcAft>
              <a:buClr>
                <a:schemeClr val="dk1"/>
              </a:buClr>
              <a:buSzPts val="1100"/>
              <a:buFont typeface="Nunito Sans"/>
              <a:buChar char="●"/>
              <a:defRPr sz="1100"/>
            </a:lvl7pPr>
            <a:lvl8pPr marL="3657600" lvl="7" indent="-298450">
              <a:spcBef>
                <a:spcPts val="0"/>
              </a:spcBef>
              <a:spcAft>
                <a:spcPts val="0"/>
              </a:spcAft>
              <a:buClr>
                <a:schemeClr val="dk1"/>
              </a:buClr>
              <a:buSzPts val="1100"/>
              <a:buFont typeface="Nunito Sans"/>
              <a:buChar char="○"/>
              <a:defRPr sz="1100"/>
            </a:lvl8pPr>
            <a:lvl9pPr marL="4114800" lvl="8" indent="-298450">
              <a:spcBef>
                <a:spcPts val="0"/>
              </a:spcBef>
              <a:spcAft>
                <a:spcPts val="0"/>
              </a:spcAft>
              <a:buClr>
                <a:schemeClr val="dk1"/>
              </a:buClr>
              <a:buSzPts val="1100"/>
              <a:buFont typeface="Nunito Sans"/>
              <a:buChar char="■"/>
              <a:defRPr sz="1100"/>
            </a:lvl9pPr>
          </a:lstStyle>
          <a:p>
            <a:endParaRPr/>
          </a:p>
        </p:txBody>
      </p:sp>
      <p:sp>
        <p:nvSpPr>
          <p:cNvPr id="725" name="Google Shape;725;p73"/>
          <p:cNvSpPr txBox="1">
            <a:spLocks noGrp="1"/>
          </p:cNvSpPr>
          <p:nvPr>
            <p:ph type="body" idx="2"/>
          </p:nvPr>
        </p:nvSpPr>
        <p:spPr>
          <a:xfrm>
            <a:off x="4819600" y="2342406"/>
            <a:ext cx="4095900" cy="587700"/>
          </a:xfrm>
          <a:prstGeom prst="rect">
            <a:avLst/>
          </a:prstGeom>
        </p:spPr>
        <p:txBody>
          <a:bodyPr spcFirstLastPara="1" wrap="square" lIns="91425" tIns="91425" rIns="91425" bIns="91425" anchor="t" anchorCtr="0">
            <a:noAutofit/>
          </a:bodyPr>
          <a:lstStyle>
            <a:lvl1pPr marL="457200" lvl="0" indent="-298450">
              <a:lnSpc>
                <a:spcPct val="115000"/>
              </a:lnSpc>
              <a:spcBef>
                <a:spcPts val="0"/>
              </a:spcBef>
              <a:spcAft>
                <a:spcPts val="0"/>
              </a:spcAft>
              <a:buClr>
                <a:schemeClr val="dk1"/>
              </a:buClr>
              <a:buSzPts val="1100"/>
              <a:buFont typeface="Nunito Sans"/>
              <a:buChar char="●"/>
              <a:defRPr sz="1100"/>
            </a:lvl1pPr>
            <a:lvl2pPr marL="914400" lvl="1" indent="-298450">
              <a:lnSpc>
                <a:spcPct val="115000"/>
              </a:lnSpc>
              <a:spcBef>
                <a:spcPts val="0"/>
              </a:spcBef>
              <a:spcAft>
                <a:spcPts val="0"/>
              </a:spcAft>
              <a:buClr>
                <a:schemeClr val="dk1"/>
              </a:buClr>
              <a:buSzPts val="1100"/>
              <a:buFont typeface="Nunito Sans"/>
              <a:buChar char="○"/>
              <a:defRPr sz="1100"/>
            </a:lvl2pPr>
            <a:lvl3pPr marL="1371600" lvl="2" indent="-298450">
              <a:lnSpc>
                <a:spcPct val="115000"/>
              </a:lnSpc>
              <a:spcBef>
                <a:spcPts val="0"/>
              </a:spcBef>
              <a:spcAft>
                <a:spcPts val="0"/>
              </a:spcAft>
              <a:buClr>
                <a:schemeClr val="dk1"/>
              </a:buClr>
              <a:buSzPts val="1100"/>
              <a:buFont typeface="Nunito Sans"/>
              <a:buChar char="■"/>
              <a:defRPr sz="1100"/>
            </a:lvl3pPr>
            <a:lvl4pPr marL="1828800" lvl="3" indent="-298450">
              <a:lnSpc>
                <a:spcPct val="115000"/>
              </a:lnSpc>
              <a:spcBef>
                <a:spcPts val="0"/>
              </a:spcBef>
              <a:spcAft>
                <a:spcPts val="0"/>
              </a:spcAft>
              <a:buClr>
                <a:schemeClr val="dk1"/>
              </a:buClr>
              <a:buSzPts val="1100"/>
              <a:buFont typeface="Nunito Sans"/>
              <a:buChar char="●"/>
              <a:defRPr sz="1100"/>
            </a:lvl4pPr>
            <a:lvl5pPr marL="2286000" lvl="4" indent="-298450">
              <a:lnSpc>
                <a:spcPct val="115000"/>
              </a:lnSpc>
              <a:spcBef>
                <a:spcPts val="0"/>
              </a:spcBef>
              <a:spcAft>
                <a:spcPts val="0"/>
              </a:spcAft>
              <a:buClr>
                <a:schemeClr val="dk1"/>
              </a:buClr>
              <a:buSzPts val="1100"/>
              <a:buFont typeface="Nunito Sans"/>
              <a:buChar char="○"/>
              <a:defRPr sz="1100"/>
            </a:lvl5pPr>
            <a:lvl6pPr marL="2743200" lvl="5" indent="-298450">
              <a:lnSpc>
                <a:spcPct val="115000"/>
              </a:lnSpc>
              <a:spcBef>
                <a:spcPts val="0"/>
              </a:spcBef>
              <a:spcAft>
                <a:spcPts val="0"/>
              </a:spcAft>
              <a:buClr>
                <a:schemeClr val="dk1"/>
              </a:buClr>
              <a:buSzPts val="1100"/>
              <a:buFont typeface="Nunito Sans"/>
              <a:buChar char="■"/>
              <a:defRPr sz="1100"/>
            </a:lvl6pPr>
            <a:lvl7pPr marL="3200400" lvl="6" indent="-298450">
              <a:lnSpc>
                <a:spcPct val="115000"/>
              </a:lnSpc>
              <a:spcBef>
                <a:spcPts val="0"/>
              </a:spcBef>
              <a:spcAft>
                <a:spcPts val="0"/>
              </a:spcAft>
              <a:buClr>
                <a:schemeClr val="dk1"/>
              </a:buClr>
              <a:buSzPts val="1100"/>
              <a:buFont typeface="Nunito Sans"/>
              <a:buChar char="●"/>
              <a:defRPr sz="1100"/>
            </a:lvl7pPr>
            <a:lvl8pPr marL="3657600" lvl="7" indent="-298450">
              <a:lnSpc>
                <a:spcPct val="115000"/>
              </a:lnSpc>
              <a:spcBef>
                <a:spcPts val="0"/>
              </a:spcBef>
              <a:spcAft>
                <a:spcPts val="0"/>
              </a:spcAft>
              <a:buClr>
                <a:schemeClr val="dk1"/>
              </a:buClr>
              <a:buSzPts val="1100"/>
              <a:buFont typeface="Nunito Sans"/>
              <a:buChar char="○"/>
              <a:defRPr sz="1100"/>
            </a:lvl8pPr>
            <a:lvl9pPr marL="4114800" lvl="8" indent="-298450">
              <a:lnSpc>
                <a:spcPct val="115000"/>
              </a:lnSpc>
              <a:spcBef>
                <a:spcPts val="0"/>
              </a:spcBef>
              <a:spcAft>
                <a:spcPts val="0"/>
              </a:spcAft>
              <a:buClr>
                <a:schemeClr val="dk1"/>
              </a:buClr>
              <a:buSzPts val="1100"/>
              <a:buFont typeface="Nunito Sans"/>
              <a:buChar char="■"/>
              <a:defRPr sz="1100"/>
            </a:lvl9pPr>
          </a:lstStyle>
          <a:p>
            <a:endParaRPr/>
          </a:p>
        </p:txBody>
      </p:sp>
      <p:sp>
        <p:nvSpPr>
          <p:cNvPr id="726" name="Google Shape;726;p73"/>
          <p:cNvSpPr txBox="1">
            <a:spLocks noGrp="1"/>
          </p:cNvSpPr>
          <p:nvPr>
            <p:ph type="body" idx="3"/>
          </p:nvPr>
        </p:nvSpPr>
        <p:spPr>
          <a:xfrm>
            <a:off x="4819600" y="983556"/>
            <a:ext cx="4095900" cy="587700"/>
          </a:xfrm>
          <a:prstGeom prst="rect">
            <a:avLst/>
          </a:prstGeom>
        </p:spPr>
        <p:txBody>
          <a:bodyPr spcFirstLastPara="1" wrap="square" lIns="91425" tIns="91425" rIns="91425" bIns="91425" anchor="t" anchorCtr="0">
            <a:noAutofit/>
          </a:bodyPr>
          <a:lstStyle>
            <a:lvl1pPr marL="457200" lvl="0" indent="-298450">
              <a:lnSpc>
                <a:spcPct val="115000"/>
              </a:lnSpc>
              <a:spcBef>
                <a:spcPts val="0"/>
              </a:spcBef>
              <a:spcAft>
                <a:spcPts val="0"/>
              </a:spcAft>
              <a:buClr>
                <a:schemeClr val="dk1"/>
              </a:buClr>
              <a:buSzPts val="1100"/>
              <a:buFont typeface="Nunito Sans"/>
              <a:buChar char="●"/>
              <a:defRPr sz="1100"/>
            </a:lvl1pPr>
            <a:lvl2pPr marL="914400" lvl="1" indent="-298450">
              <a:lnSpc>
                <a:spcPct val="115000"/>
              </a:lnSpc>
              <a:spcBef>
                <a:spcPts val="0"/>
              </a:spcBef>
              <a:spcAft>
                <a:spcPts val="0"/>
              </a:spcAft>
              <a:buClr>
                <a:schemeClr val="dk1"/>
              </a:buClr>
              <a:buSzPts val="1100"/>
              <a:buFont typeface="Nunito Sans"/>
              <a:buChar char="○"/>
              <a:defRPr sz="1100"/>
            </a:lvl2pPr>
            <a:lvl3pPr marL="1371600" lvl="2" indent="-298450">
              <a:lnSpc>
                <a:spcPct val="115000"/>
              </a:lnSpc>
              <a:spcBef>
                <a:spcPts val="0"/>
              </a:spcBef>
              <a:spcAft>
                <a:spcPts val="0"/>
              </a:spcAft>
              <a:buClr>
                <a:schemeClr val="dk1"/>
              </a:buClr>
              <a:buSzPts val="1100"/>
              <a:buFont typeface="Nunito Sans"/>
              <a:buChar char="■"/>
              <a:defRPr sz="1100"/>
            </a:lvl3pPr>
            <a:lvl4pPr marL="1828800" lvl="3" indent="-298450">
              <a:lnSpc>
                <a:spcPct val="115000"/>
              </a:lnSpc>
              <a:spcBef>
                <a:spcPts val="0"/>
              </a:spcBef>
              <a:spcAft>
                <a:spcPts val="0"/>
              </a:spcAft>
              <a:buClr>
                <a:schemeClr val="dk1"/>
              </a:buClr>
              <a:buSzPts val="1100"/>
              <a:buFont typeface="Nunito Sans"/>
              <a:buChar char="●"/>
              <a:defRPr sz="1100"/>
            </a:lvl4pPr>
            <a:lvl5pPr marL="2286000" lvl="4" indent="-298450">
              <a:lnSpc>
                <a:spcPct val="115000"/>
              </a:lnSpc>
              <a:spcBef>
                <a:spcPts val="0"/>
              </a:spcBef>
              <a:spcAft>
                <a:spcPts val="0"/>
              </a:spcAft>
              <a:buClr>
                <a:schemeClr val="dk1"/>
              </a:buClr>
              <a:buSzPts val="1100"/>
              <a:buFont typeface="Nunito Sans"/>
              <a:buChar char="○"/>
              <a:defRPr sz="1100"/>
            </a:lvl5pPr>
            <a:lvl6pPr marL="2743200" lvl="5" indent="-298450">
              <a:lnSpc>
                <a:spcPct val="115000"/>
              </a:lnSpc>
              <a:spcBef>
                <a:spcPts val="0"/>
              </a:spcBef>
              <a:spcAft>
                <a:spcPts val="0"/>
              </a:spcAft>
              <a:buClr>
                <a:schemeClr val="dk1"/>
              </a:buClr>
              <a:buSzPts val="1100"/>
              <a:buFont typeface="Nunito Sans"/>
              <a:buChar char="■"/>
              <a:defRPr sz="1100"/>
            </a:lvl6pPr>
            <a:lvl7pPr marL="3200400" lvl="6" indent="-298450">
              <a:lnSpc>
                <a:spcPct val="115000"/>
              </a:lnSpc>
              <a:spcBef>
                <a:spcPts val="0"/>
              </a:spcBef>
              <a:spcAft>
                <a:spcPts val="0"/>
              </a:spcAft>
              <a:buClr>
                <a:schemeClr val="dk1"/>
              </a:buClr>
              <a:buSzPts val="1100"/>
              <a:buFont typeface="Nunito Sans"/>
              <a:buChar char="●"/>
              <a:defRPr sz="1100"/>
            </a:lvl7pPr>
            <a:lvl8pPr marL="3657600" lvl="7" indent="-298450">
              <a:lnSpc>
                <a:spcPct val="115000"/>
              </a:lnSpc>
              <a:spcBef>
                <a:spcPts val="0"/>
              </a:spcBef>
              <a:spcAft>
                <a:spcPts val="0"/>
              </a:spcAft>
              <a:buClr>
                <a:schemeClr val="dk1"/>
              </a:buClr>
              <a:buSzPts val="1100"/>
              <a:buFont typeface="Nunito Sans"/>
              <a:buChar char="○"/>
              <a:defRPr sz="1100"/>
            </a:lvl8pPr>
            <a:lvl9pPr marL="4114800" lvl="8" indent="-298450">
              <a:lnSpc>
                <a:spcPct val="115000"/>
              </a:lnSpc>
              <a:spcBef>
                <a:spcPts val="0"/>
              </a:spcBef>
              <a:spcAft>
                <a:spcPts val="0"/>
              </a:spcAft>
              <a:buClr>
                <a:schemeClr val="dk1"/>
              </a:buClr>
              <a:buSzPts val="1100"/>
              <a:buFont typeface="Nunito Sans"/>
              <a:buChar char="■"/>
              <a:defRPr sz="1100"/>
            </a:lvl9pPr>
          </a:lstStyle>
          <a:p>
            <a:endParaRPr/>
          </a:p>
        </p:txBody>
      </p:sp>
      <p:sp>
        <p:nvSpPr>
          <p:cNvPr id="727" name="Google Shape;727;p73"/>
          <p:cNvSpPr txBox="1">
            <a:spLocks noGrp="1"/>
          </p:cNvSpPr>
          <p:nvPr>
            <p:ph type="subTitle" idx="4"/>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hank You Slide">
  <p:cSld name="BLANK_1_1_1_1_1_1_2">
    <p:bg>
      <p:bgPr>
        <a:solidFill>
          <a:schemeClr val="accent1"/>
        </a:solidFill>
        <a:effectLst/>
      </p:bgPr>
    </p:bg>
    <p:spTree>
      <p:nvGrpSpPr>
        <p:cNvPr id="1" name="Shape 728"/>
        <p:cNvGrpSpPr/>
        <p:nvPr/>
      </p:nvGrpSpPr>
      <p:grpSpPr>
        <a:xfrm>
          <a:off x="0" y="0"/>
          <a:ext cx="0" cy="0"/>
          <a:chOff x="0" y="0"/>
          <a:chExt cx="0" cy="0"/>
        </a:xfrm>
      </p:grpSpPr>
      <p:pic>
        <p:nvPicPr>
          <p:cNvPr id="729" name="Google Shape;729;p74"/>
          <p:cNvPicPr preferRelativeResize="0"/>
          <p:nvPr/>
        </p:nvPicPr>
        <p:blipFill rotWithShape="1">
          <a:blip r:embed="rId2">
            <a:alphaModFix/>
          </a:blip>
          <a:srcRect t="51307" r="54483"/>
          <a:stretch/>
        </p:blipFill>
        <p:spPr>
          <a:xfrm rot="10800000" flipH="1">
            <a:off x="6802800" y="2639053"/>
            <a:ext cx="2341200" cy="2504451"/>
          </a:xfrm>
          <a:prstGeom prst="rect">
            <a:avLst/>
          </a:prstGeom>
          <a:noFill/>
          <a:ln>
            <a:noFill/>
          </a:ln>
        </p:spPr>
      </p:pic>
      <p:sp>
        <p:nvSpPr>
          <p:cNvPr id="730" name="Google Shape;730;p74"/>
          <p:cNvSpPr txBox="1"/>
          <p:nvPr/>
        </p:nvSpPr>
        <p:spPr>
          <a:xfrm>
            <a:off x="6720300" y="4800275"/>
            <a:ext cx="2195100" cy="2925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731" name="Google Shape;731;p74"/>
          <p:cNvSpPr txBox="1">
            <a:spLocks noGrp="1"/>
          </p:cNvSpPr>
          <p:nvPr>
            <p:ph type="title"/>
          </p:nvPr>
        </p:nvSpPr>
        <p:spPr>
          <a:xfrm>
            <a:off x="1230200" y="1930281"/>
            <a:ext cx="6683700" cy="1726500"/>
          </a:xfrm>
          <a:prstGeom prst="rect">
            <a:avLst/>
          </a:prstGeom>
        </p:spPr>
        <p:txBody>
          <a:bodyPr spcFirstLastPara="1" wrap="square" lIns="91425" tIns="91425" rIns="91425" bIns="91425" anchor="t" anchorCtr="0">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a:endParaRPr/>
          </a:p>
        </p:txBody>
      </p:sp>
      <p:sp>
        <p:nvSpPr>
          <p:cNvPr id="732" name="Google Shape;732;p74"/>
          <p:cNvSpPr txBox="1">
            <a:spLocks noGrp="1"/>
          </p:cNvSpPr>
          <p:nvPr>
            <p:ph type="subTitle" idx="1"/>
          </p:nvPr>
        </p:nvSpPr>
        <p:spPr>
          <a:xfrm>
            <a:off x="2398650" y="3194700"/>
            <a:ext cx="4346700" cy="4527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a:endParaRPr/>
          </a:p>
        </p:txBody>
      </p:sp>
      <p:sp>
        <p:nvSpPr>
          <p:cNvPr id="733" name="Google Shape;733;p74"/>
          <p:cNvSpPr/>
          <p:nvPr/>
        </p:nvSpPr>
        <p:spPr>
          <a:xfrm flipH="1">
            <a:off x="11" y="148752"/>
            <a:ext cx="1377568" cy="2421760"/>
          </a:xfrm>
          <a:custGeom>
            <a:avLst/>
            <a:gdLst/>
            <a:ahLst/>
            <a:cxnLst/>
            <a:rect l="l" t="t" r="r" b="b"/>
            <a:pathLst>
              <a:path w="43049" h="75680" extrusionOk="0">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Nunito Sans"/>
              <a:ea typeface="Nunito Sans"/>
              <a:cs typeface="Nunito Sans"/>
              <a:sym typeface="Nunito Sans"/>
            </a:endParaRPr>
          </a:p>
        </p:txBody>
      </p:sp>
      <p:sp>
        <p:nvSpPr>
          <p:cNvPr id="734" name="Google Shape;734;p74"/>
          <p:cNvSpPr txBox="1">
            <a:spLocks noGrp="1"/>
          </p:cNvSpPr>
          <p:nvPr>
            <p:ph type="body" idx="2"/>
          </p:nvPr>
        </p:nvSpPr>
        <p:spPr>
          <a:xfrm>
            <a:off x="3447988" y="3693650"/>
            <a:ext cx="2247900" cy="400200"/>
          </a:xfrm>
          <a:prstGeom prst="rect">
            <a:avLst/>
          </a:prstGeom>
        </p:spPr>
        <p:txBody>
          <a:bodyPr spcFirstLastPara="1" wrap="square" lIns="91425" tIns="91425" rIns="91425" bIns="91425" anchor="t" anchorCtr="0">
            <a:noAutofit/>
          </a:bodyPr>
          <a:lstStyle>
            <a:lvl1pPr marL="457200" lvl="0" indent="-292100" algn="ctr">
              <a:spcBef>
                <a:spcPts val="0"/>
              </a:spcBef>
              <a:spcAft>
                <a:spcPts val="0"/>
              </a:spcAft>
              <a:buClr>
                <a:schemeClr val="dk2"/>
              </a:buClr>
              <a:buSzPts val="1000"/>
              <a:buFont typeface="Nunito Sans"/>
              <a:buChar char="●"/>
              <a:defRPr sz="1000">
                <a:solidFill>
                  <a:schemeClr val="dk2"/>
                </a:solidFill>
              </a:defRPr>
            </a:lvl1pPr>
            <a:lvl2pPr marL="914400" lvl="1" indent="-292100" algn="ctr">
              <a:spcBef>
                <a:spcPts val="0"/>
              </a:spcBef>
              <a:spcAft>
                <a:spcPts val="0"/>
              </a:spcAft>
              <a:buClr>
                <a:schemeClr val="dk2"/>
              </a:buClr>
              <a:buSzPts val="1000"/>
              <a:buFont typeface="Nunito Sans"/>
              <a:buChar char="○"/>
              <a:defRPr sz="1000">
                <a:solidFill>
                  <a:schemeClr val="dk2"/>
                </a:solidFill>
              </a:defRPr>
            </a:lvl2pPr>
            <a:lvl3pPr marL="1371600" lvl="2" indent="-292100" algn="ctr">
              <a:spcBef>
                <a:spcPts val="0"/>
              </a:spcBef>
              <a:spcAft>
                <a:spcPts val="0"/>
              </a:spcAft>
              <a:buClr>
                <a:schemeClr val="dk2"/>
              </a:buClr>
              <a:buSzPts val="1000"/>
              <a:buFont typeface="Nunito Sans"/>
              <a:buChar char="■"/>
              <a:defRPr sz="1000">
                <a:solidFill>
                  <a:schemeClr val="dk2"/>
                </a:solidFill>
              </a:defRPr>
            </a:lvl3pPr>
            <a:lvl4pPr marL="1828800" lvl="3" indent="-292100" algn="ctr">
              <a:spcBef>
                <a:spcPts val="0"/>
              </a:spcBef>
              <a:spcAft>
                <a:spcPts val="0"/>
              </a:spcAft>
              <a:buClr>
                <a:schemeClr val="dk2"/>
              </a:buClr>
              <a:buSzPts val="1000"/>
              <a:buFont typeface="Nunito Sans"/>
              <a:buChar char="●"/>
              <a:defRPr sz="1000">
                <a:solidFill>
                  <a:schemeClr val="dk2"/>
                </a:solidFill>
              </a:defRPr>
            </a:lvl4pPr>
            <a:lvl5pPr marL="2286000" lvl="4" indent="-292100" algn="ctr">
              <a:spcBef>
                <a:spcPts val="0"/>
              </a:spcBef>
              <a:spcAft>
                <a:spcPts val="0"/>
              </a:spcAft>
              <a:buClr>
                <a:schemeClr val="dk2"/>
              </a:buClr>
              <a:buSzPts val="1000"/>
              <a:buFont typeface="Nunito Sans"/>
              <a:buChar char="○"/>
              <a:defRPr sz="1000">
                <a:solidFill>
                  <a:schemeClr val="dk2"/>
                </a:solidFill>
              </a:defRPr>
            </a:lvl5pPr>
            <a:lvl6pPr marL="2743200" lvl="5" indent="-292100" algn="ctr">
              <a:spcBef>
                <a:spcPts val="0"/>
              </a:spcBef>
              <a:spcAft>
                <a:spcPts val="0"/>
              </a:spcAft>
              <a:buClr>
                <a:schemeClr val="dk2"/>
              </a:buClr>
              <a:buSzPts val="1000"/>
              <a:buFont typeface="Nunito Sans"/>
              <a:buChar char="■"/>
              <a:defRPr sz="1000">
                <a:solidFill>
                  <a:schemeClr val="dk2"/>
                </a:solidFill>
              </a:defRPr>
            </a:lvl6pPr>
            <a:lvl7pPr marL="3200400" lvl="6" indent="-292100" algn="ctr">
              <a:spcBef>
                <a:spcPts val="0"/>
              </a:spcBef>
              <a:spcAft>
                <a:spcPts val="0"/>
              </a:spcAft>
              <a:buClr>
                <a:schemeClr val="dk2"/>
              </a:buClr>
              <a:buSzPts val="1000"/>
              <a:buFont typeface="Nunito Sans"/>
              <a:buChar char="●"/>
              <a:defRPr sz="1000">
                <a:solidFill>
                  <a:schemeClr val="dk2"/>
                </a:solidFill>
              </a:defRPr>
            </a:lvl7pPr>
            <a:lvl8pPr marL="3657600" lvl="7" indent="-292100" algn="ctr">
              <a:spcBef>
                <a:spcPts val="0"/>
              </a:spcBef>
              <a:spcAft>
                <a:spcPts val="0"/>
              </a:spcAft>
              <a:buClr>
                <a:schemeClr val="dk2"/>
              </a:buClr>
              <a:buSzPts val="1000"/>
              <a:buFont typeface="Nunito Sans"/>
              <a:buChar char="○"/>
              <a:defRPr sz="1000">
                <a:solidFill>
                  <a:schemeClr val="dk2"/>
                </a:solidFill>
              </a:defRPr>
            </a:lvl8pPr>
            <a:lvl9pPr marL="4114800" lvl="8" indent="-292100" algn="ctr">
              <a:spcBef>
                <a:spcPts val="0"/>
              </a:spcBef>
              <a:spcAft>
                <a:spcPts val="0"/>
              </a:spcAft>
              <a:buClr>
                <a:schemeClr val="dk2"/>
              </a:buClr>
              <a:buSzPts val="1000"/>
              <a:buFont typeface="Nunito Sans"/>
              <a:buChar char="■"/>
              <a:defRPr sz="1000">
                <a:solidFill>
                  <a:schemeClr val="dk2"/>
                </a:solidFill>
              </a:defRPr>
            </a:lvl9pPr>
          </a:lstStyle>
          <a:p>
            <a:endParaRPr/>
          </a:p>
        </p:txBody>
      </p:sp>
      <p:sp>
        <p:nvSpPr>
          <p:cNvPr id="735" name="Google Shape;735;p74"/>
          <p:cNvSpPr txBox="1">
            <a:spLocks noGrp="1"/>
          </p:cNvSpPr>
          <p:nvPr>
            <p:ph type="subTitle" idx="3"/>
          </p:nvPr>
        </p:nvSpPr>
        <p:spPr>
          <a:xfrm>
            <a:off x="228600" y="4800275"/>
            <a:ext cx="1115700" cy="311400"/>
          </a:xfrm>
          <a:prstGeom prst="rect">
            <a:avLst/>
          </a:prstGeom>
        </p:spPr>
        <p:txBody>
          <a:bodyPr spcFirstLastPara="1" wrap="square" lIns="91425" tIns="91425" rIns="91425" bIns="91425" anchor="t" anchorCtr="0">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736"/>
        <p:cNvGrpSpPr/>
        <p:nvPr/>
      </p:nvGrpSpPr>
      <p:grpSpPr>
        <a:xfrm>
          <a:off x="0" y="0"/>
          <a:ext cx="0" cy="0"/>
          <a:chOff x="0" y="0"/>
          <a:chExt cx="0" cy="0"/>
        </a:xfrm>
      </p:grpSpPr>
      <p:sp>
        <p:nvSpPr>
          <p:cNvPr id="737" name="Google Shape;737;p7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738"/>
        <p:cNvGrpSpPr/>
        <p:nvPr/>
      </p:nvGrpSpPr>
      <p:grpSpPr>
        <a:xfrm>
          <a:off x="0" y="0"/>
          <a:ext cx="0" cy="0"/>
          <a:chOff x="0" y="0"/>
          <a:chExt cx="0" cy="0"/>
        </a:xfrm>
      </p:grpSpPr>
      <p:sp>
        <p:nvSpPr>
          <p:cNvPr id="739" name="Google Shape;739;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740" name="Google Shape;740;p7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741"/>
        <p:cNvGrpSpPr/>
        <p:nvPr/>
      </p:nvGrpSpPr>
      <p:grpSpPr>
        <a:xfrm>
          <a:off x="0" y="0"/>
          <a:ext cx="0" cy="0"/>
          <a:chOff x="0" y="0"/>
          <a:chExt cx="0" cy="0"/>
        </a:xfrm>
      </p:grpSpPr>
      <p:sp>
        <p:nvSpPr>
          <p:cNvPr id="742" name="Google Shape;742;p7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743" name="Google Shape;743;p7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44" name="Google Shape;744;p7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745"/>
        <p:cNvGrpSpPr/>
        <p:nvPr/>
      </p:nvGrpSpPr>
      <p:grpSpPr>
        <a:xfrm>
          <a:off x="0" y="0"/>
          <a:ext cx="0" cy="0"/>
          <a:chOff x="0" y="0"/>
          <a:chExt cx="0" cy="0"/>
        </a:xfrm>
      </p:grpSpPr>
      <p:sp>
        <p:nvSpPr>
          <p:cNvPr id="746" name="Google Shape;746;p7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747"/>
        <p:cNvGrpSpPr/>
        <p:nvPr/>
      </p:nvGrpSpPr>
      <p:grpSpPr>
        <a:xfrm>
          <a:off x="0" y="0"/>
          <a:ext cx="0" cy="0"/>
          <a:chOff x="0" y="0"/>
          <a:chExt cx="0" cy="0"/>
        </a:xfrm>
      </p:grpSpPr>
      <p:sp>
        <p:nvSpPr>
          <p:cNvPr id="748" name="Google Shape;748;p7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a:endParaRPr/>
          </a:p>
        </p:txBody>
      </p:sp>
      <p:sp>
        <p:nvSpPr>
          <p:cNvPr id="749" name="Google Shape;749;p7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750"/>
        <p:cNvGrpSpPr/>
        <p:nvPr/>
      </p:nvGrpSpPr>
      <p:grpSpPr>
        <a:xfrm>
          <a:off x="0" y="0"/>
          <a:ext cx="0" cy="0"/>
          <a:chOff x="0" y="0"/>
          <a:chExt cx="0" cy="0"/>
        </a:xfrm>
      </p:grpSpPr>
      <p:sp>
        <p:nvSpPr>
          <p:cNvPr id="751" name="Google Shape;751;p8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a:endParaRPr/>
          </a:p>
        </p:txBody>
      </p:sp>
      <p:sp>
        <p:nvSpPr>
          <p:cNvPr id="752" name="Google Shape;752;p8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753" name="Google Shape;753;p8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54"/>
        <p:cNvGrpSpPr/>
        <p:nvPr/>
      </p:nvGrpSpPr>
      <p:grpSpPr>
        <a:xfrm>
          <a:off x="0" y="0"/>
          <a:ext cx="0" cy="0"/>
          <a:chOff x="0" y="0"/>
          <a:chExt cx="0" cy="0"/>
        </a:xfrm>
      </p:grpSpPr>
      <p:sp>
        <p:nvSpPr>
          <p:cNvPr id="755" name="Google Shape;755;p8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756"/>
        <p:cNvGrpSpPr/>
        <p:nvPr/>
      </p:nvGrpSpPr>
      <p:grpSpPr>
        <a:xfrm>
          <a:off x="0" y="0"/>
          <a:ext cx="0" cy="0"/>
          <a:chOff x="0" y="0"/>
          <a:chExt cx="0" cy="0"/>
        </a:xfrm>
      </p:grpSpPr>
      <p:sp>
        <p:nvSpPr>
          <p:cNvPr id="757" name="Google Shape;757;p82"/>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758" name="Google Shape;758;p82"/>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59"/>
        <p:cNvGrpSpPr/>
        <p:nvPr/>
      </p:nvGrpSpPr>
      <p:grpSpPr>
        <a:xfrm>
          <a:off x="0" y="0"/>
          <a:ext cx="0" cy="0"/>
          <a:chOff x="0" y="0"/>
          <a:chExt cx="0" cy="0"/>
        </a:xfrm>
      </p:grpSpPr>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60"/>
        <p:cNvGrpSpPr/>
        <p:nvPr/>
      </p:nvGrpSpPr>
      <p:grpSpPr>
        <a:xfrm>
          <a:off x="0" y="0"/>
          <a:ext cx="0" cy="0"/>
          <a:chOff x="0" y="0"/>
          <a:chExt cx="0" cy="0"/>
        </a:xfrm>
      </p:grpSpPr>
      <p:sp>
        <p:nvSpPr>
          <p:cNvPr id="761" name="Google Shape;761;p84"/>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2" name="Google Shape;762;p84"/>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63" name="Google Shape;763;p84"/>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64" name="Google Shape;764;p84"/>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65" name="Google Shape;765;p84"/>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66" name="Google Shape;766;p84"/>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67" name="Google Shape;767;p84"/>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768"/>
        <p:cNvGrpSpPr/>
        <p:nvPr/>
      </p:nvGrpSpPr>
      <p:grpSpPr>
        <a:xfrm>
          <a:off x="0" y="0"/>
          <a:ext cx="0" cy="0"/>
          <a:chOff x="0" y="0"/>
          <a:chExt cx="0" cy="0"/>
        </a:xfrm>
      </p:grpSpPr>
      <p:sp>
        <p:nvSpPr>
          <p:cNvPr id="769" name="Google Shape;769;p8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770" name="Google Shape;770;p85"/>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771" name="Google Shape;771;p85"/>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772"/>
        <p:cNvGrpSpPr/>
        <p:nvPr/>
      </p:nvGrpSpPr>
      <p:grpSpPr>
        <a:xfrm>
          <a:off x="0" y="0"/>
          <a:ext cx="0" cy="0"/>
          <a:chOff x="0" y="0"/>
          <a:chExt cx="0" cy="0"/>
        </a:xfrm>
      </p:grpSpPr>
      <p:sp>
        <p:nvSpPr>
          <p:cNvPr id="773" name="Google Shape;773;p8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774" name="Google Shape;774;p86"/>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775" name="Google Shape;775;p86"/>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76" name="Google Shape;776;p86"/>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77" name="Google Shape;777;p86"/>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778"/>
        <p:cNvGrpSpPr/>
        <p:nvPr/>
      </p:nvGrpSpPr>
      <p:grpSpPr>
        <a:xfrm>
          <a:off x="0" y="0"/>
          <a:ext cx="0" cy="0"/>
          <a:chOff x="0" y="0"/>
          <a:chExt cx="0" cy="0"/>
        </a:xfrm>
      </p:grpSpPr>
      <p:sp>
        <p:nvSpPr>
          <p:cNvPr id="779" name="Google Shape;779;p87"/>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780" name="Google Shape;780;p87"/>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81" name="Google Shape;781;p87"/>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782" name="Google Shape;782;p87"/>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83" name="Google Shape;783;p87"/>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84" name="Google Shape;784;p87"/>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85" name="Google Shape;785;p87"/>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786"/>
        <p:cNvGrpSpPr/>
        <p:nvPr/>
      </p:nvGrpSpPr>
      <p:grpSpPr>
        <a:xfrm>
          <a:off x="0" y="0"/>
          <a:ext cx="0" cy="0"/>
          <a:chOff x="0" y="0"/>
          <a:chExt cx="0" cy="0"/>
        </a:xfrm>
      </p:grpSpPr>
      <p:sp>
        <p:nvSpPr>
          <p:cNvPr id="787" name="Google Shape;787;p88"/>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788" name="Google Shape;788;p88"/>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89" name="Google Shape;789;p88"/>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90" name="Google Shape;790;p88"/>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91" name="Google Shape;791;p88"/>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792" name="Google Shape;792;p88"/>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93" name="Google Shape;793;p88"/>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94" name="Google Shape;794;p88"/>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795" name="Google Shape;795;p88"/>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796"/>
        <p:cNvGrpSpPr/>
        <p:nvPr/>
      </p:nvGrpSpPr>
      <p:grpSpPr>
        <a:xfrm>
          <a:off x="0" y="0"/>
          <a:ext cx="0" cy="0"/>
          <a:chOff x="0" y="0"/>
          <a:chExt cx="0" cy="0"/>
        </a:xfrm>
      </p:grpSpPr>
      <p:sp>
        <p:nvSpPr>
          <p:cNvPr id="797" name="Google Shape;797;p8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798" name="Google Shape;798;p89"/>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799"/>
        <p:cNvGrpSpPr/>
        <p:nvPr/>
      </p:nvGrpSpPr>
      <p:grpSpPr>
        <a:xfrm>
          <a:off x="0" y="0"/>
          <a:ext cx="0" cy="0"/>
          <a:chOff x="0" y="0"/>
          <a:chExt cx="0" cy="0"/>
        </a:xfrm>
      </p:grpSpPr>
      <p:sp>
        <p:nvSpPr>
          <p:cNvPr id="800" name="Google Shape;800;p90"/>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01" name="Google Shape;801;p90"/>
          <p:cNvSpPr>
            <a:spLocks noGrp="1"/>
          </p:cNvSpPr>
          <p:nvPr>
            <p:ph type="pic" idx="2"/>
          </p:nvPr>
        </p:nvSpPr>
        <p:spPr>
          <a:xfrm>
            <a:off x="4804825" y="1133300"/>
            <a:ext cx="4027500" cy="2392800"/>
          </a:xfrm>
          <a:prstGeom prst="rect">
            <a:avLst/>
          </a:prstGeom>
          <a:noFill/>
          <a:ln>
            <a:noFill/>
          </a:ln>
        </p:spPr>
      </p:sp>
      <p:sp>
        <p:nvSpPr>
          <p:cNvPr id="802" name="Google Shape;802;p90"/>
          <p:cNvSpPr>
            <a:spLocks noGrp="1"/>
          </p:cNvSpPr>
          <p:nvPr>
            <p:ph type="pic" idx="3"/>
          </p:nvPr>
        </p:nvSpPr>
        <p:spPr>
          <a:xfrm>
            <a:off x="311725" y="1133300"/>
            <a:ext cx="4027500" cy="2392800"/>
          </a:xfrm>
          <a:prstGeom prst="rect">
            <a:avLst/>
          </a:prstGeom>
          <a:noFill/>
          <a:ln>
            <a:noFill/>
          </a:ln>
        </p:spPr>
      </p:sp>
      <p:sp>
        <p:nvSpPr>
          <p:cNvPr id="803" name="Google Shape;803;p90"/>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04" name="Google Shape;804;p9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805" name="Google Shape;805;p90"/>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06" name="Google Shape;806;p90"/>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807"/>
        <p:cNvGrpSpPr/>
        <p:nvPr/>
      </p:nvGrpSpPr>
      <p:grpSpPr>
        <a:xfrm>
          <a:off x="0" y="0"/>
          <a:ext cx="0" cy="0"/>
          <a:chOff x="0" y="0"/>
          <a:chExt cx="0" cy="0"/>
        </a:xfrm>
      </p:grpSpPr>
      <p:sp>
        <p:nvSpPr>
          <p:cNvPr id="808" name="Google Shape;808;p91"/>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09" name="Google Shape;809;p91"/>
          <p:cNvSpPr>
            <a:spLocks noGrp="1"/>
          </p:cNvSpPr>
          <p:nvPr>
            <p:ph type="pic" idx="2"/>
          </p:nvPr>
        </p:nvSpPr>
        <p:spPr>
          <a:xfrm>
            <a:off x="6205225" y="1128325"/>
            <a:ext cx="2627100" cy="2273100"/>
          </a:xfrm>
          <a:prstGeom prst="rect">
            <a:avLst/>
          </a:prstGeom>
          <a:noFill/>
          <a:ln>
            <a:noFill/>
          </a:ln>
        </p:spPr>
      </p:sp>
      <p:sp>
        <p:nvSpPr>
          <p:cNvPr id="810" name="Google Shape;810;p91"/>
          <p:cNvSpPr>
            <a:spLocks noGrp="1"/>
          </p:cNvSpPr>
          <p:nvPr>
            <p:ph type="pic" idx="3"/>
          </p:nvPr>
        </p:nvSpPr>
        <p:spPr>
          <a:xfrm>
            <a:off x="311725" y="1128325"/>
            <a:ext cx="2627100" cy="2273100"/>
          </a:xfrm>
          <a:prstGeom prst="rect">
            <a:avLst/>
          </a:prstGeom>
          <a:noFill/>
          <a:ln>
            <a:noFill/>
          </a:ln>
        </p:spPr>
      </p:sp>
      <p:sp>
        <p:nvSpPr>
          <p:cNvPr id="811" name="Google Shape;811;p91"/>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12" name="Google Shape;812;p91"/>
          <p:cNvSpPr>
            <a:spLocks noGrp="1"/>
          </p:cNvSpPr>
          <p:nvPr>
            <p:ph type="pic" idx="5"/>
          </p:nvPr>
        </p:nvSpPr>
        <p:spPr>
          <a:xfrm>
            <a:off x="3255250" y="1128325"/>
            <a:ext cx="2627100" cy="2273100"/>
          </a:xfrm>
          <a:prstGeom prst="rect">
            <a:avLst/>
          </a:prstGeom>
          <a:noFill/>
          <a:ln>
            <a:noFill/>
          </a:ln>
        </p:spPr>
      </p:sp>
      <p:sp>
        <p:nvSpPr>
          <p:cNvPr id="813" name="Google Shape;813;p91"/>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14" name="Google Shape;814;p9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815" name="Google Shape;815;p91"/>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16" name="Google Shape;816;p91"/>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817" name="Google Shape;817;p91"/>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818"/>
        <p:cNvGrpSpPr/>
        <p:nvPr/>
      </p:nvGrpSpPr>
      <p:grpSpPr>
        <a:xfrm>
          <a:off x="0" y="0"/>
          <a:ext cx="0" cy="0"/>
          <a:chOff x="0" y="0"/>
          <a:chExt cx="0" cy="0"/>
        </a:xfrm>
      </p:grpSpPr>
      <p:sp>
        <p:nvSpPr>
          <p:cNvPr id="819" name="Google Shape;819;p92"/>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820"/>
        <p:cNvGrpSpPr/>
        <p:nvPr/>
      </p:nvGrpSpPr>
      <p:grpSpPr>
        <a:xfrm>
          <a:off x="0" y="0"/>
          <a:ext cx="0" cy="0"/>
          <a:chOff x="0" y="0"/>
          <a:chExt cx="0" cy="0"/>
        </a:xfrm>
      </p:grpSpPr>
      <p:sp>
        <p:nvSpPr>
          <p:cNvPr id="821" name="Google Shape;821;p93"/>
          <p:cNvSpPr>
            <a:spLocks noGrp="1"/>
          </p:cNvSpPr>
          <p:nvPr>
            <p:ph type="pic" idx="2"/>
          </p:nvPr>
        </p:nvSpPr>
        <p:spPr>
          <a:xfrm>
            <a:off x="3389600" y="118913"/>
            <a:ext cx="1643700" cy="1535100"/>
          </a:xfrm>
          <a:prstGeom prst="rect">
            <a:avLst/>
          </a:prstGeom>
          <a:noFill/>
          <a:ln>
            <a:noFill/>
          </a:ln>
        </p:spPr>
      </p:sp>
      <p:sp>
        <p:nvSpPr>
          <p:cNvPr id="822" name="Google Shape;822;p93"/>
          <p:cNvSpPr>
            <a:spLocks noGrp="1"/>
          </p:cNvSpPr>
          <p:nvPr>
            <p:ph type="pic" idx="3"/>
          </p:nvPr>
        </p:nvSpPr>
        <p:spPr>
          <a:xfrm>
            <a:off x="5195935" y="118913"/>
            <a:ext cx="1643700" cy="1535100"/>
          </a:xfrm>
          <a:prstGeom prst="rect">
            <a:avLst/>
          </a:prstGeom>
          <a:noFill/>
          <a:ln>
            <a:noFill/>
          </a:ln>
        </p:spPr>
      </p:sp>
      <p:sp>
        <p:nvSpPr>
          <p:cNvPr id="823" name="Google Shape;823;p93"/>
          <p:cNvSpPr>
            <a:spLocks noGrp="1"/>
          </p:cNvSpPr>
          <p:nvPr>
            <p:ph type="pic" idx="4"/>
          </p:nvPr>
        </p:nvSpPr>
        <p:spPr>
          <a:xfrm>
            <a:off x="7002270" y="118913"/>
            <a:ext cx="1643700" cy="1535100"/>
          </a:xfrm>
          <a:prstGeom prst="rect">
            <a:avLst/>
          </a:prstGeom>
          <a:noFill/>
          <a:ln>
            <a:noFill/>
          </a:ln>
        </p:spPr>
      </p:sp>
      <p:sp>
        <p:nvSpPr>
          <p:cNvPr id="824" name="Google Shape;824;p93"/>
          <p:cNvSpPr>
            <a:spLocks noGrp="1"/>
          </p:cNvSpPr>
          <p:nvPr>
            <p:ph type="pic" idx="5"/>
          </p:nvPr>
        </p:nvSpPr>
        <p:spPr>
          <a:xfrm>
            <a:off x="3389588" y="1804212"/>
            <a:ext cx="1643700" cy="1535100"/>
          </a:xfrm>
          <a:prstGeom prst="rect">
            <a:avLst/>
          </a:prstGeom>
          <a:noFill/>
          <a:ln>
            <a:noFill/>
          </a:ln>
        </p:spPr>
      </p:sp>
      <p:sp>
        <p:nvSpPr>
          <p:cNvPr id="825" name="Google Shape;825;p93"/>
          <p:cNvSpPr>
            <a:spLocks noGrp="1"/>
          </p:cNvSpPr>
          <p:nvPr>
            <p:ph type="pic" idx="6"/>
          </p:nvPr>
        </p:nvSpPr>
        <p:spPr>
          <a:xfrm>
            <a:off x="5195922" y="1804212"/>
            <a:ext cx="1643700" cy="1535100"/>
          </a:xfrm>
          <a:prstGeom prst="rect">
            <a:avLst/>
          </a:prstGeom>
          <a:noFill/>
          <a:ln>
            <a:noFill/>
          </a:ln>
        </p:spPr>
      </p:sp>
      <p:sp>
        <p:nvSpPr>
          <p:cNvPr id="826" name="Google Shape;826;p93"/>
          <p:cNvSpPr>
            <a:spLocks noGrp="1"/>
          </p:cNvSpPr>
          <p:nvPr>
            <p:ph type="pic" idx="7"/>
          </p:nvPr>
        </p:nvSpPr>
        <p:spPr>
          <a:xfrm>
            <a:off x="7002257" y="1804212"/>
            <a:ext cx="1643700" cy="1535100"/>
          </a:xfrm>
          <a:prstGeom prst="rect">
            <a:avLst/>
          </a:prstGeom>
          <a:noFill/>
          <a:ln>
            <a:noFill/>
          </a:ln>
        </p:spPr>
      </p:sp>
      <p:sp>
        <p:nvSpPr>
          <p:cNvPr id="827" name="Google Shape;827;p93"/>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a:endParaRPr/>
          </a:p>
        </p:txBody>
      </p:sp>
      <p:sp>
        <p:nvSpPr>
          <p:cNvPr id="828" name="Google Shape;828;p93"/>
          <p:cNvSpPr>
            <a:spLocks noGrp="1"/>
          </p:cNvSpPr>
          <p:nvPr>
            <p:ph type="pic" idx="8"/>
          </p:nvPr>
        </p:nvSpPr>
        <p:spPr>
          <a:xfrm>
            <a:off x="3389588" y="3489487"/>
            <a:ext cx="1643700" cy="1535100"/>
          </a:xfrm>
          <a:prstGeom prst="rect">
            <a:avLst/>
          </a:prstGeom>
          <a:noFill/>
          <a:ln>
            <a:noFill/>
          </a:ln>
        </p:spPr>
      </p:sp>
      <p:sp>
        <p:nvSpPr>
          <p:cNvPr id="829" name="Google Shape;829;p93"/>
          <p:cNvSpPr>
            <a:spLocks noGrp="1"/>
          </p:cNvSpPr>
          <p:nvPr>
            <p:ph type="pic" idx="9"/>
          </p:nvPr>
        </p:nvSpPr>
        <p:spPr>
          <a:xfrm>
            <a:off x="5195922" y="3489487"/>
            <a:ext cx="1643700" cy="1535100"/>
          </a:xfrm>
          <a:prstGeom prst="rect">
            <a:avLst/>
          </a:prstGeom>
          <a:noFill/>
          <a:ln>
            <a:noFill/>
          </a:ln>
        </p:spPr>
      </p:sp>
      <p:sp>
        <p:nvSpPr>
          <p:cNvPr id="830" name="Google Shape;830;p93"/>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0" Type="http://schemas.openxmlformats.org/officeDocument/2006/relationships/slideLayout" Target="../slideLayouts/slideLayout68.xml"/><Relationship Id="rId29" Type="http://schemas.openxmlformats.org/officeDocument/2006/relationships/slideLayout" Target="../slideLayouts/slideLayout77.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theme" Target="../theme/theme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84775" y="282900"/>
            <a:ext cx="5681100" cy="22338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1pPr>
            <a:lvl2pPr lvl="1">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2pPr>
            <a:lvl3pPr lvl="2">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3pPr>
            <a:lvl4pPr lvl="3">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4pPr>
            <a:lvl5pPr lvl="4">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5pPr>
            <a:lvl6pPr lvl="5">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6pPr>
            <a:lvl7pPr lvl="6">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7pPr>
            <a:lvl8pPr lvl="7">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8pPr>
            <a:lvl9pPr lvl="8">
              <a:lnSpc>
                <a:spcPct val="80000"/>
              </a:lnSpc>
              <a:spcBef>
                <a:spcPts val="0"/>
              </a:spcBef>
              <a:spcAft>
                <a:spcPts val="0"/>
              </a:spcAft>
              <a:buClr>
                <a:schemeClr val="lt1"/>
              </a:buClr>
              <a:buSzPts val="6000"/>
              <a:buFont typeface="Outfit"/>
              <a:buNone/>
              <a:defRPr sz="6000">
                <a:solidFill>
                  <a:schemeClr val="lt1"/>
                </a:solidFill>
                <a:latin typeface="Outfit"/>
                <a:ea typeface="Outfit"/>
                <a:cs typeface="Outfit"/>
                <a:sym typeface="Outfit"/>
              </a:defRPr>
            </a:lvl9pPr>
          </a:lstStyle>
          <a:p>
            <a:endParaRPr/>
          </a:p>
        </p:txBody>
      </p:sp>
      <p:sp>
        <p:nvSpPr>
          <p:cNvPr id="7" name="Google Shape;7;p1"/>
          <p:cNvSpPr txBox="1">
            <a:spLocks noGrp="1"/>
          </p:cNvSpPr>
          <p:nvPr>
            <p:ph type="body" idx="1"/>
          </p:nvPr>
        </p:nvSpPr>
        <p:spPr>
          <a:xfrm>
            <a:off x="284775" y="2629050"/>
            <a:ext cx="3493500" cy="1989300"/>
          </a:xfrm>
          <a:prstGeom prst="rect">
            <a:avLst/>
          </a:prstGeom>
          <a:noFill/>
          <a:ln>
            <a:noFill/>
          </a:ln>
        </p:spPr>
        <p:txBody>
          <a:bodyPr spcFirstLastPara="1" wrap="square" lIns="0" tIns="0" rIns="0" bIns="0" anchor="t" anchorCtr="0">
            <a:noAutofit/>
          </a:bodyPr>
          <a:lstStyle>
            <a:lvl1pPr marL="457200" lvl="0"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1pPr>
            <a:lvl2pPr marL="914400" lvl="1"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2pPr>
            <a:lvl3pPr marL="1371600" lvl="2"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3pPr>
            <a:lvl4pPr marL="1828800" lvl="3"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4pPr>
            <a:lvl5pPr marL="2286000" lvl="4"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5pPr>
            <a:lvl6pPr marL="2743200" lvl="5"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6pPr>
            <a:lvl7pPr marL="3200400" lvl="6"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7pPr>
            <a:lvl8pPr marL="3657600" lvl="7"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8pPr>
            <a:lvl9pPr marL="4114800" lvl="8" indent="-304800">
              <a:spcBef>
                <a:spcPts val="0"/>
              </a:spcBef>
              <a:spcAft>
                <a:spcPts val="0"/>
              </a:spcAft>
              <a:buClr>
                <a:schemeClr val="lt1"/>
              </a:buClr>
              <a:buSzPts val="1200"/>
              <a:buFont typeface="Instrument Sans"/>
              <a:buChar char="■"/>
              <a:defRPr sz="1200">
                <a:solidFill>
                  <a:schemeClr val="lt1"/>
                </a:solidFill>
                <a:latin typeface="Instrument Sans"/>
                <a:ea typeface="Instrument Sans"/>
                <a:cs typeface="Instrument Sans"/>
                <a:sym typeface="Instrument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81">
          <p15:clr>
            <a:srgbClr val="E46962"/>
          </p15:clr>
        </p15:guide>
        <p15:guide id="2" pos="179">
          <p15:clr>
            <a:srgbClr val="E46962"/>
          </p15:clr>
        </p15:guide>
        <p15:guide id="3" orient="horz" pos="178">
          <p15:clr>
            <a:srgbClr val="E46962"/>
          </p15:clr>
        </p15:guide>
        <p15:guide id="4" orient="horz" pos="3060">
          <p15:clr>
            <a:srgbClr val="E46962"/>
          </p15:clr>
        </p15:guide>
        <p15:guide id="5" pos="2847">
          <p15:clr>
            <a:srgbClr val="E46962"/>
          </p15:clr>
        </p15:guide>
        <p15:guide id="6" pos="2913">
          <p15:clr>
            <a:srgbClr val="E46962"/>
          </p15:clr>
        </p15:guide>
        <p15:guide id="7" pos="568">
          <p15:clr>
            <a:srgbClr val="E46962"/>
          </p15:clr>
        </p15:guide>
        <p15:guide id="8" pos="635">
          <p15:clr>
            <a:srgbClr val="E46962"/>
          </p15:clr>
        </p15:guide>
        <p15:guide id="9" pos="4213">
          <p15:clr>
            <a:srgbClr val="E46962"/>
          </p15:clr>
        </p15:guide>
        <p15:guide id="10" pos="4280">
          <p15:clr>
            <a:srgbClr val="E46962"/>
          </p15:clr>
        </p15:guide>
        <p15:guide id="11" pos="3758">
          <p15:clr>
            <a:srgbClr val="E46962"/>
          </p15:clr>
        </p15:guide>
        <p15:guide id="12" pos="3825">
          <p15:clr>
            <a:srgbClr val="E46962"/>
          </p15:clr>
        </p15:guide>
        <p15:guide id="13" pos="1024">
          <p15:clr>
            <a:srgbClr val="E46962"/>
          </p15:clr>
        </p15:guide>
        <p15:guide id="14" pos="1091">
          <p15:clr>
            <a:srgbClr val="E46962"/>
          </p15:clr>
        </p15:guide>
        <p15:guide id="15" orient="horz" pos="245">
          <p15:clr>
            <a:srgbClr val="E46962"/>
          </p15:clr>
        </p15:guide>
        <p15:guide id="16" orient="horz" pos="2993">
          <p15:clr>
            <a:srgbClr val="E46962"/>
          </p15:clr>
        </p15:guide>
        <p15:guide id="17" orient="horz" pos="882">
          <p15:clr>
            <a:srgbClr val="E46962"/>
          </p15:clr>
        </p15:guide>
        <p15:guide id="18" orient="horz" pos="949">
          <p15:clr>
            <a:srgbClr val="E46962"/>
          </p15:clr>
        </p15:guide>
        <p15:guide id="19" orient="horz" pos="2289">
          <p15:clr>
            <a:srgbClr val="E46962"/>
          </p15:clr>
        </p15:guide>
        <p15:guide id="20" orient="horz" pos="2356">
          <p15:clr>
            <a:srgbClr val="E46962"/>
          </p15:clr>
        </p15:guide>
        <p15:guide id="21" pos="1479">
          <p15:clr>
            <a:srgbClr val="E46962"/>
          </p15:clr>
        </p15:guide>
        <p15:guide id="22" pos="1546">
          <p15:clr>
            <a:srgbClr val="E46962"/>
          </p15:clr>
        </p15:guide>
        <p15:guide id="23" pos="1935">
          <p15:clr>
            <a:srgbClr val="E46962"/>
          </p15:clr>
        </p15:guide>
        <p15:guide id="24" pos="2002">
          <p15:clr>
            <a:srgbClr val="E46962"/>
          </p15:clr>
        </p15:guide>
        <p15:guide id="25" pos="2391">
          <p15:clr>
            <a:srgbClr val="E46962"/>
          </p15:clr>
        </p15:guide>
        <p15:guide id="26" pos="2458">
          <p15:clr>
            <a:srgbClr val="E46962"/>
          </p15:clr>
        </p15:guide>
        <p15:guide id="27" pos="3302">
          <p15:clr>
            <a:srgbClr val="E46962"/>
          </p15:clr>
        </p15:guide>
        <p15:guide id="28" pos="3369">
          <p15:clr>
            <a:srgbClr val="E46962"/>
          </p15:clr>
        </p15:guide>
        <p15:guide id="29" pos="4669">
          <p15:clr>
            <a:srgbClr val="E46962"/>
          </p15:clr>
        </p15:guide>
        <p15:guide id="30" pos="4736">
          <p15:clr>
            <a:srgbClr val="E46962"/>
          </p15:clr>
        </p15:guide>
        <p15:guide id="31" pos="5125">
          <p15:clr>
            <a:srgbClr val="E46962"/>
          </p15:clr>
        </p15:guide>
        <p15:guide id="32" pos="5192">
          <p15:clr>
            <a:srgbClr val="E46962"/>
          </p15:clr>
        </p15:guide>
        <p15:guide id="33" orient="horz" pos="1585">
          <p15:clr>
            <a:srgbClr val="E46962"/>
          </p15:clr>
        </p15:guide>
        <p15:guide id="34" orient="horz" pos="1653">
          <p15:clr>
            <a:srgbClr val="E46962"/>
          </p15:clr>
        </p15:guide>
        <p15:guide id="35" orient="horz" pos="2909">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414"/>
        <p:cNvGrpSpPr/>
        <p:nvPr/>
      </p:nvGrpSpPr>
      <p:grpSpPr>
        <a:xfrm>
          <a:off x="0" y="0"/>
          <a:ext cx="0" cy="0"/>
          <a:chOff x="0" y="0"/>
          <a:chExt cx="0" cy="0"/>
        </a:xfrm>
      </p:grpSpPr>
      <p:sp>
        <p:nvSpPr>
          <p:cNvPr id="415" name="Google Shape;415;p50"/>
          <p:cNvSpPr txBox="1">
            <a:spLocks noGrp="1"/>
          </p:cNvSpPr>
          <p:nvPr>
            <p:ph type="body" idx="1"/>
          </p:nvPr>
        </p:nvSpPr>
        <p:spPr>
          <a:xfrm>
            <a:off x="228600" y="1833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marL="914400" lvl="1"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marL="1371600" lvl="2"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marL="1828800" lvl="3"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marL="2286000" lvl="4"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marL="2743200" lvl="5"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marL="3200400" lvl="6"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marL="3657600" lvl="7" indent="-304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marL="4114800" lvl="8" indent="-30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a:endParaRPr/>
          </a:p>
        </p:txBody>
      </p:sp>
      <p:sp>
        <p:nvSpPr>
          <p:cNvPr id="416" name="Google Shape;416;p50"/>
          <p:cNvSpPr txBox="1">
            <a:spLocks noGrp="1"/>
          </p:cNvSpPr>
          <p:nvPr>
            <p:ph type="title"/>
          </p:nvPr>
        </p:nvSpPr>
        <p:spPr>
          <a:xfrm>
            <a:off x="228600" y="256925"/>
            <a:ext cx="5707200" cy="587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None/>
              <a:defRPr sz="2800" b="1">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a:endParaRPr/>
          </a:p>
        </p:txBody>
      </p:sp>
      <p:sp>
        <p:nvSpPr>
          <p:cNvPr id="417" name="Google Shape;417;p50"/>
          <p:cNvSpPr txBox="1">
            <a:spLocks noGrp="1"/>
          </p:cNvSpPr>
          <p:nvPr>
            <p:ph type="body" idx="2"/>
          </p:nvPr>
        </p:nvSpPr>
        <p:spPr>
          <a:xfrm>
            <a:off x="4392125" y="1843600"/>
            <a:ext cx="3919500" cy="27732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marL="914400" lvl="1"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marL="1371600" lvl="2"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marL="1828800" lvl="3"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marL="2286000" lvl="4"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marL="2743200" lvl="5"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marL="3200400" lvl="6"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marL="3657600" lvl="7"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marL="4114800" lvl="8" indent="-30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a:endParaRPr/>
          </a:p>
        </p:txBody>
      </p:sp>
    </p:spTree>
  </p:cSld>
  <p:clrMap bg1="lt1" tx1="dk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2" r:id="rId37"/>
    <p:sldLayoutId id="2147483733" r:id="rId38"/>
    <p:sldLayoutId id="2147483734" r:id="rId39"/>
    <p:sldLayoutId id="2147483735" r:id="rId40"/>
    <p:sldLayoutId id="2147483736" r:id="rId41"/>
    <p:sldLayoutId id="2147483737" r:id="rId42"/>
    <p:sldLayoutId id="2147483738" r:id="rId4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6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8.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6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63.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3.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6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8.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63.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63.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63.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6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63.xml"/><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94"/>
          <p:cNvSpPr txBox="1">
            <a:spLocks noGrp="1"/>
          </p:cNvSpPr>
          <p:nvPr>
            <p:ph type="title"/>
          </p:nvPr>
        </p:nvSpPr>
        <p:spPr>
          <a:xfrm>
            <a:off x="1230200" y="1565531"/>
            <a:ext cx="6683700" cy="172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Muesli Delivery</a:t>
            </a:r>
            <a:endParaRPr/>
          </a:p>
          <a:p>
            <a:pPr marL="0" lvl="0" indent="0" algn="ctr" rtl="0">
              <a:spcBef>
                <a:spcPts val="0"/>
              </a:spcBef>
              <a:spcAft>
                <a:spcPts val="0"/>
              </a:spcAft>
              <a:buNone/>
            </a:pPr>
            <a:r>
              <a:rPr lang="en"/>
              <a:t>EDA</a:t>
            </a:r>
            <a:endParaRPr/>
          </a:p>
        </p:txBody>
      </p:sp>
      <p:sp>
        <p:nvSpPr>
          <p:cNvPr id="836" name="Google Shape;836;p94"/>
          <p:cNvSpPr txBox="1">
            <a:spLocks noGrp="1"/>
          </p:cNvSpPr>
          <p:nvPr>
            <p:ph type="subTitle" idx="1"/>
          </p:nvPr>
        </p:nvSpPr>
        <p:spPr>
          <a:xfrm>
            <a:off x="2423700" y="1121975"/>
            <a:ext cx="4346700" cy="452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Cayenne Clusters Muesli Project Presentation</a:t>
            </a:r>
            <a:endParaRPr/>
          </a:p>
        </p:txBody>
      </p:sp>
      <p:sp>
        <p:nvSpPr>
          <p:cNvPr id="837" name="Google Shape;837;p94"/>
          <p:cNvSpPr/>
          <p:nvPr/>
        </p:nvSpPr>
        <p:spPr>
          <a:xfrm>
            <a:off x="1753843" y="3637225"/>
            <a:ext cx="5591400" cy="4002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b="1" dirty="0">
                <a:solidFill>
                  <a:schemeClr val="dk2"/>
                </a:solidFill>
                <a:latin typeface="Nunito Sans"/>
                <a:ea typeface="Nunito Sans"/>
                <a:cs typeface="Nunito Sans"/>
                <a:sym typeface="Nunito Sans"/>
              </a:rPr>
              <a:t>Erick + Antonio + Dasha</a:t>
            </a:r>
            <a:endParaRPr sz="1200" b="1" dirty="0">
              <a:solidFill>
                <a:schemeClr val="dk2"/>
              </a:solidFill>
              <a:latin typeface="Nunito Sans"/>
              <a:ea typeface="Nunito Sans"/>
              <a:cs typeface="Nunito Sans"/>
              <a:sym typeface="Nunito Sans"/>
            </a:endParaRPr>
          </a:p>
        </p:txBody>
      </p:sp>
      <p:sp>
        <p:nvSpPr>
          <p:cNvPr id="838" name="Google Shape;838;p94"/>
          <p:cNvSpPr/>
          <p:nvPr/>
        </p:nvSpPr>
        <p:spPr>
          <a:xfrm rot="-395291">
            <a:off x="3110326" y="3199308"/>
            <a:ext cx="3041752" cy="281119"/>
          </a:xfrm>
          <a:custGeom>
            <a:avLst/>
            <a:gdLst/>
            <a:ahLst/>
            <a:cxnLst/>
            <a:rect l="l" t="t" r="r" b="b"/>
            <a:pathLst>
              <a:path w="182716" h="17616" extrusionOk="0">
                <a:moveTo>
                  <a:pt x="0" y="0"/>
                </a:moveTo>
                <a:cubicBezTo>
                  <a:pt x="61188" y="0"/>
                  <a:pt x="122876" y="4843"/>
                  <a:pt x="182716" y="17616"/>
                </a:cubicBezTo>
              </a:path>
            </a:pathLst>
          </a:custGeom>
          <a:noFill/>
          <a:ln w="19050" cap="flat" cmpd="sng">
            <a:solidFill>
              <a:schemeClr val="lt2"/>
            </a:solidFill>
            <a:prstDash val="solid"/>
            <a:round/>
            <a:headEnd type="none" w="med" len="med"/>
            <a:tailEnd type="none" w="med" len="med"/>
          </a:ln>
        </p:spPr>
        <p:txBody>
          <a:bodyPr/>
          <a:lstStyle/>
          <a:p>
            <a:endParaRPr lang="en-DE"/>
          </a:p>
        </p:txBody>
      </p:sp>
      <p:sp>
        <p:nvSpPr>
          <p:cNvPr id="839" name="Google Shape;839;p94"/>
          <p:cNvSpPr/>
          <p:nvPr/>
        </p:nvSpPr>
        <p:spPr>
          <a:xfrm rot="-509448">
            <a:off x="4276371" y="3322374"/>
            <a:ext cx="1877891" cy="123212"/>
          </a:xfrm>
          <a:custGeom>
            <a:avLst/>
            <a:gdLst/>
            <a:ahLst/>
            <a:cxnLst/>
            <a:rect l="l" t="t" r="r" b="b"/>
            <a:pathLst>
              <a:path w="182716" h="17616" extrusionOk="0">
                <a:moveTo>
                  <a:pt x="0" y="0"/>
                </a:moveTo>
                <a:cubicBezTo>
                  <a:pt x="61188" y="0"/>
                  <a:pt x="122876" y="4843"/>
                  <a:pt x="182716" y="17616"/>
                </a:cubicBezTo>
              </a:path>
            </a:pathLst>
          </a:custGeom>
          <a:noFill/>
          <a:ln w="19050" cap="flat" cmpd="sng">
            <a:solidFill>
              <a:schemeClr val="lt2"/>
            </a:solidFill>
            <a:prstDash val="solid"/>
            <a:round/>
            <a:headEnd type="none" w="med" len="med"/>
            <a:tailEnd type="none" w="med" len="med"/>
          </a:ln>
        </p:spPr>
        <p:txBody>
          <a:bodyPr/>
          <a:lstStyle/>
          <a:p>
            <a:endParaRPr lang="en-DE"/>
          </a:p>
        </p:txBody>
      </p:sp>
      <p:sp>
        <p:nvSpPr>
          <p:cNvPr id="840" name="Google Shape;840;p94"/>
          <p:cNvSpPr/>
          <p:nvPr/>
        </p:nvSpPr>
        <p:spPr>
          <a:xfrm>
            <a:off x="3511810" y="4090881"/>
            <a:ext cx="2026500" cy="453000"/>
          </a:xfrm>
          <a:prstGeom prst="roundRect">
            <a:avLst>
              <a:gd name="adj" fmla="val 50000"/>
            </a:avLst>
          </a:prstGeom>
          <a:solidFill>
            <a:schemeClr val="lt2"/>
          </a:solidFill>
          <a:ln>
            <a:noFill/>
          </a:ln>
        </p:spPr>
        <p:txBody>
          <a:bodyPr spcFirstLastPara="1" wrap="square" lIns="310425" tIns="103475" rIns="310425" bIns="103475" anchor="ctr" anchorCtr="0">
            <a:noAutofit/>
          </a:bodyPr>
          <a:lstStyle/>
          <a:p>
            <a:pPr marL="0" lvl="0" indent="0" algn="l" rtl="0">
              <a:spcBef>
                <a:spcPts val="0"/>
              </a:spcBef>
              <a:spcAft>
                <a:spcPts val="0"/>
              </a:spcAft>
              <a:buNone/>
            </a:pPr>
            <a:endParaRPr sz="1131" b="1">
              <a:solidFill>
                <a:schemeClr val="dk2"/>
              </a:solidFill>
              <a:latin typeface="Nunito Sans"/>
              <a:ea typeface="Nunito Sans"/>
              <a:cs typeface="Nunito Sans"/>
              <a:sym typeface="Nunito Sans"/>
            </a:endParaRPr>
          </a:p>
        </p:txBody>
      </p:sp>
      <p:sp>
        <p:nvSpPr>
          <p:cNvPr id="841" name="Google Shape;841;p94"/>
          <p:cNvSpPr txBox="1">
            <a:spLocks noGrp="1"/>
          </p:cNvSpPr>
          <p:nvPr>
            <p:ph type="subTitle" idx="4294967295"/>
          </p:nvPr>
        </p:nvSpPr>
        <p:spPr>
          <a:xfrm>
            <a:off x="3510462" y="4135181"/>
            <a:ext cx="2029200" cy="453000"/>
          </a:xfrm>
          <a:prstGeom prst="rect">
            <a:avLst/>
          </a:prstGeom>
        </p:spPr>
        <p:txBody>
          <a:bodyPr spcFirstLastPara="1" wrap="square" lIns="103475" tIns="103475" rIns="103475" bIns="103475" anchor="t" anchorCtr="0">
            <a:noAutofit/>
          </a:bodyPr>
          <a:lstStyle/>
          <a:p>
            <a:pPr marL="0" lvl="0" indent="0" algn="ctr" rtl="0">
              <a:spcBef>
                <a:spcPts val="0"/>
              </a:spcBef>
              <a:spcAft>
                <a:spcPts val="0"/>
              </a:spcAft>
              <a:buNone/>
            </a:pPr>
            <a:r>
              <a:rPr lang="en" sz="1000" b="1">
                <a:solidFill>
                  <a:schemeClr val="dk2"/>
                </a:solidFill>
                <a:latin typeface="Nunito Sans"/>
                <a:ea typeface="Nunito Sans"/>
                <a:cs typeface="Nunito Sans"/>
                <a:sym typeface="Nunito Sans"/>
              </a:rPr>
              <a:t>March 16, 2026</a:t>
            </a:r>
            <a:endParaRPr sz="1000" b="1">
              <a:solidFill>
                <a:schemeClr val="dk2"/>
              </a:solidFill>
              <a:latin typeface="Nunito Sans"/>
              <a:ea typeface="Nunito Sans"/>
              <a:cs typeface="Nunito Sans"/>
              <a:sym typeface="Nuni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95"/>
          <p:cNvSpPr/>
          <p:nvPr/>
        </p:nvSpPr>
        <p:spPr>
          <a:xfrm>
            <a:off x="3577325" y="536550"/>
            <a:ext cx="404100" cy="400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SemiBold"/>
              <a:ea typeface="Nunito Sans SemiBold"/>
              <a:cs typeface="Nunito Sans SemiBold"/>
              <a:sym typeface="Nunito Sans SemiBold"/>
            </a:endParaRPr>
          </a:p>
        </p:txBody>
      </p:sp>
      <p:sp>
        <p:nvSpPr>
          <p:cNvPr id="847" name="Google Shape;847;p95"/>
          <p:cNvSpPr/>
          <p:nvPr/>
        </p:nvSpPr>
        <p:spPr>
          <a:xfrm>
            <a:off x="3577325" y="1228600"/>
            <a:ext cx="404100" cy="400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SemiBold"/>
              <a:ea typeface="Nunito Sans SemiBold"/>
              <a:cs typeface="Nunito Sans SemiBold"/>
              <a:sym typeface="Nunito Sans SemiBold"/>
            </a:endParaRPr>
          </a:p>
        </p:txBody>
      </p:sp>
      <p:sp>
        <p:nvSpPr>
          <p:cNvPr id="848" name="Google Shape;848;p95"/>
          <p:cNvSpPr/>
          <p:nvPr/>
        </p:nvSpPr>
        <p:spPr>
          <a:xfrm>
            <a:off x="3577325" y="1920650"/>
            <a:ext cx="404100" cy="400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SemiBold"/>
              <a:ea typeface="Nunito Sans SemiBold"/>
              <a:cs typeface="Nunito Sans SemiBold"/>
              <a:sym typeface="Nunito Sans SemiBold"/>
            </a:endParaRPr>
          </a:p>
        </p:txBody>
      </p:sp>
      <p:sp>
        <p:nvSpPr>
          <p:cNvPr id="849" name="Google Shape;849;p95"/>
          <p:cNvSpPr/>
          <p:nvPr/>
        </p:nvSpPr>
        <p:spPr>
          <a:xfrm>
            <a:off x="3577325" y="2612700"/>
            <a:ext cx="404100" cy="400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SemiBold"/>
              <a:ea typeface="Nunito Sans SemiBold"/>
              <a:cs typeface="Nunito Sans SemiBold"/>
              <a:sym typeface="Nunito Sans SemiBold"/>
            </a:endParaRPr>
          </a:p>
        </p:txBody>
      </p:sp>
      <p:sp>
        <p:nvSpPr>
          <p:cNvPr id="850" name="Google Shape;850;p95"/>
          <p:cNvSpPr/>
          <p:nvPr/>
        </p:nvSpPr>
        <p:spPr>
          <a:xfrm>
            <a:off x="3577325" y="3304750"/>
            <a:ext cx="404100" cy="400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SemiBold"/>
              <a:ea typeface="Nunito Sans SemiBold"/>
              <a:cs typeface="Nunito Sans SemiBold"/>
              <a:sym typeface="Nunito Sans SemiBold"/>
            </a:endParaRPr>
          </a:p>
        </p:txBody>
      </p:sp>
      <p:sp>
        <p:nvSpPr>
          <p:cNvPr id="851" name="Google Shape;851;p95"/>
          <p:cNvSpPr/>
          <p:nvPr/>
        </p:nvSpPr>
        <p:spPr>
          <a:xfrm>
            <a:off x="3577325" y="3996800"/>
            <a:ext cx="404100" cy="400200"/>
          </a:xfrm>
          <a:prstGeom prst="roundRect">
            <a:avLst>
              <a:gd name="adj" fmla="val 50000"/>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2"/>
              </a:solidFill>
              <a:latin typeface="Nunito Sans SemiBold"/>
              <a:ea typeface="Nunito Sans SemiBold"/>
              <a:cs typeface="Nunito Sans SemiBold"/>
              <a:sym typeface="Nunito Sans SemiBold"/>
            </a:endParaRPr>
          </a:p>
        </p:txBody>
      </p:sp>
      <p:cxnSp>
        <p:nvCxnSpPr>
          <p:cNvPr id="852" name="Google Shape;852;p95"/>
          <p:cNvCxnSpPr/>
          <p:nvPr/>
        </p:nvCxnSpPr>
        <p:spPr>
          <a:xfrm>
            <a:off x="4087725" y="1082675"/>
            <a:ext cx="4770000" cy="0"/>
          </a:xfrm>
          <a:prstGeom prst="straightConnector1">
            <a:avLst/>
          </a:prstGeom>
          <a:noFill/>
          <a:ln w="9525" cap="flat" cmpd="sng">
            <a:solidFill>
              <a:schemeClr val="accent6"/>
            </a:solidFill>
            <a:prstDash val="solid"/>
            <a:round/>
            <a:headEnd type="none" w="med" len="med"/>
            <a:tailEnd type="none" w="med" len="med"/>
          </a:ln>
        </p:spPr>
      </p:cxnSp>
      <p:cxnSp>
        <p:nvCxnSpPr>
          <p:cNvPr id="853" name="Google Shape;853;p95"/>
          <p:cNvCxnSpPr/>
          <p:nvPr/>
        </p:nvCxnSpPr>
        <p:spPr>
          <a:xfrm>
            <a:off x="4087725" y="1774725"/>
            <a:ext cx="4770000" cy="0"/>
          </a:xfrm>
          <a:prstGeom prst="straightConnector1">
            <a:avLst/>
          </a:prstGeom>
          <a:noFill/>
          <a:ln w="9525" cap="flat" cmpd="sng">
            <a:solidFill>
              <a:schemeClr val="accent6"/>
            </a:solidFill>
            <a:prstDash val="solid"/>
            <a:round/>
            <a:headEnd type="none" w="med" len="med"/>
            <a:tailEnd type="none" w="med" len="med"/>
          </a:ln>
        </p:spPr>
      </p:cxnSp>
      <p:cxnSp>
        <p:nvCxnSpPr>
          <p:cNvPr id="854" name="Google Shape;854;p95"/>
          <p:cNvCxnSpPr/>
          <p:nvPr/>
        </p:nvCxnSpPr>
        <p:spPr>
          <a:xfrm>
            <a:off x="4087725" y="2466775"/>
            <a:ext cx="4770000" cy="0"/>
          </a:xfrm>
          <a:prstGeom prst="straightConnector1">
            <a:avLst/>
          </a:prstGeom>
          <a:noFill/>
          <a:ln w="9525" cap="flat" cmpd="sng">
            <a:solidFill>
              <a:schemeClr val="accent6"/>
            </a:solidFill>
            <a:prstDash val="solid"/>
            <a:round/>
            <a:headEnd type="none" w="med" len="med"/>
            <a:tailEnd type="none" w="med" len="med"/>
          </a:ln>
        </p:spPr>
      </p:cxnSp>
      <p:cxnSp>
        <p:nvCxnSpPr>
          <p:cNvPr id="855" name="Google Shape;855;p95"/>
          <p:cNvCxnSpPr/>
          <p:nvPr/>
        </p:nvCxnSpPr>
        <p:spPr>
          <a:xfrm>
            <a:off x="4087725" y="3158825"/>
            <a:ext cx="4770000" cy="0"/>
          </a:xfrm>
          <a:prstGeom prst="straightConnector1">
            <a:avLst/>
          </a:prstGeom>
          <a:noFill/>
          <a:ln w="9525" cap="flat" cmpd="sng">
            <a:solidFill>
              <a:schemeClr val="accent6"/>
            </a:solidFill>
            <a:prstDash val="solid"/>
            <a:round/>
            <a:headEnd type="none" w="med" len="med"/>
            <a:tailEnd type="none" w="med" len="med"/>
          </a:ln>
        </p:spPr>
      </p:cxnSp>
      <p:cxnSp>
        <p:nvCxnSpPr>
          <p:cNvPr id="856" name="Google Shape;856;p95"/>
          <p:cNvCxnSpPr/>
          <p:nvPr/>
        </p:nvCxnSpPr>
        <p:spPr>
          <a:xfrm>
            <a:off x="4087725" y="3850875"/>
            <a:ext cx="4770000" cy="0"/>
          </a:xfrm>
          <a:prstGeom prst="straightConnector1">
            <a:avLst/>
          </a:prstGeom>
          <a:noFill/>
          <a:ln w="9525" cap="flat" cmpd="sng">
            <a:solidFill>
              <a:schemeClr val="accent6"/>
            </a:solidFill>
            <a:prstDash val="solid"/>
            <a:round/>
            <a:headEnd type="none" w="med" len="med"/>
            <a:tailEnd type="none" w="med" len="med"/>
          </a:ln>
        </p:spPr>
      </p:cxnSp>
      <p:sp>
        <p:nvSpPr>
          <p:cNvPr id="857" name="Google Shape;857;p95"/>
          <p:cNvSpPr txBox="1">
            <a:spLocks noGrp="1"/>
          </p:cNvSpPr>
          <p:nvPr>
            <p:ph type="subTitle" idx="1"/>
          </p:nvPr>
        </p:nvSpPr>
        <p:spPr>
          <a:xfrm>
            <a:off x="3584425" y="53655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58" name="Google Shape;858;p95"/>
          <p:cNvSpPr txBox="1">
            <a:spLocks noGrp="1"/>
          </p:cNvSpPr>
          <p:nvPr>
            <p:ph type="subTitle" idx="5"/>
          </p:nvPr>
        </p:nvSpPr>
        <p:spPr>
          <a:xfrm>
            <a:off x="3584425" y="122860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t>02</a:t>
            </a:r>
            <a:endParaRPr sz="1400"/>
          </a:p>
        </p:txBody>
      </p:sp>
      <p:sp>
        <p:nvSpPr>
          <p:cNvPr id="859" name="Google Shape;859;p95"/>
          <p:cNvSpPr txBox="1">
            <a:spLocks noGrp="1"/>
          </p:cNvSpPr>
          <p:nvPr>
            <p:ph type="subTitle" idx="2"/>
          </p:nvPr>
        </p:nvSpPr>
        <p:spPr>
          <a:xfrm>
            <a:off x="3584425" y="192065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t>03</a:t>
            </a:r>
            <a:endParaRPr sz="1400"/>
          </a:p>
        </p:txBody>
      </p:sp>
      <p:sp>
        <p:nvSpPr>
          <p:cNvPr id="860" name="Google Shape;860;p95"/>
          <p:cNvSpPr txBox="1">
            <a:spLocks noGrp="1"/>
          </p:cNvSpPr>
          <p:nvPr>
            <p:ph type="subTitle" idx="6"/>
          </p:nvPr>
        </p:nvSpPr>
        <p:spPr>
          <a:xfrm>
            <a:off x="3584425" y="261270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t>04</a:t>
            </a:r>
            <a:endParaRPr sz="1400"/>
          </a:p>
        </p:txBody>
      </p:sp>
      <p:sp>
        <p:nvSpPr>
          <p:cNvPr id="861" name="Google Shape;861;p95"/>
          <p:cNvSpPr txBox="1">
            <a:spLocks noGrp="1"/>
          </p:cNvSpPr>
          <p:nvPr>
            <p:ph type="subTitle" idx="3"/>
          </p:nvPr>
        </p:nvSpPr>
        <p:spPr>
          <a:xfrm>
            <a:off x="3584425" y="3291625"/>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t>05</a:t>
            </a:r>
            <a:endParaRPr sz="1400"/>
          </a:p>
        </p:txBody>
      </p:sp>
      <p:sp>
        <p:nvSpPr>
          <p:cNvPr id="862" name="Google Shape;862;p95"/>
          <p:cNvSpPr txBox="1">
            <a:spLocks noGrp="1"/>
          </p:cNvSpPr>
          <p:nvPr>
            <p:ph type="subTitle" idx="4"/>
          </p:nvPr>
        </p:nvSpPr>
        <p:spPr>
          <a:xfrm>
            <a:off x="3584425" y="399680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400"/>
              <a:t>06</a:t>
            </a:r>
            <a:endParaRPr sz="1400"/>
          </a:p>
        </p:txBody>
      </p:sp>
      <p:sp>
        <p:nvSpPr>
          <p:cNvPr id="863" name="Google Shape;863;p95"/>
          <p:cNvSpPr txBox="1">
            <a:spLocks noGrp="1"/>
          </p:cNvSpPr>
          <p:nvPr>
            <p:ph type="subTitle" idx="7"/>
          </p:nvPr>
        </p:nvSpPr>
        <p:spPr>
          <a:xfrm>
            <a:off x="3986175" y="510300"/>
            <a:ext cx="3858900" cy="45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t>Data: Overview &amp; Cleaning</a:t>
            </a:r>
            <a:endParaRPr sz="1600"/>
          </a:p>
        </p:txBody>
      </p:sp>
      <p:sp>
        <p:nvSpPr>
          <p:cNvPr id="864" name="Google Shape;864;p95"/>
          <p:cNvSpPr txBox="1">
            <a:spLocks noGrp="1"/>
          </p:cNvSpPr>
          <p:nvPr>
            <p:ph type="subTitle" idx="8"/>
          </p:nvPr>
        </p:nvSpPr>
        <p:spPr>
          <a:xfrm>
            <a:off x="3986175" y="1202350"/>
            <a:ext cx="3858900" cy="45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t>Delivery Process: Flow &amp; Steps</a:t>
            </a:r>
            <a:endParaRPr sz="1600"/>
          </a:p>
        </p:txBody>
      </p:sp>
      <p:sp>
        <p:nvSpPr>
          <p:cNvPr id="865" name="Google Shape;865;p95"/>
          <p:cNvSpPr txBox="1">
            <a:spLocks noGrp="1"/>
          </p:cNvSpPr>
          <p:nvPr>
            <p:ph type="subTitle" idx="9"/>
          </p:nvPr>
        </p:nvSpPr>
        <p:spPr>
          <a:xfrm>
            <a:off x="3986175" y="1894400"/>
            <a:ext cx="3858900" cy="45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t>Our Approach</a:t>
            </a:r>
            <a:endParaRPr sz="1600"/>
          </a:p>
        </p:txBody>
      </p:sp>
      <p:sp>
        <p:nvSpPr>
          <p:cNvPr id="866" name="Google Shape;866;p95"/>
          <p:cNvSpPr txBox="1">
            <a:spLocks noGrp="1"/>
          </p:cNvSpPr>
          <p:nvPr>
            <p:ph type="subTitle" idx="13"/>
          </p:nvPr>
        </p:nvSpPr>
        <p:spPr>
          <a:xfrm>
            <a:off x="3986175" y="2586450"/>
            <a:ext cx="3858900" cy="45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t>Main KPIs Explained</a:t>
            </a:r>
            <a:endParaRPr sz="1600"/>
          </a:p>
        </p:txBody>
      </p:sp>
      <p:sp>
        <p:nvSpPr>
          <p:cNvPr id="867" name="Google Shape;867;p95"/>
          <p:cNvSpPr txBox="1">
            <a:spLocks noGrp="1"/>
          </p:cNvSpPr>
          <p:nvPr>
            <p:ph type="subTitle" idx="14"/>
          </p:nvPr>
        </p:nvSpPr>
        <p:spPr>
          <a:xfrm>
            <a:off x="3986175" y="3278500"/>
            <a:ext cx="3858900" cy="4527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1600"/>
              <a:t>Diagnostic analytics</a:t>
            </a:r>
            <a:endParaRPr sz="1600"/>
          </a:p>
        </p:txBody>
      </p:sp>
      <p:sp>
        <p:nvSpPr>
          <p:cNvPr id="868" name="Google Shape;868;p95"/>
          <p:cNvSpPr txBox="1">
            <a:spLocks noGrp="1"/>
          </p:cNvSpPr>
          <p:nvPr>
            <p:ph type="subTitle" idx="15"/>
          </p:nvPr>
        </p:nvSpPr>
        <p:spPr>
          <a:xfrm>
            <a:off x="3986175" y="3970550"/>
            <a:ext cx="3858900" cy="452700"/>
          </a:xfrm>
          <a:prstGeom prst="rect">
            <a:avLst/>
          </a:prstGeom>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sz="1600"/>
              <a:t>Conclusions &amp; Recommendations</a:t>
            </a:r>
            <a:endParaRPr sz="1600"/>
          </a:p>
        </p:txBody>
      </p:sp>
      <p:sp>
        <p:nvSpPr>
          <p:cNvPr id="869" name="Google Shape;869;p95"/>
          <p:cNvSpPr txBox="1">
            <a:spLocks noGrp="1"/>
          </p:cNvSpPr>
          <p:nvPr>
            <p:ph type="title"/>
          </p:nvPr>
        </p:nvSpPr>
        <p:spPr>
          <a:xfrm>
            <a:off x="228600" y="256925"/>
            <a:ext cx="2926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Agenda</a:t>
            </a:r>
            <a:endParaRPr/>
          </a:p>
        </p:txBody>
      </p:sp>
      <p:sp>
        <p:nvSpPr>
          <p:cNvPr id="870" name="Google Shape;870;p95"/>
          <p:cNvSpPr/>
          <p:nvPr/>
        </p:nvSpPr>
        <p:spPr>
          <a:xfrm rot="188826">
            <a:off x="319974" y="856283"/>
            <a:ext cx="1440087" cy="45350"/>
          </a:xfrm>
          <a:custGeom>
            <a:avLst/>
            <a:gdLst/>
            <a:ahLst/>
            <a:cxnLst/>
            <a:rect l="l" t="t" r="r" b="b"/>
            <a:pathLst>
              <a:path w="57603" h="1814" extrusionOk="0">
                <a:moveTo>
                  <a:pt x="0" y="1814"/>
                </a:moveTo>
                <a:cubicBezTo>
                  <a:pt x="19211" y="1814"/>
                  <a:pt x="38392" y="0"/>
                  <a:pt x="57603" y="0"/>
                </a:cubicBezTo>
              </a:path>
            </a:pathLst>
          </a:custGeom>
          <a:noFill/>
          <a:ln w="19050" cap="flat" cmpd="sng">
            <a:solidFill>
              <a:schemeClr val="lt2"/>
            </a:solidFill>
            <a:prstDash val="solid"/>
            <a:round/>
            <a:headEnd type="none" w="med" len="med"/>
            <a:tailEnd type="none" w="med" len="med"/>
          </a:ln>
        </p:spPr>
        <p:txBody>
          <a:bodyPr/>
          <a:lstStyle/>
          <a:p>
            <a:endParaRPr lang="en-D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p96"/>
          <p:cNvSpPr/>
          <p:nvPr/>
        </p:nvSpPr>
        <p:spPr>
          <a:xfrm>
            <a:off x="240781" y="2504891"/>
            <a:ext cx="2026500" cy="2406000"/>
          </a:xfrm>
          <a:prstGeom prst="round2SameRect">
            <a:avLst>
              <a:gd name="adj1" fmla="val 0"/>
              <a:gd name="adj2" fmla="val 14216"/>
            </a:avLst>
          </a:prstGeom>
          <a:solidFill>
            <a:schemeClr val="accent6"/>
          </a:solidFill>
          <a:ln>
            <a:noFill/>
          </a:ln>
        </p:spPr>
        <p:txBody>
          <a:bodyPr spcFirstLastPara="1" wrap="square" lIns="103475" tIns="103475" rIns="103475" bIns="103475" anchor="ctr" anchorCtr="0">
            <a:noAutofit/>
          </a:bodyPr>
          <a:lstStyle/>
          <a:p>
            <a:pPr marL="0" lvl="0" indent="0" algn="ctr" rtl="0">
              <a:spcBef>
                <a:spcPts val="0"/>
              </a:spcBef>
              <a:spcAft>
                <a:spcPts val="0"/>
              </a:spcAft>
              <a:buNone/>
            </a:pPr>
            <a:endParaRPr sz="1800">
              <a:solidFill>
                <a:schemeClr val="dk1"/>
              </a:solidFill>
              <a:latin typeface="Nunito Sans"/>
              <a:ea typeface="Nunito Sans"/>
              <a:cs typeface="Nunito Sans"/>
              <a:sym typeface="Nunito Sans"/>
            </a:endParaRPr>
          </a:p>
        </p:txBody>
      </p:sp>
      <p:sp>
        <p:nvSpPr>
          <p:cNvPr id="876" name="Google Shape;876;p96"/>
          <p:cNvSpPr/>
          <p:nvPr/>
        </p:nvSpPr>
        <p:spPr>
          <a:xfrm>
            <a:off x="240763" y="2259424"/>
            <a:ext cx="2026500" cy="453000"/>
          </a:xfrm>
          <a:prstGeom prst="roundRect">
            <a:avLst>
              <a:gd name="adj" fmla="val 50000"/>
            </a:avLst>
          </a:prstGeom>
          <a:solidFill>
            <a:schemeClr val="lt2"/>
          </a:solidFill>
          <a:ln>
            <a:noFill/>
          </a:ln>
        </p:spPr>
        <p:txBody>
          <a:bodyPr spcFirstLastPara="1" wrap="square" lIns="310425" tIns="103475" rIns="310425" bIns="103475" anchor="ctr" anchorCtr="0">
            <a:noAutofit/>
          </a:bodyPr>
          <a:lstStyle/>
          <a:p>
            <a:pPr marL="0" lvl="0" indent="0" algn="l" rtl="0">
              <a:spcBef>
                <a:spcPts val="0"/>
              </a:spcBef>
              <a:spcAft>
                <a:spcPts val="0"/>
              </a:spcAft>
              <a:buNone/>
            </a:pPr>
            <a:endParaRPr b="1">
              <a:solidFill>
                <a:schemeClr val="dk2"/>
              </a:solidFill>
              <a:latin typeface="Nunito Sans"/>
              <a:ea typeface="Nunito Sans"/>
              <a:cs typeface="Nunito Sans"/>
              <a:sym typeface="Nunito Sans"/>
            </a:endParaRPr>
          </a:p>
        </p:txBody>
      </p:sp>
      <p:sp>
        <p:nvSpPr>
          <p:cNvPr id="877" name="Google Shape;877;p96"/>
          <p:cNvSpPr/>
          <p:nvPr/>
        </p:nvSpPr>
        <p:spPr>
          <a:xfrm>
            <a:off x="4433128" y="2504891"/>
            <a:ext cx="2026500" cy="2406000"/>
          </a:xfrm>
          <a:prstGeom prst="round2SameRect">
            <a:avLst>
              <a:gd name="adj1" fmla="val 0"/>
              <a:gd name="adj2" fmla="val 14216"/>
            </a:avLst>
          </a:prstGeom>
          <a:solidFill>
            <a:schemeClr val="accent6"/>
          </a:solidFill>
          <a:ln>
            <a:noFill/>
          </a:ln>
        </p:spPr>
        <p:txBody>
          <a:bodyPr spcFirstLastPara="1" wrap="square" lIns="103475" tIns="103475" rIns="103475" bIns="103475" anchor="ctr" anchorCtr="0">
            <a:noAutofit/>
          </a:bodyPr>
          <a:lstStyle/>
          <a:p>
            <a:pPr marL="0" lvl="0" indent="0" algn="ctr" rtl="0">
              <a:spcBef>
                <a:spcPts val="0"/>
              </a:spcBef>
              <a:spcAft>
                <a:spcPts val="0"/>
              </a:spcAft>
              <a:buNone/>
            </a:pPr>
            <a:endParaRPr sz="1800">
              <a:solidFill>
                <a:schemeClr val="dk1"/>
              </a:solidFill>
              <a:latin typeface="Nunito Sans"/>
              <a:ea typeface="Nunito Sans"/>
              <a:cs typeface="Nunito Sans"/>
              <a:sym typeface="Nunito Sans"/>
            </a:endParaRPr>
          </a:p>
        </p:txBody>
      </p:sp>
      <p:sp>
        <p:nvSpPr>
          <p:cNvPr id="878" name="Google Shape;878;p96"/>
          <p:cNvSpPr/>
          <p:nvPr/>
        </p:nvSpPr>
        <p:spPr>
          <a:xfrm>
            <a:off x="4433109" y="2259424"/>
            <a:ext cx="2026500" cy="453000"/>
          </a:xfrm>
          <a:prstGeom prst="roundRect">
            <a:avLst>
              <a:gd name="adj" fmla="val 50000"/>
            </a:avLst>
          </a:prstGeom>
          <a:solidFill>
            <a:schemeClr val="lt2"/>
          </a:solidFill>
          <a:ln>
            <a:noFill/>
          </a:ln>
        </p:spPr>
        <p:txBody>
          <a:bodyPr spcFirstLastPara="1" wrap="square" lIns="310425" tIns="103475" rIns="310425" bIns="103475" anchor="ctr" anchorCtr="0">
            <a:noAutofit/>
          </a:bodyPr>
          <a:lstStyle/>
          <a:p>
            <a:pPr marL="0" lvl="0" indent="0" algn="l" rtl="0">
              <a:spcBef>
                <a:spcPts val="0"/>
              </a:spcBef>
              <a:spcAft>
                <a:spcPts val="0"/>
              </a:spcAft>
              <a:buNone/>
            </a:pPr>
            <a:endParaRPr b="1">
              <a:solidFill>
                <a:schemeClr val="dk2"/>
              </a:solidFill>
              <a:latin typeface="Nunito Sans"/>
              <a:ea typeface="Nunito Sans"/>
              <a:cs typeface="Nunito Sans"/>
              <a:sym typeface="Nunito Sans"/>
            </a:endParaRPr>
          </a:p>
        </p:txBody>
      </p:sp>
      <p:sp>
        <p:nvSpPr>
          <p:cNvPr id="879" name="Google Shape;879;p96"/>
          <p:cNvSpPr/>
          <p:nvPr/>
        </p:nvSpPr>
        <p:spPr>
          <a:xfrm>
            <a:off x="2338422" y="2504891"/>
            <a:ext cx="2026500" cy="2406000"/>
          </a:xfrm>
          <a:prstGeom prst="round2SameRect">
            <a:avLst>
              <a:gd name="adj1" fmla="val 0"/>
              <a:gd name="adj2" fmla="val 14216"/>
            </a:avLst>
          </a:prstGeom>
          <a:solidFill>
            <a:schemeClr val="accent6"/>
          </a:solidFill>
          <a:ln>
            <a:noFill/>
          </a:ln>
        </p:spPr>
        <p:txBody>
          <a:bodyPr spcFirstLastPara="1" wrap="square" lIns="103475" tIns="103475" rIns="103475" bIns="103475" anchor="ctr" anchorCtr="0">
            <a:noAutofit/>
          </a:bodyPr>
          <a:lstStyle/>
          <a:p>
            <a:pPr marL="0" lvl="0" indent="0" algn="ctr" rtl="0">
              <a:spcBef>
                <a:spcPts val="0"/>
              </a:spcBef>
              <a:spcAft>
                <a:spcPts val="0"/>
              </a:spcAft>
              <a:buNone/>
            </a:pPr>
            <a:endParaRPr sz="1800">
              <a:solidFill>
                <a:schemeClr val="dk1"/>
              </a:solidFill>
              <a:latin typeface="Nunito Sans"/>
              <a:ea typeface="Nunito Sans"/>
              <a:cs typeface="Nunito Sans"/>
              <a:sym typeface="Nunito Sans"/>
            </a:endParaRPr>
          </a:p>
        </p:txBody>
      </p:sp>
      <p:sp>
        <p:nvSpPr>
          <p:cNvPr id="880" name="Google Shape;880;p96"/>
          <p:cNvSpPr/>
          <p:nvPr/>
        </p:nvSpPr>
        <p:spPr>
          <a:xfrm>
            <a:off x="2338404" y="2259424"/>
            <a:ext cx="2026500" cy="453000"/>
          </a:xfrm>
          <a:prstGeom prst="roundRect">
            <a:avLst>
              <a:gd name="adj" fmla="val 50000"/>
            </a:avLst>
          </a:prstGeom>
          <a:solidFill>
            <a:schemeClr val="lt2"/>
          </a:solidFill>
          <a:ln>
            <a:noFill/>
          </a:ln>
        </p:spPr>
        <p:txBody>
          <a:bodyPr spcFirstLastPara="1" wrap="square" lIns="310425" tIns="103475" rIns="310425" bIns="103475" anchor="ctr" anchorCtr="0">
            <a:noAutofit/>
          </a:bodyPr>
          <a:lstStyle/>
          <a:p>
            <a:pPr marL="0" lvl="0" indent="0" algn="l" rtl="0">
              <a:spcBef>
                <a:spcPts val="0"/>
              </a:spcBef>
              <a:spcAft>
                <a:spcPts val="0"/>
              </a:spcAft>
              <a:buNone/>
            </a:pPr>
            <a:endParaRPr b="1">
              <a:solidFill>
                <a:schemeClr val="dk2"/>
              </a:solidFill>
              <a:latin typeface="Nunito Sans"/>
              <a:ea typeface="Nunito Sans"/>
              <a:cs typeface="Nunito Sans"/>
              <a:sym typeface="Nunito Sans"/>
            </a:endParaRPr>
          </a:p>
        </p:txBody>
      </p:sp>
      <p:sp>
        <p:nvSpPr>
          <p:cNvPr id="881" name="Google Shape;881;p96"/>
          <p:cNvSpPr txBox="1">
            <a:spLocks noGrp="1"/>
          </p:cNvSpPr>
          <p:nvPr>
            <p:ph type="subTitle" idx="1"/>
          </p:nvPr>
        </p:nvSpPr>
        <p:spPr>
          <a:xfrm>
            <a:off x="240763" y="2259424"/>
            <a:ext cx="2029200" cy="453000"/>
          </a:xfrm>
          <a:prstGeom prst="rect">
            <a:avLst/>
          </a:prstGeom>
        </p:spPr>
        <p:txBody>
          <a:bodyPr spcFirstLastPara="1" wrap="square" lIns="103475" tIns="103475" rIns="103475" bIns="103475" anchor="ctr" anchorCtr="0">
            <a:noAutofit/>
          </a:bodyPr>
          <a:lstStyle/>
          <a:p>
            <a:pPr marL="0" lvl="0" indent="0" algn="l" rtl="0">
              <a:spcBef>
                <a:spcPts val="0"/>
              </a:spcBef>
              <a:spcAft>
                <a:spcPts val="0"/>
              </a:spcAft>
              <a:buNone/>
            </a:pPr>
            <a:r>
              <a:rPr lang="en" sz="1800"/>
              <a:t>Orders</a:t>
            </a:r>
            <a:endParaRPr sz="1800"/>
          </a:p>
        </p:txBody>
      </p:sp>
      <p:sp>
        <p:nvSpPr>
          <p:cNvPr id="882" name="Google Shape;882;p96"/>
          <p:cNvSpPr txBox="1">
            <a:spLocks noGrp="1"/>
          </p:cNvSpPr>
          <p:nvPr>
            <p:ph type="subTitle" idx="2"/>
          </p:nvPr>
        </p:nvSpPr>
        <p:spPr>
          <a:xfrm>
            <a:off x="2336945" y="2259424"/>
            <a:ext cx="2029200" cy="453000"/>
          </a:xfrm>
          <a:prstGeom prst="rect">
            <a:avLst/>
          </a:prstGeom>
        </p:spPr>
        <p:txBody>
          <a:bodyPr spcFirstLastPara="1" wrap="square" lIns="103475" tIns="103475" rIns="103475" bIns="103475" anchor="ctr" anchorCtr="0">
            <a:noAutofit/>
          </a:bodyPr>
          <a:lstStyle/>
          <a:p>
            <a:pPr marL="0" lvl="0" indent="0" algn="l" rtl="0">
              <a:spcBef>
                <a:spcPts val="0"/>
              </a:spcBef>
              <a:spcAft>
                <a:spcPts val="0"/>
              </a:spcAft>
              <a:buNone/>
            </a:pPr>
            <a:r>
              <a:rPr lang="en" sz="1800"/>
              <a:t>Interns</a:t>
            </a:r>
            <a:endParaRPr sz="1800"/>
          </a:p>
        </p:txBody>
      </p:sp>
      <p:sp>
        <p:nvSpPr>
          <p:cNvPr id="883" name="Google Shape;883;p96"/>
          <p:cNvSpPr txBox="1">
            <a:spLocks noGrp="1"/>
          </p:cNvSpPr>
          <p:nvPr>
            <p:ph type="subTitle" idx="3"/>
          </p:nvPr>
        </p:nvSpPr>
        <p:spPr>
          <a:xfrm>
            <a:off x="4433136" y="2259424"/>
            <a:ext cx="2029200" cy="453000"/>
          </a:xfrm>
          <a:prstGeom prst="rect">
            <a:avLst/>
          </a:prstGeom>
        </p:spPr>
        <p:txBody>
          <a:bodyPr spcFirstLastPara="1" wrap="square" lIns="103475" tIns="103475" rIns="103475" bIns="103475" anchor="ctr" anchorCtr="0">
            <a:noAutofit/>
          </a:bodyPr>
          <a:lstStyle/>
          <a:p>
            <a:pPr marL="0" lvl="0" indent="0" algn="l" rtl="0">
              <a:spcBef>
                <a:spcPts val="0"/>
              </a:spcBef>
              <a:spcAft>
                <a:spcPts val="0"/>
              </a:spcAft>
              <a:buNone/>
            </a:pPr>
            <a:r>
              <a:rPr lang="en" sz="1800"/>
              <a:t>Process</a:t>
            </a:r>
            <a:endParaRPr sz="1800"/>
          </a:p>
        </p:txBody>
      </p:sp>
      <p:sp>
        <p:nvSpPr>
          <p:cNvPr id="884" name="Google Shape;884;p96"/>
          <p:cNvSpPr txBox="1">
            <a:spLocks noGrp="1"/>
          </p:cNvSpPr>
          <p:nvPr>
            <p:ph type="body" idx="4"/>
          </p:nvPr>
        </p:nvSpPr>
        <p:spPr>
          <a:xfrm>
            <a:off x="136250" y="3082626"/>
            <a:ext cx="2133900" cy="1828200"/>
          </a:xfrm>
          <a:prstGeom prst="rect">
            <a:avLst/>
          </a:prstGeom>
        </p:spPr>
        <p:txBody>
          <a:bodyPr spcFirstLastPara="1" wrap="square" lIns="103475" tIns="103475" rIns="103475" bIns="103475" anchor="t" anchorCtr="0">
            <a:noAutofit/>
          </a:bodyPr>
          <a:lstStyle/>
          <a:p>
            <a:pPr marL="0" lvl="0" indent="0" algn="l" rtl="0">
              <a:spcBef>
                <a:spcPts val="0"/>
              </a:spcBef>
              <a:spcAft>
                <a:spcPts val="0"/>
              </a:spcAft>
              <a:buNone/>
            </a:pPr>
            <a:r>
              <a:rPr lang="en" sz="1400" dirty="0"/>
              <a:t>   Total records: 5009</a:t>
            </a:r>
            <a:endParaRPr sz="1400" dirty="0"/>
          </a:p>
          <a:p>
            <a:pPr marL="0" lvl="0" indent="0" algn="l" rtl="0">
              <a:spcBef>
                <a:spcPts val="0"/>
              </a:spcBef>
              <a:spcAft>
                <a:spcPts val="0"/>
              </a:spcAft>
              <a:buNone/>
            </a:pPr>
            <a:r>
              <a:rPr lang="en" sz="1400" dirty="0"/>
              <a:t>   Unique orders: 5009</a:t>
            </a:r>
            <a:endParaRPr sz="1400" dirty="0"/>
          </a:p>
          <a:p>
            <a:pPr marL="0" lvl="0" indent="0" algn="l" rtl="0">
              <a:spcBef>
                <a:spcPts val="0"/>
              </a:spcBef>
              <a:spcAft>
                <a:spcPts val="0"/>
              </a:spcAft>
              <a:buNone/>
            </a:pPr>
            <a:endParaRPr sz="1400" dirty="0"/>
          </a:p>
          <a:p>
            <a:pPr marL="0" lvl="0" indent="0" algn="l" rtl="0">
              <a:spcBef>
                <a:spcPts val="0"/>
              </a:spcBef>
              <a:spcAft>
                <a:spcPts val="0"/>
              </a:spcAft>
              <a:buNone/>
            </a:pPr>
            <a:r>
              <a:rPr lang="en" sz="1400" dirty="0"/>
              <a:t>    Main info:</a:t>
            </a:r>
            <a:endParaRPr sz="1400" dirty="0"/>
          </a:p>
          <a:p>
            <a:pPr marL="517417" lvl="0" indent="-330572" algn="l" rtl="0">
              <a:spcBef>
                <a:spcPts val="0"/>
              </a:spcBef>
              <a:spcAft>
                <a:spcPts val="0"/>
              </a:spcAft>
              <a:buSzPts val="1132"/>
              <a:buChar char="●"/>
            </a:pPr>
            <a:r>
              <a:rPr lang="en" sz="1400" dirty="0" err="1"/>
              <a:t>order_date</a:t>
            </a:r>
            <a:endParaRPr sz="1400" dirty="0"/>
          </a:p>
          <a:p>
            <a:pPr marL="517417" lvl="0" indent="-330572" algn="l" rtl="0">
              <a:spcBef>
                <a:spcPts val="0"/>
              </a:spcBef>
              <a:spcAft>
                <a:spcPts val="0"/>
              </a:spcAft>
              <a:buSzPts val="1132"/>
              <a:buChar char="●"/>
            </a:pPr>
            <a:r>
              <a:rPr lang="en" sz="1400" dirty="0" err="1"/>
              <a:t>ship_mode</a:t>
            </a:r>
            <a:endParaRPr sz="1400" dirty="0"/>
          </a:p>
          <a:p>
            <a:pPr marL="517417" lvl="0" indent="-330572" algn="l" rtl="0">
              <a:spcBef>
                <a:spcPts val="0"/>
              </a:spcBef>
              <a:spcAft>
                <a:spcPts val="0"/>
              </a:spcAft>
              <a:buSzPts val="1132"/>
              <a:buChar char="●"/>
            </a:pPr>
            <a:r>
              <a:rPr lang="en" sz="1400" dirty="0" err="1"/>
              <a:t>origin_channel</a:t>
            </a:r>
            <a:endParaRPr sz="1400" dirty="0"/>
          </a:p>
        </p:txBody>
      </p:sp>
      <p:sp>
        <p:nvSpPr>
          <p:cNvPr id="885" name="Google Shape;885;p96"/>
          <p:cNvSpPr txBox="1">
            <a:spLocks noGrp="1"/>
          </p:cNvSpPr>
          <p:nvPr>
            <p:ph type="body" idx="5"/>
          </p:nvPr>
        </p:nvSpPr>
        <p:spPr>
          <a:xfrm>
            <a:off x="2140819" y="3082626"/>
            <a:ext cx="2428800" cy="1315200"/>
          </a:xfrm>
          <a:prstGeom prst="rect">
            <a:avLst/>
          </a:prstGeom>
        </p:spPr>
        <p:txBody>
          <a:bodyPr spcFirstLastPara="1" wrap="square" lIns="103475" tIns="103475" rIns="103475" bIns="103475" anchor="t" anchorCtr="0">
            <a:noAutofit/>
          </a:bodyPr>
          <a:lstStyle/>
          <a:p>
            <a:pPr marL="0" lvl="0" indent="0" algn="l" rtl="0">
              <a:spcBef>
                <a:spcPts val="0"/>
              </a:spcBef>
              <a:spcAft>
                <a:spcPts val="0"/>
              </a:spcAft>
              <a:buNone/>
            </a:pPr>
            <a:r>
              <a:rPr lang="en" sz="1400"/>
              <a:t>      Total records: 204</a:t>
            </a:r>
            <a:endParaRPr sz="1400"/>
          </a:p>
          <a:p>
            <a:pPr marL="0" lvl="0" indent="0" algn="l" rtl="0">
              <a:spcBef>
                <a:spcPts val="0"/>
              </a:spcBef>
              <a:spcAft>
                <a:spcPts val="0"/>
              </a:spcAft>
              <a:buNone/>
            </a:pPr>
            <a:r>
              <a:rPr lang="en" sz="1400"/>
              <a:t>     Unique orders: 204</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     Main info:</a:t>
            </a:r>
            <a:endParaRPr sz="1400"/>
          </a:p>
          <a:p>
            <a:pPr marL="517417" lvl="0" indent="-330572" algn="l" rtl="0">
              <a:spcBef>
                <a:spcPts val="0"/>
              </a:spcBef>
              <a:spcAft>
                <a:spcPts val="0"/>
              </a:spcAft>
              <a:buSzPts val="1132"/>
              <a:buChar char="●"/>
            </a:pPr>
            <a:r>
              <a:rPr lang="en" sz="1400"/>
              <a:t>ready_to_ship_date</a:t>
            </a:r>
            <a:endParaRPr sz="1400"/>
          </a:p>
          <a:p>
            <a:pPr marL="517417" lvl="0" indent="-330572" algn="l" rtl="0">
              <a:spcBef>
                <a:spcPts val="0"/>
              </a:spcBef>
              <a:spcAft>
                <a:spcPts val="0"/>
              </a:spcAft>
              <a:buSzPts val="1132"/>
              <a:buChar char="●"/>
            </a:pPr>
            <a:r>
              <a:rPr lang="en" sz="1400"/>
              <a:t>pickup_date</a:t>
            </a:r>
            <a:endParaRPr sz="1400"/>
          </a:p>
          <a:p>
            <a:pPr marL="0" lvl="0" indent="0" algn="l" rtl="0">
              <a:spcBef>
                <a:spcPts val="0"/>
              </a:spcBef>
              <a:spcAft>
                <a:spcPts val="0"/>
              </a:spcAft>
              <a:buNone/>
            </a:pPr>
            <a:endParaRPr sz="1400"/>
          </a:p>
        </p:txBody>
      </p:sp>
      <p:sp>
        <p:nvSpPr>
          <p:cNvPr id="886" name="Google Shape;886;p96"/>
          <p:cNvSpPr txBox="1">
            <a:spLocks noGrp="1"/>
          </p:cNvSpPr>
          <p:nvPr>
            <p:ph type="body" idx="6"/>
          </p:nvPr>
        </p:nvSpPr>
        <p:spPr>
          <a:xfrm>
            <a:off x="4174302" y="3082626"/>
            <a:ext cx="2505900" cy="1315200"/>
          </a:xfrm>
          <a:prstGeom prst="rect">
            <a:avLst/>
          </a:prstGeom>
        </p:spPr>
        <p:txBody>
          <a:bodyPr spcFirstLastPara="1" wrap="square" lIns="103475" tIns="103475" rIns="103475" bIns="103475" anchor="t" anchorCtr="0">
            <a:noAutofit/>
          </a:bodyPr>
          <a:lstStyle/>
          <a:p>
            <a:pPr marL="0" lvl="0" indent="0" algn="l" rtl="0">
              <a:spcBef>
                <a:spcPts val="0"/>
              </a:spcBef>
              <a:spcAft>
                <a:spcPts val="0"/>
              </a:spcAft>
              <a:buNone/>
            </a:pPr>
            <a:r>
              <a:rPr lang="en" sz="1400"/>
              <a:t>     Total records: 3002</a:t>
            </a:r>
            <a:endParaRPr sz="1400"/>
          </a:p>
          <a:p>
            <a:pPr marL="0" lvl="0" indent="0" algn="l" rtl="0">
              <a:spcBef>
                <a:spcPts val="0"/>
              </a:spcBef>
              <a:spcAft>
                <a:spcPts val="0"/>
              </a:spcAft>
              <a:buNone/>
            </a:pPr>
            <a:r>
              <a:rPr lang="en" sz="1400"/>
              <a:t>     Unique orders: 3002</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    Main info:</a:t>
            </a:r>
            <a:endParaRPr sz="1400"/>
          </a:p>
          <a:p>
            <a:pPr marL="517417" lvl="0" indent="-330572" algn="l" rtl="0">
              <a:spcBef>
                <a:spcPts val="0"/>
              </a:spcBef>
              <a:spcAft>
                <a:spcPts val="0"/>
              </a:spcAft>
              <a:buSzPts val="1132"/>
              <a:buChar char="●"/>
            </a:pPr>
            <a:r>
              <a:rPr lang="en" sz="1400"/>
              <a:t>on_truck_scan_date</a:t>
            </a:r>
            <a:endParaRPr sz="1400"/>
          </a:p>
          <a:p>
            <a:pPr marL="517417" lvl="0" indent="-330572" algn="l" rtl="0">
              <a:spcBef>
                <a:spcPts val="0"/>
              </a:spcBef>
              <a:spcAft>
                <a:spcPts val="0"/>
              </a:spcAft>
              <a:buSzPts val="1132"/>
              <a:buChar char="●"/>
            </a:pPr>
            <a:r>
              <a:rPr lang="en" sz="1400"/>
              <a:t>truck_ship_mode</a:t>
            </a:r>
            <a:endParaRPr sz="1400"/>
          </a:p>
          <a:p>
            <a:pPr marL="0" lvl="0" indent="0" algn="l" rtl="0">
              <a:spcBef>
                <a:spcPts val="0"/>
              </a:spcBef>
              <a:spcAft>
                <a:spcPts val="0"/>
              </a:spcAft>
              <a:buNone/>
            </a:pPr>
            <a:endParaRPr sz="1400"/>
          </a:p>
        </p:txBody>
      </p:sp>
      <p:sp>
        <p:nvSpPr>
          <p:cNvPr id="887" name="Google Shape;887;p96"/>
          <p:cNvSpPr txBox="1">
            <a:spLocks noGrp="1"/>
          </p:cNvSpPr>
          <p:nvPr>
            <p:ph type="title"/>
          </p:nvPr>
        </p:nvSpPr>
        <p:spPr>
          <a:xfrm>
            <a:off x="228600" y="256925"/>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01 Data Overview and Cleaning</a:t>
            </a:r>
            <a:endParaRPr/>
          </a:p>
        </p:txBody>
      </p:sp>
      <p:sp>
        <p:nvSpPr>
          <p:cNvPr id="888" name="Google Shape;888;p96"/>
          <p:cNvSpPr/>
          <p:nvPr/>
        </p:nvSpPr>
        <p:spPr>
          <a:xfrm>
            <a:off x="6535130" y="2506231"/>
            <a:ext cx="2026500" cy="2406000"/>
          </a:xfrm>
          <a:prstGeom prst="round2SameRect">
            <a:avLst>
              <a:gd name="adj1" fmla="val 0"/>
              <a:gd name="adj2" fmla="val 14216"/>
            </a:avLst>
          </a:prstGeom>
          <a:solidFill>
            <a:schemeClr val="accent6"/>
          </a:solidFill>
          <a:ln>
            <a:noFill/>
          </a:ln>
        </p:spPr>
        <p:txBody>
          <a:bodyPr spcFirstLastPara="1" wrap="square" lIns="103475" tIns="103475" rIns="103475" bIns="103475" anchor="ctr" anchorCtr="0">
            <a:noAutofit/>
          </a:bodyPr>
          <a:lstStyle/>
          <a:p>
            <a:pPr marL="0" lvl="0" indent="0" algn="ctr" rtl="0">
              <a:spcBef>
                <a:spcPts val="0"/>
              </a:spcBef>
              <a:spcAft>
                <a:spcPts val="0"/>
              </a:spcAft>
              <a:buNone/>
            </a:pPr>
            <a:endParaRPr sz="1800">
              <a:solidFill>
                <a:schemeClr val="dk1"/>
              </a:solidFill>
              <a:latin typeface="Nunito Sans"/>
              <a:ea typeface="Nunito Sans"/>
              <a:cs typeface="Nunito Sans"/>
              <a:sym typeface="Nunito Sans"/>
            </a:endParaRPr>
          </a:p>
        </p:txBody>
      </p:sp>
      <p:sp>
        <p:nvSpPr>
          <p:cNvPr id="889" name="Google Shape;889;p96"/>
          <p:cNvSpPr/>
          <p:nvPr/>
        </p:nvSpPr>
        <p:spPr>
          <a:xfrm>
            <a:off x="6535110" y="2260256"/>
            <a:ext cx="2026500" cy="453000"/>
          </a:xfrm>
          <a:prstGeom prst="roundRect">
            <a:avLst>
              <a:gd name="adj" fmla="val 50000"/>
            </a:avLst>
          </a:prstGeom>
          <a:solidFill>
            <a:schemeClr val="lt2"/>
          </a:solidFill>
          <a:ln>
            <a:noFill/>
          </a:ln>
        </p:spPr>
        <p:txBody>
          <a:bodyPr spcFirstLastPara="1" wrap="square" lIns="310425" tIns="103475" rIns="310425" bIns="103475" anchor="ctr" anchorCtr="0">
            <a:noAutofit/>
          </a:bodyPr>
          <a:lstStyle/>
          <a:p>
            <a:pPr marL="0" lvl="0" indent="0" algn="l" rtl="0">
              <a:spcBef>
                <a:spcPts val="0"/>
              </a:spcBef>
              <a:spcAft>
                <a:spcPts val="0"/>
              </a:spcAft>
              <a:buNone/>
            </a:pPr>
            <a:endParaRPr b="1">
              <a:solidFill>
                <a:schemeClr val="dk2"/>
              </a:solidFill>
              <a:latin typeface="Nunito Sans"/>
              <a:ea typeface="Nunito Sans"/>
              <a:cs typeface="Nunito Sans"/>
              <a:sym typeface="Nunito Sans"/>
            </a:endParaRPr>
          </a:p>
        </p:txBody>
      </p:sp>
      <p:sp>
        <p:nvSpPr>
          <p:cNvPr id="890" name="Google Shape;890;p96"/>
          <p:cNvSpPr txBox="1">
            <a:spLocks noGrp="1"/>
          </p:cNvSpPr>
          <p:nvPr>
            <p:ph type="subTitle" idx="3"/>
          </p:nvPr>
        </p:nvSpPr>
        <p:spPr>
          <a:xfrm>
            <a:off x="6535137" y="2260256"/>
            <a:ext cx="2029200" cy="453000"/>
          </a:xfrm>
          <a:prstGeom prst="rect">
            <a:avLst/>
          </a:prstGeom>
        </p:spPr>
        <p:txBody>
          <a:bodyPr spcFirstLastPara="1" wrap="square" lIns="103475" tIns="103475" rIns="103475" bIns="103475" anchor="ctr" anchorCtr="0">
            <a:noAutofit/>
          </a:bodyPr>
          <a:lstStyle/>
          <a:p>
            <a:pPr marL="0" lvl="0" indent="0" algn="l" rtl="0">
              <a:spcBef>
                <a:spcPts val="0"/>
              </a:spcBef>
              <a:spcAft>
                <a:spcPts val="0"/>
              </a:spcAft>
              <a:buNone/>
            </a:pPr>
            <a:r>
              <a:rPr lang="en" sz="1800"/>
              <a:t>Campaign</a:t>
            </a:r>
            <a:endParaRPr sz="1800"/>
          </a:p>
        </p:txBody>
      </p:sp>
      <p:sp>
        <p:nvSpPr>
          <p:cNvPr id="891" name="Google Shape;891;p96"/>
          <p:cNvSpPr txBox="1">
            <a:spLocks noGrp="1"/>
          </p:cNvSpPr>
          <p:nvPr>
            <p:ph type="body" idx="6"/>
          </p:nvPr>
        </p:nvSpPr>
        <p:spPr>
          <a:xfrm>
            <a:off x="6381249" y="3083984"/>
            <a:ext cx="2313000" cy="1315200"/>
          </a:xfrm>
          <a:prstGeom prst="rect">
            <a:avLst/>
          </a:prstGeom>
        </p:spPr>
        <p:txBody>
          <a:bodyPr spcFirstLastPara="1" wrap="square" lIns="103475" tIns="103475" rIns="103475" bIns="103475" anchor="t" anchorCtr="0">
            <a:noAutofit/>
          </a:bodyPr>
          <a:lstStyle/>
          <a:p>
            <a:pPr marL="0" lvl="0" indent="0" algn="l" rtl="0">
              <a:spcBef>
                <a:spcPts val="0"/>
              </a:spcBef>
              <a:spcAft>
                <a:spcPts val="0"/>
              </a:spcAft>
              <a:buNone/>
            </a:pPr>
            <a:r>
              <a:rPr lang="en" sz="1400"/>
              <a:t>     Total records: 333</a:t>
            </a:r>
            <a:endParaRPr sz="1400"/>
          </a:p>
          <a:p>
            <a:pPr marL="0" lvl="0" indent="0" algn="l" rtl="0">
              <a:spcBef>
                <a:spcPts val="0"/>
              </a:spcBef>
              <a:spcAft>
                <a:spcPts val="0"/>
              </a:spcAft>
              <a:buNone/>
            </a:pPr>
            <a:r>
              <a:rPr lang="en" sz="1400"/>
              <a:t>     Unique orders: 333</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    Main info:</a:t>
            </a:r>
            <a:endParaRPr sz="1400"/>
          </a:p>
          <a:p>
            <a:pPr marL="517417" lvl="0" indent="-330572" algn="l" rtl="0">
              <a:spcBef>
                <a:spcPts val="0"/>
              </a:spcBef>
              <a:spcAft>
                <a:spcPts val="0"/>
              </a:spcAft>
              <a:buSzPts val="1132"/>
              <a:buChar char="●"/>
            </a:pPr>
            <a:r>
              <a:rPr lang="en" sz="1400"/>
              <a:t>arrival_scan-date</a:t>
            </a:r>
            <a:endParaRPr sz="1400"/>
          </a:p>
          <a:p>
            <a:pPr marL="0" lvl="0" indent="0" algn="l" rtl="0">
              <a:spcBef>
                <a:spcPts val="0"/>
              </a:spcBef>
              <a:spcAft>
                <a:spcPts val="0"/>
              </a:spcAft>
              <a:buNone/>
            </a:pP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97"/>
          <p:cNvSpPr/>
          <p:nvPr/>
        </p:nvSpPr>
        <p:spPr>
          <a:xfrm>
            <a:off x="228675" y="1334178"/>
            <a:ext cx="8489100" cy="3471998"/>
          </a:xfrm>
          <a:prstGeom prst="round2SameRect">
            <a:avLst>
              <a:gd name="adj1" fmla="val 0"/>
              <a:gd name="adj2" fmla="val 1421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897" name="Google Shape;897;p97"/>
          <p:cNvSpPr/>
          <p:nvPr/>
        </p:nvSpPr>
        <p:spPr>
          <a:xfrm>
            <a:off x="228600" y="1133453"/>
            <a:ext cx="7278600" cy="400200"/>
          </a:xfrm>
          <a:prstGeom prst="roundRect">
            <a:avLst>
              <a:gd name="adj" fmla="val 50000"/>
            </a:avLst>
          </a:prstGeom>
          <a:solidFill>
            <a:schemeClr val="lt2"/>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898" name="Google Shape;898;p97"/>
          <p:cNvSpPr txBox="1">
            <a:spLocks noGrp="1"/>
          </p:cNvSpPr>
          <p:nvPr>
            <p:ph type="subTitle" idx="1"/>
          </p:nvPr>
        </p:nvSpPr>
        <p:spPr>
          <a:xfrm>
            <a:off x="228675" y="1133453"/>
            <a:ext cx="8489100" cy="400200"/>
          </a:xfrm>
          <a:prstGeom prst="rect">
            <a:avLst/>
          </a:prstGeom>
        </p:spPr>
        <p:txBody>
          <a:bodyPr spcFirstLastPara="1" wrap="square" lIns="274300" tIns="0" rIns="274300" bIns="0" anchor="ctr" anchorCtr="0">
            <a:noAutofit/>
          </a:bodyPr>
          <a:lstStyle/>
          <a:p>
            <a:pPr marL="0" lvl="0" indent="0" algn="l" rtl="0">
              <a:spcBef>
                <a:spcPts val="0"/>
              </a:spcBef>
              <a:spcAft>
                <a:spcPts val="0"/>
              </a:spcAft>
              <a:buNone/>
            </a:pPr>
            <a:r>
              <a:rPr lang="en" sz="1400" dirty="0"/>
              <a:t>Key Takeaways:</a:t>
            </a:r>
            <a:endParaRPr sz="1400" dirty="0"/>
          </a:p>
        </p:txBody>
      </p:sp>
      <p:sp>
        <p:nvSpPr>
          <p:cNvPr id="899" name="Google Shape;899;p97"/>
          <p:cNvSpPr txBox="1">
            <a:spLocks noGrp="1"/>
          </p:cNvSpPr>
          <p:nvPr>
            <p:ph type="body" idx="4"/>
          </p:nvPr>
        </p:nvSpPr>
        <p:spPr>
          <a:xfrm>
            <a:off x="426224" y="1848521"/>
            <a:ext cx="8062875" cy="2023200"/>
          </a:xfrm>
          <a:prstGeom prst="rect">
            <a:avLst/>
          </a:prstGeom>
        </p:spPr>
        <p:txBody>
          <a:bodyPr spcFirstLastPara="1" wrap="square" lIns="274300" tIns="91425" rIns="274300" bIns="91425" anchor="t" anchorCtr="0">
            <a:noAutofit/>
          </a:bodyPr>
          <a:lstStyle/>
          <a:p>
            <a:pPr marL="457200" lvl="0" indent="-304800" algn="l" rtl="0">
              <a:spcBef>
                <a:spcPts val="0"/>
              </a:spcBef>
              <a:spcAft>
                <a:spcPts val="0"/>
              </a:spcAft>
              <a:buSzPts val="1200"/>
              <a:buChar char="●"/>
            </a:pPr>
            <a:r>
              <a:rPr lang="en" sz="1400" dirty="0"/>
              <a:t>The project uses </a:t>
            </a:r>
            <a:r>
              <a:rPr lang="en" sz="1400" b="1" dirty="0">
                <a:solidFill>
                  <a:schemeClr val="lt2"/>
                </a:solidFill>
              </a:rPr>
              <a:t>several datasets</a:t>
            </a:r>
            <a:r>
              <a:rPr lang="en" sz="1400" dirty="0"/>
              <a:t>: orders, intern warehouse observations, shipment scans, and customer arrival scans</a:t>
            </a:r>
            <a:endParaRPr sz="1400" dirty="0"/>
          </a:p>
          <a:p>
            <a:pPr marL="457200" lvl="0" indent="0" algn="l" rtl="0">
              <a:spcBef>
                <a:spcPts val="0"/>
              </a:spcBef>
              <a:spcAft>
                <a:spcPts val="0"/>
              </a:spcAft>
              <a:buNone/>
            </a:pPr>
            <a:endParaRPr sz="1400" dirty="0"/>
          </a:p>
          <a:p>
            <a:pPr marL="457200" lvl="0" indent="-304800" algn="l" rtl="0">
              <a:spcBef>
                <a:spcPts val="0"/>
              </a:spcBef>
              <a:spcAft>
                <a:spcPts val="0"/>
              </a:spcAft>
              <a:buSzPts val="1200"/>
              <a:buChar char="●"/>
            </a:pPr>
            <a:r>
              <a:rPr lang="en" sz="1400" dirty="0"/>
              <a:t>The data was cleaned to make sure column names and date formats were </a:t>
            </a:r>
            <a:r>
              <a:rPr lang="en" sz="1400" b="1" dirty="0">
                <a:solidFill>
                  <a:schemeClr val="lt2"/>
                </a:solidFill>
              </a:rPr>
              <a:t>consistent</a:t>
            </a:r>
            <a:endParaRPr sz="1400" dirty="0"/>
          </a:p>
          <a:p>
            <a:pPr marL="457200" lvl="0" indent="0" algn="l" rtl="0">
              <a:spcBef>
                <a:spcPts val="0"/>
              </a:spcBef>
              <a:spcAft>
                <a:spcPts val="0"/>
              </a:spcAft>
              <a:buNone/>
            </a:pPr>
            <a:endParaRPr sz="1400" dirty="0"/>
          </a:p>
          <a:p>
            <a:pPr marL="457200" lvl="0" indent="-304800" algn="l" rtl="0">
              <a:spcBef>
                <a:spcPts val="0"/>
              </a:spcBef>
              <a:spcAft>
                <a:spcPts val="0"/>
              </a:spcAft>
              <a:buSzPts val="1200"/>
              <a:buChar char="●"/>
            </a:pPr>
            <a:r>
              <a:rPr lang="en" sz="1400" dirty="0"/>
              <a:t>Data columns were converted so we could </a:t>
            </a:r>
            <a:r>
              <a:rPr lang="en" sz="1400" b="1" dirty="0">
                <a:solidFill>
                  <a:schemeClr val="lt2"/>
                </a:solidFill>
              </a:rPr>
              <a:t>calculate time differences</a:t>
            </a:r>
            <a:r>
              <a:rPr lang="en" sz="1400" dirty="0"/>
              <a:t> between delivery stages</a:t>
            </a:r>
            <a:endParaRPr sz="1400" dirty="0"/>
          </a:p>
          <a:p>
            <a:pPr marL="0" lvl="0" indent="0" algn="l" rtl="0">
              <a:spcBef>
                <a:spcPts val="0"/>
              </a:spcBef>
              <a:spcAft>
                <a:spcPts val="0"/>
              </a:spcAft>
              <a:buNone/>
            </a:pPr>
            <a:endParaRPr sz="1400" dirty="0"/>
          </a:p>
          <a:p>
            <a:pPr marL="457200" lvl="0" indent="-304800" algn="l" rtl="0">
              <a:spcBef>
                <a:spcPts val="0"/>
              </a:spcBef>
              <a:spcAft>
                <a:spcPts val="0"/>
              </a:spcAft>
              <a:buSzPts val="1200"/>
              <a:buChar char="●"/>
            </a:pPr>
            <a:r>
              <a:rPr lang="en" sz="1400" dirty="0"/>
              <a:t>After cleaning, the datasets were </a:t>
            </a:r>
            <a:r>
              <a:rPr lang="en" sz="1400" b="1" dirty="0">
                <a:solidFill>
                  <a:schemeClr val="lt2"/>
                </a:solidFill>
              </a:rPr>
              <a:t>merged</a:t>
            </a:r>
            <a:r>
              <a:rPr lang="en" sz="1400" dirty="0"/>
              <a:t> to reconstruct the full delivery process for each order</a:t>
            </a:r>
            <a:endParaRPr sz="1400" dirty="0"/>
          </a:p>
        </p:txBody>
      </p:sp>
      <p:sp>
        <p:nvSpPr>
          <p:cNvPr id="900" name="Google Shape;900;p97"/>
          <p:cNvSpPr txBox="1">
            <a:spLocks noGrp="1"/>
          </p:cNvSpPr>
          <p:nvPr>
            <p:ph type="title"/>
          </p:nvPr>
        </p:nvSpPr>
        <p:spPr>
          <a:xfrm>
            <a:off x="228600" y="256925"/>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01 Data Overview &amp; Cleaning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98"/>
          <p:cNvSpPr txBox="1">
            <a:spLocks noGrp="1"/>
          </p:cNvSpPr>
          <p:nvPr>
            <p:ph type="title"/>
          </p:nvPr>
        </p:nvSpPr>
        <p:spPr>
          <a:xfrm>
            <a:off x="228600" y="256925"/>
            <a:ext cx="67287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02 Delivery Process: Flow &amp; Steps</a:t>
            </a:r>
            <a:endParaRPr/>
          </a:p>
        </p:txBody>
      </p:sp>
      <p:sp>
        <p:nvSpPr>
          <p:cNvPr id="906" name="Google Shape;906;p98"/>
          <p:cNvSpPr/>
          <p:nvPr/>
        </p:nvSpPr>
        <p:spPr>
          <a:xfrm>
            <a:off x="228615" y="2785073"/>
            <a:ext cx="1299102" cy="2126100"/>
          </a:xfrm>
          <a:prstGeom prst="round2SameRect">
            <a:avLst>
              <a:gd name="adj1" fmla="val 0"/>
              <a:gd name="adj2" fmla="val 1421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907" name="Google Shape;907;p98"/>
          <p:cNvSpPr/>
          <p:nvPr/>
        </p:nvSpPr>
        <p:spPr>
          <a:xfrm>
            <a:off x="228600" y="2568175"/>
            <a:ext cx="1313033" cy="400200"/>
          </a:xfrm>
          <a:prstGeom prst="roundRect">
            <a:avLst>
              <a:gd name="adj" fmla="val 50000"/>
            </a:avLst>
          </a:prstGeom>
          <a:solidFill>
            <a:schemeClr val="lt2"/>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908" name="Google Shape;908;p98"/>
          <p:cNvSpPr/>
          <p:nvPr/>
        </p:nvSpPr>
        <p:spPr>
          <a:xfrm>
            <a:off x="3322456" y="2785073"/>
            <a:ext cx="1665600" cy="2126100"/>
          </a:xfrm>
          <a:prstGeom prst="round2SameRect">
            <a:avLst>
              <a:gd name="adj1" fmla="val 0"/>
              <a:gd name="adj2" fmla="val 1421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909" name="Google Shape;909;p98"/>
          <p:cNvSpPr/>
          <p:nvPr/>
        </p:nvSpPr>
        <p:spPr>
          <a:xfrm>
            <a:off x="3298995" y="2568175"/>
            <a:ext cx="1665600" cy="400200"/>
          </a:xfrm>
          <a:prstGeom prst="roundRect">
            <a:avLst>
              <a:gd name="adj" fmla="val 50000"/>
            </a:avLst>
          </a:prstGeom>
          <a:solidFill>
            <a:srgbClr val="EA9999"/>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910" name="Google Shape;910;p98"/>
          <p:cNvSpPr/>
          <p:nvPr/>
        </p:nvSpPr>
        <p:spPr>
          <a:xfrm>
            <a:off x="1600897" y="2785073"/>
            <a:ext cx="1665600" cy="2126100"/>
          </a:xfrm>
          <a:prstGeom prst="round2SameRect">
            <a:avLst>
              <a:gd name="adj1" fmla="val 0"/>
              <a:gd name="adj2" fmla="val 1421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911" name="Google Shape;911;p98"/>
          <p:cNvSpPr/>
          <p:nvPr/>
        </p:nvSpPr>
        <p:spPr>
          <a:xfrm>
            <a:off x="1600882" y="2568175"/>
            <a:ext cx="1665600" cy="400200"/>
          </a:xfrm>
          <a:prstGeom prst="roundRect">
            <a:avLst>
              <a:gd name="adj" fmla="val 50000"/>
            </a:avLst>
          </a:prstGeom>
          <a:solidFill>
            <a:srgbClr val="EA9999"/>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912" name="Google Shape;912;p98"/>
          <p:cNvSpPr txBox="1">
            <a:spLocks noGrp="1"/>
          </p:cNvSpPr>
          <p:nvPr>
            <p:ph type="subTitle" idx="1"/>
          </p:nvPr>
        </p:nvSpPr>
        <p:spPr>
          <a:xfrm>
            <a:off x="230425" y="2568180"/>
            <a:ext cx="1294859" cy="400200"/>
          </a:xfrm>
          <a:prstGeom prst="rect">
            <a:avLst/>
          </a:prstGeom>
        </p:spPr>
        <p:txBody>
          <a:bodyPr spcFirstLastPara="1" wrap="square" lIns="274300" tIns="0" rIns="274300" bIns="0" anchor="ctr" anchorCtr="0">
            <a:noAutofit/>
          </a:bodyPr>
          <a:lstStyle/>
          <a:p>
            <a:pPr marL="0" lvl="0" indent="0" algn="ctr" rtl="0">
              <a:spcBef>
                <a:spcPts val="0"/>
              </a:spcBef>
              <a:spcAft>
                <a:spcPts val="0"/>
              </a:spcAft>
              <a:buNone/>
            </a:pPr>
            <a:r>
              <a:rPr lang="en" sz="1200" dirty="0"/>
              <a:t>Order</a:t>
            </a:r>
            <a:endParaRPr sz="1200" dirty="0"/>
          </a:p>
        </p:txBody>
      </p:sp>
      <p:sp>
        <p:nvSpPr>
          <p:cNvPr id="913" name="Google Shape;913;p98"/>
          <p:cNvSpPr txBox="1">
            <a:spLocks noGrp="1"/>
          </p:cNvSpPr>
          <p:nvPr>
            <p:ph type="subTitle" idx="2"/>
          </p:nvPr>
        </p:nvSpPr>
        <p:spPr>
          <a:xfrm>
            <a:off x="1600583" y="2568900"/>
            <a:ext cx="1668000" cy="400200"/>
          </a:xfrm>
          <a:prstGeom prst="rect">
            <a:avLst/>
          </a:prstGeom>
          <a:noFill/>
        </p:spPr>
        <p:txBody>
          <a:bodyPr spcFirstLastPara="1" wrap="square" lIns="274300" tIns="0" rIns="274300" bIns="0" anchor="ctr" anchorCtr="0">
            <a:noAutofit/>
          </a:bodyPr>
          <a:lstStyle/>
          <a:p>
            <a:pPr marL="0" lvl="0" indent="0" algn="ctr" rtl="0">
              <a:spcBef>
                <a:spcPts val="0"/>
              </a:spcBef>
              <a:spcAft>
                <a:spcPts val="0"/>
              </a:spcAft>
              <a:buNone/>
            </a:pPr>
            <a:r>
              <a:rPr lang="en" sz="1100" dirty="0"/>
              <a:t>Warehouse Processing</a:t>
            </a:r>
            <a:endParaRPr sz="1100" dirty="0"/>
          </a:p>
        </p:txBody>
      </p:sp>
      <p:sp>
        <p:nvSpPr>
          <p:cNvPr id="914" name="Google Shape;914;p98"/>
          <p:cNvSpPr txBox="1">
            <a:spLocks noGrp="1"/>
          </p:cNvSpPr>
          <p:nvPr>
            <p:ph type="subTitle" idx="3"/>
          </p:nvPr>
        </p:nvSpPr>
        <p:spPr>
          <a:xfrm>
            <a:off x="3289081" y="2568900"/>
            <a:ext cx="1668000" cy="400200"/>
          </a:xfrm>
          <a:prstGeom prst="rect">
            <a:avLst/>
          </a:prstGeom>
        </p:spPr>
        <p:txBody>
          <a:bodyPr spcFirstLastPara="1" wrap="square" lIns="274300" tIns="0" rIns="274300" bIns="0" anchor="ctr" anchorCtr="0">
            <a:noAutofit/>
          </a:bodyPr>
          <a:lstStyle/>
          <a:p>
            <a:pPr marL="0" lvl="0" indent="0" algn="ctr" rtl="0">
              <a:spcBef>
                <a:spcPts val="0"/>
              </a:spcBef>
              <a:spcAft>
                <a:spcPts val="0"/>
              </a:spcAft>
              <a:buNone/>
            </a:pPr>
            <a:r>
              <a:rPr lang="en" sz="1200" dirty="0"/>
              <a:t>Truck Picks Up</a:t>
            </a:r>
            <a:endParaRPr sz="1200" dirty="0"/>
          </a:p>
        </p:txBody>
      </p:sp>
      <p:sp>
        <p:nvSpPr>
          <p:cNvPr id="915" name="Google Shape;915;p98"/>
          <p:cNvSpPr txBox="1">
            <a:spLocks noGrp="1"/>
          </p:cNvSpPr>
          <p:nvPr>
            <p:ph type="body" idx="4"/>
          </p:nvPr>
        </p:nvSpPr>
        <p:spPr>
          <a:xfrm>
            <a:off x="69154" y="2968371"/>
            <a:ext cx="1668000" cy="1942801"/>
          </a:xfrm>
          <a:prstGeom prst="rect">
            <a:avLst/>
          </a:prstGeom>
        </p:spPr>
        <p:txBody>
          <a:bodyPr spcFirstLastPara="1" wrap="square" lIns="274300" tIns="91425" rIns="274300" bIns="91425" anchor="t" anchorCtr="0">
            <a:noAutofit/>
          </a:bodyPr>
          <a:lstStyle/>
          <a:p>
            <a:pPr marL="0" lvl="0" indent="0" algn="l" rtl="0">
              <a:spcBef>
                <a:spcPts val="0"/>
              </a:spcBef>
              <a:spcAft>
                <a:spcPts val="0"/>
              </a:spcAft>
              <a:buNone/>
            </a:pPr>
            <a:r>
              <a:rPr lang="en" sz="1200" dirty="0"/>
              <a:t>Customer places an order</a:t>
            </a:r>
          </a:p>
          <a:p>
            <a:pPr marL="0" lvl="0" indent="0" algn="l" rtl="0">
              <a:spcBef>
                <a:spcPts val="0"/>
              </a:spcBef>
              <a:spcAft>
                <a:spcPts val="0"/>
              </a:spcAft>
              <a:buNone/>
            </a:pPr>
            <a:endParaRPr lang="en" sz="1200" dirty="0"/>
          </a:p>
          <a:p>
            <a:pPr marL="0" lvl="0" indent="0" algn="l" rtl="0">
              <a:spcBef>
                <a:spcPts val="0"/>
              </a:spcBef>
              <a:spcAft>
                <a:spcPts val="0"/>
              </a:spcAft>
              <a:buNone/>
            </a:pPr>
            <a:r>
              <a:rPr lang="en" sz="1200" dirty="0"/>
              <a:t>Order is recorded in the system</a:t>
            </a:r>
            <a:endParaRPr sz="1200" dirty="0"/>
          </a:p>
        </p:txBody>
      </p:sp>
      <p:sp>
        <p:nvSpPr>
          <p:cNvPr id="916" name="Google Shape;916;p98"/>
          <p:cNvSpPr txBox="1">
            <a:spLocks noGrp="1"/>
          </p:cNvSpPr>
          <p:nvPr>
            <p:ph type="body" idx="5"/>
          </p:nvPr>
        </p:nvSpPr>
        <p:spPr>
          <a:xfrm>
            <a:off x="1508821" y="2968375"/>
            <a:ext cx="1758862" cy="1918200"/>
          </a:xfrm>
          <a:prstGeom prst="rect">
            <a:avLst/>
          </a:prstGeom>
        </p:spPr>
        <p:txBody>
          <a:bodyPr spcFirstLastPara="1" wrap="square" lIns="274300" tIns="91425" rIns="274300" bIns="91425" anchor="t" anchorCtr="0">
            <a:noAutofit/>
          </a:bodyPr>
          <a:lstStyle/>
          <a:p>
            <a:pPr marL="0" lvl="0" indent="0" algn="l" rtl="0">
              <a:spcBef>
                <a:spcPts val="0"/>
              </a:spcBef>
              <a:spcAft>
                <a:spcPts val="0"/>
              </a:spcAft>
              <a:buNone/>
            </a:pPr>
            <a:r>
              <a:rPr lang="en" sz="1200" dirty="0"/>
              <a:t>Order is processed in the warehouse</a:t>
            </a:r>
            <a:endParaRPr sz="1200" dirty="0"/>
          </a:p>
          <a:p>
            <a:pPr marL="0" lvl="0" indent="0" algn="l" rtl="0">
              <a:spcBef>
                <a:spcPts val="0"/>
              </a:spcBef>
              <a:spcAft>
                <a:spcPts val="0"/>
              </a:spcAft>
              <a:buNone/>
            </a:pPr>
            <a:endParaRPr lang="en" sz="1200" dirty="0"/>
          </a:p>
          <a:p>
            <a:pPr marL="0" lvl="0" indent="0" algn="l" rtl="0">
              <a:spcBef>
                <a:spcPts val="0"/>
              </a:spcBef>
              <a:spcAft>
                <a:spcPts val="0"/>
              </a:spcAft>
              <a:buNone/>
            </a:pPr>
            <a:r>
              <a:rPr lang="en" sz="1200" dirty="0"/>
              <a:t>Processing time: ~2 days</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p:txBody>
      </p:sp>
      <p:sp>
        <p:nvSpPr>
          <p:cNvPr id="917" name="Google Shape;917;p98"/>
          <p:cNvSpPr txBox="1">
            <a:spLocks noGrp="1"/>
          </p:cNvSpPr>
          <p:nvPr>
            <p:ph type="body" idx="6"/>
          </p:nvPr>
        </p:nvSpPr>
        <p:spPr>
          <a:xfrm>
            <a:off x="3231602" y="2968371"/>
            <a:ext cx="1758862" cy="1489406"/>
          </a:xfrm>
          <a:prstGeom prst="rect">
            <a:avLst/>
          </a:prstGeom>
        </p:spPr>
        <p:txBody>
          <a:bodyPr spcFirstLastPara="1" wrap="square" lIns="274300" tIns="91425" rIns="274300" bIns="91425" anchor="t" anchorCtr="0">
            <a:noAutofit/>
          </a:bodyPr>
          <a:lstStyle/>
          <a:p>
            <a:pPr marL="0" lvl="0" indent="0" algn="l" rtl="0">
              <a:spcBef>
                <a:spcPts val="0"/>
              </a:spcBef>
              <a:spcAft>
                <a:spcPts val="0"/>
              </a:spcAft>
              <a:buNone/>
            </a:pPr>
            <a:r>
              <a:rPr lang="en" sz="1200" dirty="0"/>
              <a:t>Logistics company picks up the order </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sz="1200" dirty="0"/>
              <a:t>Trucks leave: Monday, Wednesday, Friday</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p:txBody>
      </p:sp>
      <p:sp>
        <p:nvSpPr>
          <p:cNvPr id="918" name="Google Shape;918;p98"/>
          <p:cNvSpPr/>
          <p:nvPr/>
        </p:nvSpPr>
        <p:spPr>
          <a:xfrm>
            <a:off x="5041750" y="2786257"/>
            <a:ext cx="2025552" cy="2126100"/>
          </a:xfrm>
          <a:prstGeom prst="round2SameRect">
            <a:avLst>
              <a:gd name="adj1" fmla="val 0"/>
              <a:gd name="adj2" fmla="val 1421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919" name="Google Shape;919;p98"/>
          <p:cNvSpPr/>
          <p:nvPr/>
        </p:nvSpPr>
        <p:spPr>
          <a:xfrm>
            <a:off x="5053935" y="2568911"/>
            <a:ext cx="2013351" cy="400200"/>
          </a:xfrm>
          <a:prstGeom prst="roundRect">
            <a:avLst>
              <a:gd name="adj" fmla="val 50000"/>
            </a:avLst>
          </a:prstGeom>
          <a:solidFill>
            <a:schemeClr val="lt2"/>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920" name="Google Shape;920;p98"/>
          <p:cNvSpPr txBox="1">
            <a:spLocks noGrp="1"/>
          </p:cNvSpPr>
          <p:nvPr>
            <p:ph type="subTitle" idx="3"/>
          </p:nvPr>
        </p:nvSpPr>
        <p:spPr>
          <a:xfrm>
            <a:off x="5056357" y="2568911"/>
            <a:ext cx="2013351" cy="400200"/>
          </a:xfrm>
          <a:prstGeom prst="rect">
            <a:avLst/>
          </a:prstGeom>
        </p:spPr>
        <p:txBody>
          <a:bodyPr spcFirstLastPara="1" wrap="square" lIns="274300" tIns="0" rIns="274300" bIns="0" anchor="ctr" anchorCtr="0">
            <a:noAutofit/>
          </a:bodyPr>
          <a:lstStyle/>
          <a:p>
            <a:pPr marL="0" lvl="0" indent="0" algn="ctr" rtl="0">
              <a:spcBef>
                <a:spcPts val="0"/>
              </a:spcBef>
              <a:spcAft>
                <a:spcPts val="0"/>
              </a:spcAft>
              <a:buNone/>
            </a:pPr>
            <a:r>
              <a:rPr lang="en" sz="1100" dirty="0"/>
              <a:t>Transportation</a:t>
            </a:r>
            <a:endParaRPr sz="1100" dirty="0"/>
          </a:p>
        </p:txBody>
      </p:sp>
      <p:sp>
        <p:nvSpPr>
          <p:cNvPr id="921" name="Google Shape;921;p98"/>
          <p:cNvSpPr txBox="1">
            <a:spLocks noGrp="1"/>
          </p:cNvSpPr>
          <p:nvPr>
            <p:ph type="body" idx="6"/>
          </p:nvPr>
        </p:nvSpPr>
        <p:spPr>
          <a:xfrm>
            <a:off x="4931538" y="2968370"/>
            <a:ext cx="2138171" cy="1888877"/>
          </a:xfrm>
          <a:prstGeom prst="rect">
            <a:avLst/>
          </a:prstGeom>
        </p:spPr>
        <p:txBody>
          <a:bodyPr spcFirstLastPara="1" wrap="square" lIns="274300" tIns="91425" rIns="274300" bIns="91425" anchor="t" anchorCtr="0">
            <a:noAutofit/>
          </a:bodyPr>
          <a:lstStyle/>
          <a:p>
            <a:pPr marL="0" lvl="0" indent="0" algn="l" rtl="0">
              <a:spcBef>
                <a:spcPts val="0"/>
              </a:spcBef>
              <a:spcAft>
                <a:spcPts val="0"/>
              </a:spcAft>
              <a:buNone/>
            </a:pPr>
            <a:r>
              <a:rPr lang="en" sz="1200" dirty="0"/>
              <a:t>The order is transported to the customer</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sz="1200" dirty="0"/>
              <a:t>Average delivery time: ~3 days</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p:txBody>
      </p:sp>
      <p:sp>
        <p:nvSpPr>
          <p:cNvPr id="922" name="Google Shape;922;p98"/>
          <p:cNvSpPr/>
          <p:nvPr/>
        </p:nvSpPr>
        <p:spPr>
          <a:xfrm>
            <a:off x="7123418" y="2785532"/>
            <a:ext cx="1665600" cy="2126100"/>
          </a:xfrm>
          <a:prstGeom prst="round2SameRect">
            <a:avLst>
              <a:gd name="adj1" fmla="val 0"/>
              <a:gd name="adj2" fmla="val 1421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923" name="Google Shape;923;p98"/>
          <p:cNvSpPr/>
          <p:nvPr/>
        </p:nvSpPr>
        <p:spPr>
          <a:xfrm>
            <a:off x="7123402" y="2568186"/>
            <a:ext cx="1665600" cy="400200"/>
          </a:xfrm>
          <a:prstGeom prst="roundRect">
            <a:avLst>
              <a:gd name="adj" fmla="val 50000"/>
            </a:avLst>
          </a:prstGeom>
          <a:solidFill>
            <a:schemeClr val="lt2"/>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924" name="Google Shape;924;p98"/>
          <p:cNvSpPr txBox="1">
            <a:spLocks noGrp="1"/>
          </p:cNvSpPr>
          <p:nvPr>
            <p:ph type="subTitle" idx="3"/>
          </p:nvPr>
        </p:nvSpPr>
        <p:spPr>
          <a:xfrm>
            <a:off x="7123424" y="2568186"/>
            <a:ext cx="1668000" cy="400200"/>
          </a:xfrm>
          <a:prstGeom prst="rect">
            <a:avLst/>
          </a:prstGeom>
        </p:spPr>
        <p:txBody>
          <a:bodyPr spcFirstLastPara="1" wrap="square" lIns="274300" tIns="0" rIns="274300" bIns="0" anchor="ctr" anchorCtr="0">
            <a:noAutofit/>
          </a:bodyPr>
          <a:lstStyle/>
          <a:p>
            <a:pPr marL="0" lvl="0" indent="0" algn="ctr" rtl="0">
              <a:spcBef>
                <a:spcPts val="0"/>
              </a:spcBef>
              <a:spcAft>
                <a:spcPts val="0"/>
              </a:spcAft>
              <a:buNone/>
            </a:pPr>
            <a:r>
              <a:rPr lang="en" sz="1100" dirty="0"/>
              <a:t>Arrival</a:t>
            </a:r>
            <a:endParaRPr sz="1100" dirty="0"/>
          </a:p>
        </p:txBody>
      </p:sp>
      <p:sp>
        <p:nvSpPr>
          <p:cNvPr id="925" name="Google Shape;925;p98"/>
          <p:cNvSpPr txBox="1">
            <a:spLocks noGrp="1"/>
          </p:cNvSpPr>
          <p:nvPr>
            <p:ph type="body" idx="6"/>
          </p:nvPr>
        </p:nvSpPr>
        <p:spPr>
          <a:xfrm>
            <a:off x="6957300" y="2968369"/>
            <a:ext cx="1834126" cy="1888877"/>
          </a:xfrm>
          <a:prstGeom prst="rect">
            <a:avLst/>
          </a:prstGeom>
        </p:spPr>
        <p:txBody>
          <a:bodyPr spcFirstLastPara="1" wrap="square" lIns="274300" tIns="91425" rIns="274300" bIns="91425" anchor="t" anchorCtr="0">
            <a:noAutofit/>
          </a:bodyPr>
          <a:lstStyle/>
          <a:p>
            <a:pPr marL="0" lvl="0" indent="0" algn="l" rtl="0">
              <a:spcBef>
                <a:spcPts val="0"/>
              </a:spcBef>
              <a:spcAft>
                <a:spcPts val="0"/>
              </a:spcAft>
              <a:buNone/>
            </a:pPr>
            <a:r>
              <a:rPr lang="en" sz="1200" dirty="0"/>
              <a:t>Customer receives the order</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r>
              <a:rPr lang="en" sz="1200" dirty="0"/>
              <a:t>Arrival scan recorded via QR code</a:t>
            </a:r>
            <a:endParaRPr sz="1200" dirty="0"/>
          </a:p>
          <a:p>
            <a:pPr marL="0" lvl="0" indent="0" algn="l" rtl="0">
              <a:spcBef>
                <a:spcPts val="0"/>
              </a:spcBef>
              <a:spcAft>
                <a:spcPts val="0"/>
              </a:spcAft>
              <a:buNone/>
            </a:pPr>
            <a:endParaRPr sz="1200" dirty="0"/>
          </a:p>
          <a:p>
            <a:pPr marL="0" lvl="0" indent="0" algn="l" rtl="0">
              <a:spcBef>
                <a:spcPts val="0"/>
              </a:spcBef>
              <a:spcAft>
                <a:spcPts val="0"/>
              </a:spcAft>
              <a:buNone/>
            </a:pPr>
            <a:endParaRPr sz="1200" dirty="0"/>
          </a:p>
        </p:txBody>
      </p:sp>
      <p:sp>
        <p:nvSpPr>
          <p:cNvPr id="926" name="Google Shape;926;p98"/>
          <p:cNvSpPr/>
          <p:nvPr/>
        </p:nvSpPr>
        <p:spPr>
          <a:xfrm>
            <a:off x="289950" y="1310847"/>
            <a:ext cx="1237767" cy="908100"/>
          </a:xfrm>
          <a:prstGeom prst="round2SameRect">
            <a:avLst>
              <a:gd name="adj1" fmla="val 0"/>
              <a:gd name="adj2" fmla="val 14216"/>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927" name="Google Shape;927;p98"/>
          <p:cNvSpPr/>
          <p:nvPr/>
        </p:nvSpPr>
        <p:spPr>
          <a:xfrm>
            <a:off x="1583833" y="1310850"/>
            <a:ext cx="3373248" cy="908100"/>
          </a:xfrm>
          <a:prstGeom prst="round2SameRect">
            <a:avLst>
              <a:gd name="adj1" fmla="val 0"/>
              <a:gd name="adj2" fmla="val 14216"/>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928" name="Google Shape;928;p98"/>
          <p:cNvSpPr txBox="1">
            <a:spLocks noGrp="1"/>
          </p:cNvSpPr>
          <p:nvPr>
            <p:ph type="body" idx="4"/>
          </p:nvPr>
        </p:nvSpPr>
        <p:spPr>
          <a:xfrm>
            <a:off x="221553" y="1400774"/>
            <a:ext cx="1668000" cy="818173"/>
          </a:xfrm>
          <a:prstGeom prst="rect">
            <a:avLst/>
          </a:prstGeom>
        </p:spPr>
        <p:txBody>
          <a:bodyPr spcFirstLastPara="1" wrap="square" lIns="274300" tIns="91425" rIns="274300" bIns="91425" anchor="t" anchorCtr="0">
            <a:noAutofit/>
          </a:bodyPr>
          <a:lstStyle/>
          <a:p>
            <a:pPr marL="11113" lvl="0" indent="0" algn="l" rtl="0">
              <a:lnSpc>
                <a:spcPct val="100000"/>
              </a:lnSpc>
              <a:spcBef>
                <a:spcPts val="0"/>
              </a:spcBef>
              <a:spcAft>
                <a:spcPts val="0"/>
              </a:spcAft>
              <a:buNone/>
            </a:pPr>
            <a:r>
              <a:rPr lang="en" sz="1200" b="1" dirty="0">
                <a:solidFill>
                  <a:schemeClr val="dk2"/>
                </a:solidFill>
              </a:rPr>
              <a:t>Orders</a:t>
            </a:r>
            <a:endParaRPr sz="1200" dirty="0">
              <a:solidFill>
                <a:schemeClr val="dk2"/>
              </a:solidFill>
            </a:endParaRPr>
          </a:p>
          <a:p>
            <a:pPr marL="0" lvl="0" indent="0" algn="l" rtl="0">
              <a:lnSpc>
                <a:spcPct val="100000"/>
              </a:lnSpc>
              <a:spcBef>
                <a:spcPts val="0"/>
              </a:spcBef>
              <a:spcAft>
                <a:spcPts val="0"/>
              </a:spcAft>
              <a:buNone/>
            </a:pPr>
            <a:r>
              <a:rPr lang="en" sz="1200" dirty="0" err="1">
                <a:solidFill>
                  <a:schemeClr val="dk2"/>
                </a:solidFill>
              </a:rPr>
              <a:t>order_date</a:t>
            </a:r>
            <a:endParaRPr sz="1200" dirty="0">
              <a:solidFill>
                <a:schemeClr val="dk2"/>
              </a:solidFill>
            </a:endParaRPr>
          </a:p>
          <a:p>
            <a:pPr marL="0" lvl="0" indent="0" algn="l" rtl="0">
              <a:lnSpc>
                <a:spcPct val="100000"/>
              </a:lnSpc>
              <a:spcBef>
                <a:spcPts val="0"/>
              </a:spcBef>
              <a:spcAft>
                <a:spcPts val="0"/>
              </a:spcAft>
              <a:buNone/>
            </a:pPr>
            <a:r>
              <a:rPr lang="en" sz="1200" dirty="0" err="1">
                <a:solidFill>
                  <a:schemeClr val="dk2"/>
                </a:solidFill>
              </a:rPr>
              <a:t>ship_mode</a:t>
            </a:r>
            <a:endParaRPr sz="1200" dirty="0">
              <a:solidFill>
                <a:schemeClr val="dk2"/>
              </a:solidFill>
            </a:endParaRPr>
          </a:p>
        </p:txBody>
      </p:sp>
      <p:sp>
        <p:nvSpPr>
          <p:cNvPr id="929" name="Google Shape;929;p98"/>
          <p:cNvSpPr txBox="1">
            <a:spLocks noGrp="1"/>
          </p:cNvSpPr>
          <p:nvPr>
            <p:ph type="body" idx="5"/>
          </p:nvPr>
        </p:nvSpPr>
        <p:spPr>
          <a:xfrm>
            <a:off x="1549268" y="1400775"/>
            <a:ext cx="3387448" cy="818172"/>
          </a:xfrm>
          <a:prstGeom prst="rect">
            <a:avLst/>
          </a:prstGeom>
        </p:spPr>
        <p:txBody>
          <a:bodyPr spcFirstLastPara="1" wrap="square" lIns="274300" tIns="91425" rIns="274300" bIns="91425" anchor="t" anchorCtr="0">
            <a:noAutofit/>
          </a:bodyPr>
          <a:lstStyle/>
          <a:p>
            <a:pPr marL="0" lvl="0" indent="0" algn="l" rtl="0">
              <a:lnSpc>
                <a:spcPct val="100000"/>
              </a:lnSpc>
              <a:spcBef>
                <a:spcPts val="0"/>
              </a:spcBef>
              <a:spcAft>
                <a:spcPts val="0"/>
              </a:spcAft>
              <a:buNone/>
            </a:pPr>
            <a:r>
              <a:rPr lang="en" sz="1200" b="1" dirty="0">
                <a:solidFill>
                  <a:schemeClr val="dk2"/>
                </a:solidFill>
              </a:rPr>
              <a:t>Intern Warehouse Observations</a:t>
            </a:r>
            <a:endParaRPr sz="1200" dirty="0">
              <a:solidFill>
                <a:schemeClr val="dk2"/>
              </a:solidFill>
            </a:endParaRPr>
          </a:p>
          <a:p>
            <a:pPr marL="0" lvl="0" indent="0" algn="l" rtl="0">
              <a:lnSpc>
                <a:spcPct val="100000"/>
              </a:lnSpc>
              <a:spcBef>
                <a:spcPts val="0"/>
              </a:spcBef>
              <a:spcAft>
                <a:spcPts val="0"/>
              </a:spcAft>
              <a:buNone/>
            </a:pPr>
            <a:r>
              <a:rPr lang="en" sz="1200" dirty="0" err="1">
                <a:solidFill>
                  <a:schemeClr val="dk2"/>
                </a:solidFill>
              </a:rPr>
              <a:t>ready_to_ship_date</a:t>
            </a:r>
            <a:endParaRPr sz="1200" dirty="0">
              <a:solidFill>
                <a:schemeClr val="dk2"/>
              </a:solidFill>
            </a:endParaRPr>
          </a:p>
          <a:p>
            <a:pPr marL="0" lvl="0" indent="0" algn="l" rtl="0">
              <a:lnSpc>
                <a:spcPct val="100000"/>
              </a:lnSpc>
              <a:spcBef>
                <a:spcPts val="0"/>
              </a:spcBef>
              <a:spcAft>
                <a:spcPts val="0"/>
              </a:spcAft>
              <a:buNone/>
            </a:pPr>
            <a:r>
              <a:rPr lang="en" sz="1200" dirty="0" err="1">
                <a:solidFill>
                  <a:schemeClr val="dk2"/>
                </a:solidFill>
              </a:rPr>
              <a:t>pick_up_date</a:t>
            </a:r>
            <a:endParaRPr sz="1200" dirty="0">
              <a:solidFill>
                <a:schemeClr val="dk2"/>
              </a:solidFill>
            </a:endParaRPr>
          </a:p>
        </p:txBody>
      </p:sp>
      <p:sp>
        <p:nvSpPr>
          <p:cNvPr id="930" name="Google Shape;930;p98"/>
          <p:cNvSpPr/>
          <p:nvPr/>
        </p:nvSpPr>
        <p:spPr>
          <a:xfrm>
            <a:off x="4990464" y="1311353"/>
            <a:ext cx="2138171" cy="908100"/>
          </a:xfrm>
          <a:prstGeom prst="round2SameRect">
            <a:avLst>
              <a:gd name="adj1" fmla="val 0"/>
              <a:gd name="adj2" fmla="val 14216"/>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931" name="Google Shape;931;p98"/>
          <p:cNvSpPr txBox="1">
            <a:spLocks noGrp="1"/>
          </p:cNvSpPr>
          <p:nvPr>
            <p:ph type="body" idx="6"/>
          </p:nvPr>
        </p:nvSpPr>
        <p:spPr>
          <a:xfrm>
            <a:off x="4995007" y="1401950"/>
            <a:ext cx="2074668" cy="1162200"/>
          </a:xfrm>
          <a:prstGeom prst="rect">
            <a:avLst/>
          </a:prstGeom>
        </p:spPr>
        <p:txBody>
          <a:bodyPr spcFirstLastPara="1" wrap="square" lIns="274300" tIns="91425" rIns="274300" bIns="91425" anchor="t" anchorCtr="0">
            <a:noAutofit/>
          </a:bodyPr>
          <a:lstStyle/>
          <a:p>
            <a:pPr marL="0" lvl="0" indent="0" algn="l" rtl="0">
              <a:lnSpc>
                <a:spcPct val="100000"/>
              </a:lnSpc>
              <a:spcBef>
                <a:spcPts val="0"/>
              </a:spcBef>
              <a:spcAft>
                <a:spcPts val="0"/>
              </a:spcAft>
              <a:buNone/>
            </a:pPr>
            <a:r>
              <a:rPr lang="en" sz="1200" b="1" dirty="0">
                <a:solidFill>
                  <a:schemeClr val="dk2"/>
                </a:solidFill>
              </a:rPr>
              <a:t>Shipment Scan Data</a:t>
            </a:r>
            <a:endParaRPr sz="1200" dirty="0">
              <a:solidFill>
                <a:schemeClr val="dk2"/>
              </a:solidFill>
            </a:endParaRPr>
          </a:p>
          <a:p>
            <a:pPr marL="0" lvl="0" indent="0" algn="l" rtl="0">
              <a:lnSpc>
                <a:spcPct val="100000"/>
              </a:lnSpc>
              <a:spcBef>
                <a:spcPts val="0"/>
              </a:spcBef>
              <a:spcAft>
                <a:spcPts val="0"/>
              </a:spcAft>
              <a:buNone/>
            </a:pPr>
            <a:r>
              <a:rPr lang="en" sz="1200" dirty="0" err="1">
                <a:solidFill>
                  <a:schemeClr val="dk2"/>
                </a:solidFill>
              </a:rPr>
              <a:t>on_truck_scan_date</a:t>
            </a:r>
            <a:endParaRPr sz="1200" dirty="0">
              <a:solidFill>
                <a:schemeClr val="dk2"/>
              </a:solidFill>
            </a:endParaRPr>
          </a:p>
          <a:p>
            <a:pPr marL="0" lvl="0" indent="0" algn="l" rtl="0">
              <a:lnSpc>
                <a:spcPct val="100000"/>
              </a:lnSpc>
              <a:spcBef>
                <a:spcPts val="0"/>
              </a:spcBef>
              <a:spcAft>
                <a:spcPts val="0"/>
              </a:spcAft>
              <a:buNone/>
            </a:pPr>
            <a:r>
              <a:rPr lang="en" sz="1200" dirty="0" err="1">
                <a:solidFill>
                  <a:schemeClr val="dk2"/>
                </a:solidFill>
              </a:rPr>
              <a:t>truck_ship_mode</a:t>
            </a:r>
            <a:endParaRPr sz="1200" dirty="0">
              <a:solidFill>
                <a:schemeClr val="dk2"/>
              </a:solidFill>
            </a:endParaRPr>
          </a:p>
        </p:txBody>
      </p:sp>
      <p:sp>
        <p:nvSpPr>
          <p:cNvPr id="932" name="Google Shape;932;p98"/>
          <p:cNvSpPr/>
          <p:nvPr/>
        </p:nvSpPr>
        <p:spPr>
          <a:xfrm>
            <a:off x="7184751" y="1311043"/>
            <a:ext cx="1665600" cy="908100"/>
          </a:xfrm>
          <a:prstGeom prst="round2SameRect">
            <a:avLst>
              <a:gd name="adj1" fmla="val 0"/>
              <a:gd name="adj2" fmla="val 14216"/>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a:solidFill>
                <a:schemeClr val="dk1"/>
              </a:solidFill>
              <a:latin typeface="Nunito Sans"/>
              <a:ea typeface="Nunito Sans"/>
              <a:cs typeface="Nunito Sans"/>
              <a:sym typeface="Nunito Sans"/>
            </a:endParaRPr>
          </a:p>
        </p:txBody>
      </p:sp>
      <p:sp>
        <p:nvSpPr>
          <p:cNvPr id="933" name="Google Shape;933;p98"/>
          <p:cNvSpPr txBox="1">
            <a:spLocks noGrp="1"/>
          </p:cNvSpPr>
          <p:nvPr>
            <p:ph type="body" idx="6"/>
          </p:nvPr>
        </p:nvSpPr>
        <p:spPr>
          <a:xfrm>
            <a:off x="7128625" y="1401225"/>
            <a:ext cx="1724700" cy="1162200"/>
          </a:xfrm>
          <a:prstGeom prst="rect">
            <a:avLst/>
          </a:prstGeom>
        </p:spPr>
        <p:txBody>
          <a:bodyPr spcFirstLastPara="1" wrap="square" lIns="91425" tIns="91425" rIns="10625" bIns="91425" anchor="t" anchorCtr="0">
            <a:noAutofit/>
          </a:bodyPr>
          <a:lstStyle/>
          <a:p>
            <a:pPr marL="0" lvl="0" indent="0" algn="l" rtl="0">
              <a:lnSpc>
                <a:spcPct val="100000"/>
              </a:lnSpc>
              <a:spcBef>
                <a:spcPts val="0"/>
              </a:spcBef>
              <a:spcAft>
                <a:spcPts val="0"/>
              </a:spcAft>
              <a:buNone/>
            </a:pPr>
            <a:r>
              <a:rPr lang="en" sz="1200" b="1" dirty="0">
                <a:solidFill>
                  <a:schemeClr val="dk2"/>
                </a:solidFill>
              </a:rPr>
              <a:t>Customer Arrival</a:t>
            </a:r>
          </a:p>
          <a:p>
            <a:pPr marL="0" lvl="0" indent="0" algn="l" rtl="0">
              <a:lnSpc>
                <a:spcPct val="100000"/>
              </a:lnSpc>
              <a:spcBef>
                <a:spcPts val="0"/>
              </a:spcBef>
              <a:spcAft>
                <a:spcPts val="0"/>
              </a:spcAft>
              <a:buNone/>
            </a:pPr>
            <a:r>
              <a:rPr lang="en" sz="1200" b="1" dirty="0">
                <a:solidFill>
                  <a:schemeClr val="dk2"/>
                </a:solidFill>
              </a:rPr>
              <a:t>Scan Data</a:t>
            </a:r>
            <a:endParaRPr sz="1200" dirty="0">
              <a:solidFill>
                <a:schemeClr val="dk2"/>
              </a:solidFill>
            </a:endParaRPr>
          </a:p>
          <a:p>
            <a:pPr marL="0" lvl="0" indent="0" algn="l" rtl="0">
              <a:lnSpc>
                <a:spcPct val="100000"/>
              </a:lnSpc>
              <a:spcBef>
                <a:spcPts val="0"/>
              </a:spcBef>
              <a:spcAft>
                <a:spcPts val="0"/>
              </a:spcAft>
              <a:buNone/>
            </a:pPr>
            <a:r>
              <a:rPr lang="en" sz="1200" dirty="0" err="1">
                <a:solidFill>
                  <a:schemeClr val="dk2"/>
                </a:solidFill>
              </a:rPr>
              <a:t>arrival_scan_date</a:t>
            </a:r>
            <a:endParaRPr sz="1200" dirty="0">
              <a:solidFill>
                <a:schemeClr val="dk2"/>
              </a:solidFill>
            </a:endParaRPr>
          </a:p>
        </p:txBody>
      </p:sp>
      <p:sp>
        <p:nvSpPr>
          <p:cNvPr id="934" name="Google Shape;934;p98"/>
          <p:cNvSpPr/>
          <p:nvPr/>
        </p:nvSpPr>
        <p:spPr>
          <a:xfrm>
            <a:off x="228600" y="994350"/>
            <a:ext cx="8686800" cy="400200"/>
          </a:xfrm>
          <a:prstGeom prst="roundRect">
            <a:avLst>
              <a:gd name="adj" fmla="val 50000"/>
            </a:avLst>
          </a:prstGeom>
          <a:solidFill>
            <a:schemeClr val="lt2"/>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935" name="Google Shape;935;p98"/>
          <p:cNvSpPr txBox="1">
            <a:spLocks noGrp="1"/>
          </p:cNvSpPr>
          <p:nvPr>
            <p:ph type="title"/>
          </p:nvPr>
        </p:nvSpPr>
        <p:spPr>
          <a:xfrm>
            <a:off x="301050" y="955956"/>
            <a:ext cx="5707200" cy="477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1900" dirty="0">
                <a:solidFill>
                  <a:schemeClr val="dk2"/>
                </a:solidFill>
              </a:rPr>
              <a:t>Data Sources</a:t>
            </a:r>
            <a:endParaRPr sz="1900" dirty="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99"/>
          <p:cNvSpPr txBox="1">
            <a:spLocks noGrp="1"/>
          </p:cNvSpPr>
          <p:nvPr>
            <p:ph type="title"/>
          </p:nvPr>
        </p:nvSpPr>
        <p:spPr>
          <a:xfrm>
            <a:off x="228600" y="256925"/>
            <a:ext cx="8277600" cy="585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600"/>
              <a:t>Order &gt;&gt;&gt; Warehouse &gt;&gt;&gt; PickUp &gt;&gt;&gt;</a:t>
            </a:r>
            <a:endParaRPr sz="2600"/>
          </a:p>
        </p:txBody>
      </p:sp>
      <p:pic>
        <p:nvPicPr>
          <p:cNvPr id="941" name="Google Shape;941;p99"/>
          <p:cNvPicPr preferRelativeResize="0"/>
          <p:nvPr/>
        </p:nvPicPr>
        <p:blipFill rotWithShape="1">
          <a:blip r:embed="rId3">
            <a:alphaModFix/>
          </a:blip>
          <a:srcRect t="4032" b="47271"/>
          <a:stretch/>
        </p:blipFill>
        <p:spPr>
          <a:xfrm>
            <a:off x="289475" y="1738874"/>
            <a:ext cx="8368051" cy="231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100"/>
          <p:cNvSpPr txBox="1">
            <a:spLocks noGrp="1"/>
          </p:cNvSpPr>
          <p:nvPr>
            <p:ph type="title"/>
          </p:nvPr>
        </p:nvSpPr>
        <p:spPr>
          <a:xfrm>
            <a:off x="228600" y="256925"/>
            <a:ext cx="8188800" cy="5850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sz="2600"/>
              <a:t>You Order Is on the Way &gt;&gt;&gt; Delivery!</a:t>
            </a:r>
            <a:endParaRPr sz="2600"/>
          </a:p>
        </p:txBody>
      </p:sp>
      <p:pic>
        <p:nvPicPr>
          <p:cNvPr id="947" name="Google Shape;947;p100"/>
          <p:cNvPicPr preferRelativeResize="0"/>
          <p:nvPr/>
        </p:nvPicPr>
        <p:blipFill rotWithShape="1">
          <a:blip r:embed="rId3">
            <a:alphaModFix/>
          </a:blip>
          <a:srcRect t="51791" r="30896"/>
          <a:stretch/>
        </p:blipFill>
        <p:spPr>
          <a:xfrm>
            <a:off x="1228226" y="1639175"/>
            <a:ext cx="5803249" cy="2299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grpSp>
        <p:nvGrpSpPr>
          <p:cNvPr id="952" name="Google Shape;952;p101"/>
          <p:cNvGrpSpPr/>
          <p:nvPr/>
        </p:nvGrpSpPr>
        <p:grpSpPr>
          <a:xfrm>
            <a:off x="-443026" y="771385"/>
            <a:ext cx="4358410" cy="3487960"/>
            <a:chOff x="536925" y="238125"/>
            <a:chExt cx="6546125" cy="5238750"/>
          </a:xfrm>
        </p:grpSpPr>
        <p:sp>
          <p:nvSpPr>
            <p:cNvPr id="953" name="Google Shape;953;p101"/>
            <p:cNvSpPr/>
            <p:nvPr/>
          </p:nvSpPr>
          <p:spPr>
            <a:xfrm>
              <a:off x="536925" y="238125"/>
              <a:ext cx="6546125" cy="5238750"/>
            </a:xfrm>
            <a:custGeom>
              <a:avLst/>
              <a:gdLst/>
              <a:ahLst/>
              <a:cxnLst/>
              <a:rect l="l" t="t" r="r" b="b"/>
              <a:pathLst>
                <a:path w="261845" h="209550" extrusionOk="0">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954" name="Google Shape;954;p101"/>
            <p:cNvSpPr/>
            <p:nvPr/>
          </p:nvSpPr>
          <p:spPr>
            <a:xfrm>
              <a:off x="536925" y="582450"/>
              <a:ext cx="3622025" cy="1145375"/>
            </a:xfrm>
            <a:custGeom>
              <a:avLst/>
              <a:gdLst/>
              <a:ahLst/>
              <a:cxnLst/>
              <a:rect l="l" t="t" r="r" b="b"/>
              <a:pathLst>
                <a:path w="144881" h="45815" extrusionOk="0">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sp>
          <p:nvSpPr>
            <p:cNvPr id="955" name="Google Shape;955;p101"/>
            <p:cNvSpPr/>
            <p:nvPr/>
          </p:nvSpPr>
          <p:spPr>
            <a:xfrm>
              <a:off x="536925" y="4742150"/>
              <a:ext cx="1172975" cy="583750"/>
            </a:xfrm>
            <a:custGeom>
              <a:avLst/>
              <a:gdLst/>
              <a:ahLst/>
              <a:cxnLst/>
              <a:rect l="l" t="t" r="r" b="b"/>
              <a:pathLst>
                <a:path w="46919" h="23350" extrusionOk="0">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2"/>
                </a:solidFill>
                <a:latin typeface="Nunito Sans"/>
                <a:ea typeface="Nunito Sans"/>
                <a:cs typeface="Nunito Sans"/>
                <a:sym typeface="Nunito Sans"/>
              </a:endParaRPr>
            </a:p>
          </p:txBody>
        </p:sp>
      </p:grpSp>
      <p:sp>
        <p:nvSpPr>
          <p:cNvPr id="956" name="Google Shape;956;p101"/>
          <p:cNvSpPr txBox="1">
            <a:spLocks noGrp="1"/>
          </p:cNvSpPr>
          <p:nvPr>
            <p:ph type="body" idx="1"/>
          </p:nvPr>
        </p:nvSpPr>
        <p:spPr>
          <a:xfrm>
            <a:off x="4525050" y="657949"/>
            <a:ext cx="4296600" cy="693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In our group we used </a:t>
            </a:r>
            <a:r>
              <a:rPr lang="en" b="1"/>
              <a:t>both </a:t>
            </a:r>
            <a:r>
              <a:rPr lang="en"/>
              <a:t>approaches to calculating the main metrics: </a:t>
            </a:r>
            <a:endParaRPr/>
          </a:p>
        </p:txBody>
      </p:sp>
      <p:sp>
        <p:nvSpPr>
          <p:cNvPr id="957" name="Google Shape;957;p101"/>
          <p:cNvSpPr txBox="1">
            <a:spLocks noGrp="1"/>
          </p:cNvSpPr>
          <p:nvPr>
            <p:ph type="title"/>
          </p:nvPr>
        </p:nvSpPr>
        <p:spPr>
          <a:xfrm>
            <a:off x="228600" y="1743378"/>
            <a:ext cx="4296600" cy="16623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Our Approach:</a:t>
            </a: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E06666"/>
                </a:solidFill>
              </a:rPr>
              <a:t>Calendar Days</a:t>
            </a:r>
            <a:r>
              <a:rPr lang="en"/>
              <a:t> vs. </a:t>
            </a:r>
            <a:endParaRPr/>
          </a:p>
          <a:p>
            <a:pPr marL="0" lvl="0" indent="0" algn="l" rtl="0">
              <a:spcBef>
                <a:spcPts val="0"/>
              </a:spcBef>
              <a:spcAft>
                <a:spcPts val="0"/>
              </a:spcAft>
              <a:buNone/>
            </a:pPr>
            <a:r>
              <a:rPr lang="en">
                <a:solidFill>
                  <a:srgbClr val="EFEFEF"/>
                </a:solidFill>
              </a:rPr>
              <a:t>Business Days</a:t>
            </a:r>
            <a:endParaRPr>
              <a:solidFill>
                <a:srgbClr val="EFEFEF"/>
              </a:solidFill>
            </a:endParaRPr>
          </a:p>
        </p:txBody>
      </p:sp>
      <p:graphicFrame>
        <p:nvGraphicFramePr>
          <p:cNvPr id="959" name="Google Shape;959;p101"/>
          <p:cNvGraphicFramePr/>
          <p:nvPr/>
        </p:nvGraphicFramePr>
        <p:xfrm>
          <a:off x="4020950" y="1743375"/>
          <a:ext cx="4800700" cy="2133510"/>
        </p:xfrm>
        <a:graphic>
          <a:graphicData uri="http://schemas.openxmlformats.org/drawingml/2006/table">
            <a:tbl>
              <a:tblPr>
                <a:noFill/>
                <a:tableStyleId>{E9A93264-B889-4CC9-B6D9-3ED02D0A5889}</a:tableStyleId>
              </a:tblPr>
              <a:tblGrid>
                <a:gridCol w="2400350">
                  <a:extLst>
                    <a:ext uri="{9D8B030D-6E8A-4147-A177-3AD203B41FA5}">
                      <a16:colId xmlns:a16="http://schemas.microsoft.com/office/drawing/2014/main" val="20000"/>
                    </a:ext>
                  </a:extLst>
                </a:gridCol>
                <a:gridCol w="2400350">
                  <a:extLst>
                    <a:ext uri="{9D8B030D-6E8A-4147-A177-3AD203B41FA5}">
                      <a16:colId xmlns:a16="http://schemas.microsoft.com/office/drawing/2014/main" val="20001"/>
                    </a:ext>
                  </a:extLst>
                </a:gridCol>
              </a:tblGrid>
              <a:tr h="399200">
                <a:tc>
                  <a:txBody>
                    <a:bodyPr/>
                    <a:lstStyle/>
                    <a:p>
                      <a:pPr marL="0" lvl="0" indent="0" algn="ctr" rtl="0">
                        <a:spcBef>
                          <a:spcPts val="0"/>
                        </a:spcBef>
                        <a:spcAft>
                          <a:spcPts val="0"/>
                        </a:spcAft>
                        <a:buNone/>
                      </a:pPr>
                      <a:r>
                        <a:rPr lang="en" sz="1600" b="1">
                          <a:solidFill>
                            <a:srgbClr val="EA9999"/>
                          </a:solidFill>
                          <a:latin typeface="Nunito Sans"/>
                          <a:ea typeface="Nunito Sans"/>
                          <a:cs typeface="Nunito Sans"/>
                          <a:sym typeface="Nunito Sans"/>
                        </a:rPr>
                        <a:t>Calendar Days</a:t>
                      </a:r>
                      <a:endParaRPr sz="1600" b="1">
                        <a:solidFill>
                          <a:srgbClr val="EA9999"/>
                        </a:solidFill>
                        <a:latin typeface="Nunito Sans"/>
                        <a:ea typeface="Nunito Sans"/>
                        <a:cs typeface="Nunito Sans"/>
                        <a:sym typeface="Nunito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600" b="1">
                          <a:solidFill>
                            <a:schemeClr val="lt2"/>
                          </a:solidFill>
                          <a:latin typeface="Nunito Sans"/>
                          <a:ea typeface="Nunito Sans"/>
                          <a:cs typeface="Nunito Sans"/>
                          <a:sym typeface="Nunito Sans"/>
                        </a:rPr>
                        <a:t>Business Days</a:t>
                      </a:r>
                      <a:endParaRPr sz="1600" b="1">
                        <a:solidFill>
                          <a:schemeClr val="lt2"/>
                        </a:solidFill>
                        <a:latin typeface="Nunito Sans"/>
                        <a:ea typeface="Nunito Sans"/>
                        <a:cs typeface="Nunito Sans"/>
                        <a:sym typeface="Nunito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410275">
                <a:tc>
                  <a:txBody>
                    <a:bodyPr/>
                    <a:lstStyle/>
                    <a:p>
                      <a:pPr marL="0" lvl="0" indent="0" algn="ctr" rtl="0">
                        <a:spcBef>
                          <a:spcPts val="0"/>
                        </a:spcBef>
                        <a:spcAft>
                          <a:spcPts val="0"/>
                        </a:spcAft>
                        <a:buNone/>
                      </a:pPr>
                      <a:r>
                        <a:rPr lang="en" sz="1600">
                          <a:solidFill>
                            <a:srgbClr val="EA9999"/>
                          </a:solidFill>
                          <a:latin typeface="Nunito Sans"/>
                          <a:ea typeface="Nunito Sans"/>
                          <a:cs typeface="Nunito Sans"/>
                          <a:sym typeface="Nunito Sans"/>
                        </a:rPr>
                        <a:t>"Pessimistic" Assumption</a:t>
                      </a:r>
                      <a:endParaRPr sz="1600">
                        <a:solidFill>
                          <a:srgbClr val="EA9999"/>
                        </a:solidFill>
                        <a:latin typeface="Nunito Sans"/>
                        <a:ea typeface="Nunito Sans"/>
                        <a:cs typeface="Nunito Sans"/>
                        <a:sym typeface="Nunito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sz="1600">
                          <a:solidFill>
                            <a:schemeClr val="lt2"/>
                          </a:solidFill>
                          <a:latin typeface="Nunito Sans"/>
                          <a:ea typeface="Nunito Sans"/>
                          <a:cs typeface="Nunito Sans"/>
                          <a:sym typeface="Nunito Sans"/>
                        </a:rPr>
                        <a:t>"Optimistic" Assumption</a:t>
                      </a:r>
                      <a:endParaRPr sz="1600">
                        <a:solidFill>
                          <a:schemeClr val="lt2"/>
                        </a:solidFill>
                        <a:latin typeface="Nunito Sans"/>
                        <a:ea typeface="Nunito Sans"/>
                        <a:cs typeface="Nunito Sans"/>
                        <a:sym typeface="Nunito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831150">
                <a:tc>
                  <a:txBody>
                    <a:bodyPr/>
                    <a:lstStyle/>
                    <a:p>
                      <a:pPr marL="0" lvl="0" indent="0" algn="ctr" rtl="0">
                        <a:spcBef>
                          <a:spcPts val="0"/>
                        </a:spcBef>
                        <a:spcAft>
                          <a:spcPts val="0"/>
                        </a:spcAft>
                        <a:buNone/>
                      </a:pPr>
                      <a:r>
                        <a:rPr lang="en" dirty="0">
                          <a:solidFill>
                            <a:schemeClr val="dk1"/>
                          </a:solidFill>
                          <a:latin typeface="Nunito Sans"/>
                          <a:ea typeface="Nunito Sans"/>
                          <a:cs typeface="Nunito Sans"/>
                          <a:sym typeface="Nunito Sans"/>
                        </a:rPr>
                        <a:t>clients make orders all week</a:t>
                      </a:r>
                      <a:endParaRPr dirty="0">
                        <a:solidFill>
                          <a:schemeClr val="dk1"/>
                        </a:solidFill>
                        <a:latin typeface="Nunito Sans"/>
                        <a:ea typeface="Nunito Sans"/>
                        <a:cs typeface="Nunito Sans"/>
                        <a:sym typeface="Nunito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dirty="0">
                          <a:solidFill>
                            <a:schemeClr val="dk1"/>
                          </a:solidFill>
                          <a:latin typeface="Nunito Sans"/>
                          <a:ea typeface="Nunito Sans"/>
                          <a:cs typeface="Nunito Sans"/>
                          <a:sym typeface="Nunito Sans"/>
                        </a:rPr>
                        <a:t>warehouse doesn't work on weekends; </a:t>
                      </a:r>
                      <a:endParaRPr dirty="0">
                        <a:solidFill>
                          <a:schemeClr val="dk1"/>
                        </a:solidFill>
                        <a:latin typeface="Nunito Sans"/>
                        <a:ea typeface="Nunito Sans"/>
                        <a:cs typeface="Nunito Sans"/>
                        <a:sym typeface="Nunito Sans"/>
                      </a:endParaRPr>
                    </a:p>
                    <a:p>
                      <a:pPr marL="0" lvl="0" indent="0" algn="ctr" rtl="0">
                        <a:spcBef>
                          <a:spcPts val="0"/>
                        </a:spcBef>
                        <a:spcAft>
                          <a:spcPts val="0"/>
                        </a:spcAft>
                        <a:buNone/>
                      </a:pPr>
                      <a:r>
                        <a:rPr lang="en" dirty="0">
                          <a:solidFill>
                            <a:schemeClr val="dk1"/>
                          </a:solidFill>
                          <a:latin typeface="Nunito Sans"/>
                          <a:ea typeface="Nunito Sans"/>
                          <a:cs typeface="Nunito Sans"/>
                          <a:sym typeface="Nunito Sans"/>
                        </a:rPr>
                        <a:t>trucks pick up orders on Mon, Wed, Fri only</a:t>
                      </a:r>
                      <a:endParaRPr dirty="0">
                        <a:solidFill>
                          <a:schemeClr val="dk1"/>
                        </a:solidFill>
                        <a:latin typeface="Nunito Sans"/>
                        <a:ea typeface="Nunito Sans"/>
                        <a:cs typeface="Nunito Sans"/>
                        <a:sym typeface="Nunito San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102"/>
          <p:cNvSpPr txBox="1">
            <a:spLocks noGrp="1"/>
          </p:cNvSpPr>
          <p:nvPr>
            <p:ph type="title"/>
          </p:nvPr>
        </p:nvSpPr>
        <p:spPr>
          <a:xfrm>
            <a:off x="228600" y="228600"/>
            <a:ext cx="47775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Main KPIs Explained</a:t>
            </a:r>
            <a:endParaRPr/>
          </a:p>
        </p:txBody>
      </p:sp>
      <p:sp>
        <p:nvSpPr>
          <p:cNvPr id="965" name="Google Shape;965;p102"/>
          <p:cNvSpPr txBox="1">
            <a:spLocks noGrp="1"/>
          </p:cNvSpPr>
          <p:nvPr>
            <p:ph type="subTitle" idx="2"/>
          </p:nvPr>
        </p:nvSpPr>
        <p:spPr>
          <a:xfrm>
            <a:off x="3584425" y="192065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6" name="Google Shape;966;p102"/>
          <p:cNvSpPr txBox="1">
            <a:spLocks noGrp="1"/>
          </p:cNvSpPr>
          <p:nvPr>
            <p:ph type="subTitle" idx="3"/>
          </p:nvPr>
        </p:nvSpPr>
        <p:spPr>
          <a:xfrm>
            <a:off x="3584425" y="3291625"/>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7" name="Google Shape;967;p102"/>
          <p:cNvSpPr txBox="1">
            <a:spLocks noGrp="1"/>
          </p:cNvSpPr>
          <p:nvPr>
            <p:ph type="subTitle" idx="4"/>
          </p:nvPr>
        </p:nvSpPr>
        <p:spPr>
          <a:xfrm>
            <a:off x="3584425" y="399680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8" name="Google Shape;968;p102"/>
          <p:cNvSpPr txBox="1">
            <a:spLocks noGrp="1"/>
          </p:cNvSpPr>
          <p:nvPr>
            <p:ph type="subTitle" idx="6"/>
          </p:nvPr>
        </p:nvSpPr>
        <p:spPr>
          <a:xfrm>
            <a:off x="3584425" y="261270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aphicFrame>
        <p:nvGraphicFramePr>
          <p:cNvPr id="969" name="Google Shape;969;p102"/>
          <p:cNvGraphicFramePr/>
          <p:nvPr/>
        </p:nvGraphicFramePr>
        <p:xfrm>
          <a:off x="1524690" y="1349950"/>
          <a:ext cx="7275400" cy="3444060"/>
        </p:xfrm>
        <a:graphic>
          <a:graphicData uri="http://schemas.openxmlformats.org/drawingml/2006/table">
            <a:tbl>
              <a:tblPr>
                <a:noFill/>
                <a:tableStyleId>{E9A93264-B889-4CC9-B6D9-3ED02D0A5889}</a:tableStyleId>
              </a:tblPr>
              <a:tblGrid>
                <a:gridCol w="1818850">
                  <a:extLst>
                    <a:ext uri="{9D8B030D-6E8A-4147-A177-3AD203B41FA5}">
                      <a16:colId xmlns:a16="http://schemas.microsoft.com/office/drawing/2014/main" val="20000"/>
                    </a:ext>
                  </a:extLst>
                </a:gridCol>
                <a:gridCol w="1818850">
                  <a:extLst>
                    <a:ext uri="{9D8B030D-6E8A-4147-A177-3AD203B41FA5}">
                      <a16:colId xmlns:a16="http://schemas.microsoft.com/office/drawing/2014/main" val="20001"/>
                    </a:ext>
                  </a:extLst>
                </a:gridCol>
                <a:gridCol w="1818850">
                  <a:extLst>
                    <a:ext uri="{9D8B030D-6E8A-4147-A177-3AD203B41FA5}">
                      <a16:colId xmlns:a16="http://schemas.microsoft.com/office/drawing/2014/main" val="20002"/>
                    </a:ext>
                  </a:extLst>
                </a:gridCol>
                <a:gridCol w="1818850">
                  <a:extLst>
                    <a:ext uri="{9D8B030D-6E8A-4147-A177-3AD203B41FA5}">
                      <a16:colId xmlns:a16="http://schemas.microsoft.com/office/drawing/2014/main" val="20003"/>
                    </a:ext>
                  </a:extLst>
                </a:gridCol>
              </a:tblGrid>
              <a:tr h="381000">
                <a:tc>
                  <a:txBody>
                    <a:bodyPr/>
                    <a:lstStyle/>
                    <a:p>
                      <a:pPr marL="0" marR="0" lvl="0" indent="0" algn="ctr" rtl="0">
                        <a:lnSpc>
                          <a:spcPct val="100000"/>
                        </a:lnSpc>
                        <a:spcBef>
                          <a:spcPts val="0"/>
                        </a:spcBef>
                        <a:spcAft>
                          <a:spcPts val="0"/>
                        </a:spcAft>
                        <a:buNone/>
                      </a:pPr>
                      <a:r>
                        <a:rPr lang="en" b="1">
                          <a:solidFill>
                            <a:srgbClr val="EA9999"/>
                          </a:solidFill>
                          <a:latin typeface="Nunito Sans"/>
                          <a:ea typeface="Nunito Sans"/>
                          <a:cs typeface="Nunito Sans"/>
                          <a:sym typeface="Nunito Sans"/>
                        </a:rPr>
                        <a:t>Stages</a:t>
                      </a:r>
                      <a:endParaRPr b="1">
                        <a:solidFill>
                          <a:srgbClr val="EA9999"/>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b="1">
                          <a:solidFill>
                            <a:srgbClr val="EA9999"/>
                          </a:solidFill>
                          <a:latin typeface="Nunito Sans"/>
                          <a:ea typeface="Nunito Sans"/>
                          <a:cs typeface="Nunito Sans"/>
                          <a:sym typeface="Nunito Sans"/>
                        </a:rPr>
                        <a:t>From</a:t>
                      </a:r>
                      <a:endParaRPr b="1">
                        <a:solidFill>
                          <a:srgbClr val="EA9999"/>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b="1">
                          <a:solidFill>
                            <a:srgbClr val="EA9999"/>
                          </a:solidFill>
                          <a:latin typeface="Nunito Sans"/>
                          <a:ea typeface="Nunito Sans"/>
                          <a:cs typeface="Nunito Sans"/>
                          <a:sym typeface="Nunito Sans"/>
                        </a:rPr>
                        <a:t>To</a:t>
                      </a:r>
                      <a:endParaRPr b="1">
                        <a:solidFill>
                          <a:srgbClr val="EA9999"/>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b="1">
                          <a:solidFill>
                            <a:srgbClr val="EA9999"/>
                          </a:solidFill>
                          <a:latin typeface="Nunito Sans"/>
                          <a:ea typeface="Nunito Sans"/>
                          <a:cs typeface="Nunito Sans"/>
                          <a:sym typeface="Nunito Sans"/>
                        </a:rPr>
                        <a:t>Data Available</a:t>
                      </a:r>
                      <a:endParaRPr b="1">
                        <a:solidFill>
                          <a:srgbClr val="EA9999"/>
                        </a:solidFill>
                        <a:latin typeface="Nunito Sans"/>
                        <a:ea typeface="Nunito Sans"/>
                        <a:cs typeface="Nunito Sans"/>
                        <a:sym typeface="Nunito Sans"/>
                      </a:endParaRPr>
                    </a:p>
                  </a:txBody>
                  <a:tcPr marL="91425" marR="91425" marT="91425" marB="91425" anchor="ctr"/>
                </a:tc>
                <a:extLst>
                  <a:ext uri="{0D108BD9-81ED-4DB2-BD59-A6C34878D82A}">
                    <a16:rowId xmlns:a16="http://schemas.microsoft.com/office/drawing/2014/main" val="10000"/>
                  </a:ext>
                </a:extLst>
              </a:tr>
              <a:tr h="381000">
                <a:tc>
                  <a:txBody>
                    <a:bodyPr/>
                    <a:lstStyle/>
                    <a:p>
                      <a:pPr marL="0" marR="0" lvl="0" indent="0" algn="ctr" rtl="0">
                        <a:lnSpc>
                          <a:spcPct val="100000"/>
                        </a:lnSpc>
                        <a:spcBef>
                          <a:spcPts val="0"/>
                        </a:spcBef>
                        <a:spcAft>
                          <a:spcPts val="0"/>
                        </a:spcAft>
                        <a:buNone/>
                      </a:pPr>
                      <a:r>
                        <a:rPr lang="en" b="1">
                          <a:solidFill>
                            <a:schemeClr val="lt2"/>
                          </a:solidFill>
                          <a:latin typeface="Nunito Sans"/>
                          <a:ea typeface="Nunito Sans"/>
                          <a:cs typeface="Nunito Sans"/>
                          <a:sym typeface="Nunito Sans"/>
                        </a:rPr>
                        <a:t>Warehouse Processing</a:t>
                      </a:r>
                      <a:endParaRPr b="1">
                        <a:solidFill>
                          <a:schemeClr val="lt2"/>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dirty="0">
                          <a:solidFill>
                            <a:schemeClr val="dk1"/>
                          </a:solidFill>
                          <a:latin typeface="Nunito Sans"/>
                          <a:ea typeface="Nunito Sans"/>
                          <a:cs typeface="Nunito Sans"/>
                          <a:sym typeface="Nunito Sans"/>
                        </a:rPr>
                        <a:t>Order date </a:t>
                      </a:r>
                      <a:endParaRPr dirty="0">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Ready to ship day</a:t>
                      </a:r>
                      <a:endParaRPr>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Partial (intern data)</a:t>
                      </a:r>
                      <a:endParaRPr>
                        <a:solidFill>
                          <a:schemeClr val="dk1"/>
                        </a:solidFill>
                        <a:latin typeface="Nunito Sans"/>
                        <a:ea typeface="Nunito Sans"/>
                        <a:cs typeface="Nunito Sans"/>
                        <a:sym typeface="Nunito Sans"/>
                      </a:endParaRPr>
                    </a:p>
                  </a:txBody>
                  <a:tcPr marL="91425" marR="91425" marT="91425" marB="91425" anchor="ctr"/>
                </a:tc>
                <a:extLst>
                  <a:ext uri="{0D108BD9-81ED-4DB2-BD59-A6C34878D82A}">
                    <a16:rowId xmlns:a16="http://schemas.microsoft.com/office/drawing/2014/main" val="10001"/>
                  </a:ext>
                </a:extLst>
              </a:tr>
              <a:tr h="381000">
                <a:tc>
                  <a:txBody>
                    <a:bodyPr/>
                    <a:lstStyle/>
                    <a:p>
                      <a:pPr marL="0" marR="0" lvl="0" indent="0" algn="ctr" rtl="0">
                        <a:lnSpc>
                          <a:spcPct val="100000"/>
                        </a:lnSpc>
                        <a:spcBef>
                          <a:spcPts val="0"/>
                        </a:spcBef>
                        <a:spcAft>
                          <a:spcPts val="0"/>
                        </a:spcAft>
                        <a:buNone/>
                      </a:pPr>
                      <a:r>
                        <a:rPr lang="en" b="1">
                          <a:solidFill>
                            <a:schemeClr val="lt2"/>
                          </a:solidFill>
                          <a:latin typeface="Nunito Sans"/>
                          <a:ea typeface="Nunito Sans"/>
                          <a:cs typeface="Nunito Sans"/>
                          <a:sym typeface="Nunito Sans"/>
                        </a:rPr>
                        <a:t>Waiting for Truck</a:t>
                      </a:r>
                      <a:endParaRPr b="1">
                        <a:solidFill>
                          <a:schemeClr val="lt2"/>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Ready to ship date</a:t>
                      </a:r>
                      <a:endParaRPr>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On truck scan date</a:t>
                      </a:r>
                      <a:endParaRPr>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Partial (intern data)</a:t>
                      </a:r>
                      <a:endParaRPr>
                        <a:solidFill>
                          <a:schemeClr val="dk1"/>
                        </a:solidFill>
                        <a:latin typeface="Nunito Sans"/>
                        <a:ea typeface="Nunito Sans"/>
                        <a:cs typeface="Nunito Sans"/>
                        <a:sym typeface="Nunito Sans"/>
                      </a:endParaRPr>
                    </a:p>
                  </a:txBody>
                  <a:tcPr marL="91425" marR="91425" marT="91425" marB="91425" anchor="ctr"/>
                </a:tc>
                <a:extLst>
                  <a:ext uri="{0D108BD9-81ED-4DB2-BD59-A6C34878D82A}">
                    <a16:rowId xmlns:a16="http://schemas.microsoft.com/office/drawing/2014/main" val="10002"/>
                  </a:ext>
                </a:extLst>
              </a:tr>
              <a:tr h="381000">
                <a:tc>
                  <a:txBody>
                    <a:bodyPr/>
                    <a:lstStyle/>
                    <a:p>
                      <a:pPr marL="0" marR="0" lvl="0" indent="0" algn="ctr" rtl="0">
                        <a:lnSpc>
                          <a:spcPct val="100000"/>
                        </a:lnSpc>
                        <a:spcBef>
                          <a:spcPts val="0"/>
                        </a:spcBef>
                        <a:spcAft>
                          <a:spcPts val="0"/>
                        </a:spcAft>
                        <a:buNone/>
                      </a:pPr>
                      <a:r>
                        <a:rPr lang="en" b="1">
                          <a:solidFill>
                            <a:schemeClr val="lt2"/>
                          </a:solidFill>
                          <a:latin typeface="Nunito Sans"/>
                          <a:ea typeface="Nunito Sans"/>
                          <a:cs typeface="Nunito Sans"/>
                          <a:sym typeface="Nunito Sans"/>
                        </a:rPr>
                        <a:t>Full Warehouse time</a:t>
                      </a:r>
                      <a:endParaRPr b="1">
                        <a:solidFill>
                          <a:schemeClr val="lt2"/>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dirty="0">
                          <a:solidFill>
                            <a:schemeClr val="dk1"/>
                          </a:solidFill>
                          <a:latin typeface="Nunito Sans"/>
                          <a:ea typeface="Nunito Sans"/>
                          <a:cs typeface="Nunito Sans"/>
                          <a:sym typeface="Nunito Sans"/>
                        </a:rPr>
                        <a:t>Order date</a:t>
                      </a:r>
                      <a:endParaRPr dirty="0">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On truck scan date</a:t>
                      </a:r>
                      <a:endParaRPr>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Partial (truck company data)</a:t>
                      </a:r>
                      <a:endParaRPr>
                        <a:solidFill>
                          <a:schemeClr val="dk1"/>
                        </a:solidFill>
                        <a:latin typeface="Nunito Sans"/>
                        <a:ea typeface="Nunito Sans"/>
                        <a:cs typeface="Nunito Sans"/>
                        <a:sym typeface="Nunito Sans"/>
                      </a:endParaRPr>
                    </a:p>
                  </a:txBody>
                  <a:tcPr marL="91425" marR="91425" marT="91425" marB="91425" anchor="ctr"/>
                </a:tc>
                <a:extLst>
                  <a:ext uri="{0D108BD9-81ED-4DB2-BD59-A6C34878D82A}">
                    <a16:rowId xmlns:a16="http://schemas.microsoft.com/office/drawing/2014/main" val="10003"/>
                  </a:ext>
                </a:extLst>
              </a:tr>
              <a:tr h="381000">
                <a:tc>
                  <a:txBody>
                    <a:bodyPr/>
                    <a:lstStyle/>
                    <a:p>
                      <a:pPr marL="0" marR="0" lvl="0" indent="0" algn="ctr" rtl="0">
                        <a:lnSpc>
                          <a:spcPct val="100000"/>
                        </a:lnSpc>
                        <a:spcBef>
                          <a:spcPts val="0"/>
                        </a:spcBef>
                        <a:spcAft>
                          <a:spcPts val="0"/>
                        </a:spcAft>
                        <a:buNone/>
                      </a:pPr>
                      <a:r>
                        <a:rPr lang="en" b="1">
                          <a:solidFill>
                            <a:schemeClr val="lt2"/>
                          </a:solidFill>
                          <a:latin typeface="Nunito Sans"/>
                          <a:ea typeface="Nunito Sans"/>
                          <a:cs typeface="Nunito Sans"/>
                          <a:sym typeface="Nunito Sans"/>
                        </a:rPr>
                        <a:t>Delivery</a:t>
                      </a:r>
                      <a:endParaRPr b="1">
                        <a:solidFill>
                          <a:schemeClr val="lt2"/>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dirty="0">
                          <a:solidFill>
                            <a:schemeClr val="dk1"/>
                          </a:solidFill>
                          <a:latin typeface="Nunito Sans"/>
                          <a:ea typeface="Nunito Sans"/>
                          <a:cs typeface="Nunito Sans"/>
                          <a:sym typeface="Nunito Sans"/>
                        </a:rPr>
                        <a:t>On truck scan date</a:t>
                      </a:r>
                      <a:endParaRPr dirty="0">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Arrival scan date</a:t>
                      </a:r>
                      <a:endParaRPr>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Partial (truck company data + campaign data)</a:t>
                      </a:r>
                      <a:endParaRPr>
                        <a:solidFill>
                          <a:schemeClr val="dk1"/>
                        </a:solidFill>
                        <a:latin typeface="Nunito Sans"/>
                        <a:ea typeface="Nunito Sans"/>
                        <a:cs typeface="Nunito Sans"/>
                        <a:sym typeface="Nunito Sans"/>
                      </a:endParaRPr>
                    </a:p>
                  </a:txBody>
                  <a:tcPr marL="91425" marR="91425" marT="91425" marB="91425" anchor="ctr"/>
                </a:tc>
                <a:extLst>
                  <a:ext uri="{0D108BD9-81ED-4DB2-BD59-A6C34878D82A}">
                    <a16:rowId xmlns:a16="http://schemas.microsoft.com/office/drawing/2014/main" val="10004"/>
                  </a:ext>
                </a:extLst>
              </a:tr>
              <a:tr h="381000">
                <a:tc>
                  <a:txBody>
                    <a:bodyPr/>
                    <a:lstStyle/>
                    <a:p>
                      <a:pPr marL="0" marR="0" lvl="0" indent="0" algn="ctr" rtl="0">
                        <a:lnSpc>
                          <a:spcPct val="100000"/>
                        </a:lnSpc>
                        <a:spcBef>
                          <a:spcPts val="0"/>
                        </a:spcBef>
                        <a:spcAft>
                          <a:spcPts val="0"/>
                        </a:spcAft>
                        <a:buNone/>
                      </a:pPr>
                      <a:r>
                        <a:rPr lang="en" b="1">
                          <a:solidFill>
                            <a:schemeClr val="lt2"/>
                          </a:solidFill>
                          <a:latin typeface="Nunito Sans"/>
                          <a:ea typeface="Nunito Sans"/>
                          <a:cs typeface="Nunito Sans"/>
                          <a:sym typeface="Nunito Sans"/>
                        </a:rPr>
                        <a:t>Total Delivery Time</a:t>
                      </a:r>
                      <a:endParaRPr b="1">
                        <a:solidFill>
                          <a:schemeClr val="lt2"/>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Order Date</a:t>
                      </a:r>
                      <a:endParaRPr>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a:solidFill>
                            <a:schemeClr val="dk1"/>
                          </a:solidFill>
                          <a:latin typeface="Nunito Sans"/>
                          <a:ea typeface="Nunito Sans"/>
                          <a:cs typeface="Nunito Sans"/>
                          <a:sym typeface="Nunito Sans"/>
                        </a:rPr>
                        <a:t>Arrival Scan Date</a:t>
                      </a:r>
                      <a:endParaRPr>
                        <a:solidFill>
                          <a:schemeClr val="dk1"/>
                        </a:solidFill>
                        <a:latin typeface="Nunito Sans"/>
                        <a:ea typeface="Nunito Sans"/>
                        <a:cs typeface="Nunito Sans"/>
                        <a:sym typeface="Nunito Sans"/>
                      </a:endParaRPr>
                    </a:p>
                  </a:txBody>
                  <a:tcPr marL="91425" marR="91425" marT="91425" marB="91425" anchor="ctr"/>
                </a:tc>
                <a:tc>
                  <a:txBody>
                    <a:bodyPr/>
                    <a:lstStyle/>
                    <a:p>
                      <a:pPr marL="0" marR="0" lvl="0" indent="0" algn="ctr" rtl="0">
                        <a:lnSpc>
                          <a:spcPct val="100000"/>
                        </a:lnSpc>
                        <a:spcBef>
                          <a:spcPts val="0"/>
                        </a:spcBef>
                        <a:spcAft>
                          <a:spcPts val="0"/>
                        </a:spcAft>
                        <a:buNone/>
                      </a:pPr>
                      <a:r>
                        <a:rPr lang="en" dirty="0">
                          <a:solidFill>
                            <a:schemeClr val="dk1"/>
                          </a:solidFill>
                          <a:latin typeface="Nunito Sans"/>
                          <a:ea typeface="Nunito Sans"/>
                          <a:cs typeface="Nunito Sans"/>
                          <a:sym typeface="Nunito Sans"/>
                        </a:rPr>
                        <a:t>Partial (campaign data)</a:t>
                      </a:r>
                      <a:endParaRPr dirty="0">
                        <a:solidFill>
                          <a:schemeClr val="dk1"/>
                        </a:solidFill>
                        <a:latin typeface="Nunito Sans"/>
                        <a:ea typeface="Nunito Sans"/>
                        <a:cs typeface="Nunito Sans"/>
                        <a:sym typeface="Nunito Sans"/>
                      </a:endParaRPr>
                    </a:p>
                  </a:txBody>
                  <a:tcPr marL="91425" marR="91425" marT="91425" marB="91425"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schemeClr>
        </a:solidFill>
        <a:effectLst/>
      </p:bgPr>
    </p:bg>
    <p:spTree>
      <p:nvGrpSpPr>
        <p:cNvPr id="1" name="Shape 973"/>
        <p:cNvGrpSpPr/>
        <p:nvPr/>
      </p:nvGrpSpPr>
      <p:grpSpPr>
        <a:xfrm>
          <a:off x="0" y="0"/>
          <a:ext cx="0" cy="0"/>
          <a:chOff x="0" y="0"/>
          <a:chExt cx="0" cy="0"/>
        </a:xfrm>
      </p:grpSpPr>
      <p:sp>
        <p:nvSpPr>
          <p:cNvPr id="974" name="Google Shape;974;p103"/>
          <p:cNvSpPr txBox="1">
            <a:spLocks noGrp="1"/>
          </p:cNvSpPr>
          <p:nvPr>
            <p:ph type="title"/>
          </p:nvPr>
        </p:nvSpPr>
        <p:spPr>
          <a:xfrm>
            <a:off x="228600" y="256925"/>
            <a:ext cx="69594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tx2">
                    <a:lumMod val="75000"/>
                  </a:schemeClr>
                </a:solidFill>
              </a:rPr>
              <a:t>04 Warehouse Processing Time</a:t>
            </a:r>
            <a:endParaRPr dirty="0">
              <a:solidFill>
                <a:schemeClr val="tx2">
                  <a:lumMod val="75000"/>
                </a:schemeClr>
              </a:solidFill>
            </a:endParaRPr>
          </a:p>
        </p:txBody>
      </p:sp>
      <p:sp>
        <p:nvSpPr>
          <p:cNvPr id="975" name="Google Shape;975;p103"/>
          <p:cNvSpPr txBox="1"/>
          <p:nvPr/>
        </p:nvSpPr>
        <p:spPr>
          <a:xfrm>
            <a:off x="228600" y="872525"/>
            <a:ext cx="7395496" cy="39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accent6">
                    <a:lumMod val="75000"/>
                  </a:schemeClr>
                </a:solidFill>
                <a:latin typeface="Nunito Sans"/>
                <a:ea typeface="Nunito Sans"/>
                <a:cs typeface="Nunito Sans"/>
                <a:sym typeface="Nunito Sans"/>
              </a:rPr>
              <a:t>Ready to ship date (Intern data) - Order date (Order process data)</a:t>
            </a:r>
            <a:endParaRPr sz="1600" dirty="0">
              <a:solidFill>
                <a:schemeClr val="accent6">
                  <a:lumMod val="75000"/>
                </a:schemeClr>
              </a:solidFill>
              <a:latin typeface="Nunito Sans"/>
              <a:ea typeface="Nunito Sans"/>
              <a:cs typeface="Nunito Sans"/>
              <a:sym typeface="Nunito Sans"/>
            </a:endParaRPr>
          </a:p>
        </p:txBody>
      </p:sp>
      <p:pic>
        <p:nvPicPr>
          <p:cNvPr id="976" name="Google Shape;976;p103"/>
          <p:cNvPicPr preferRelativeResize="0"/>
          <p:nvPr/>
        </p:nvPicPr>
        <p:blipFill>
          <a:blip r:embed="rId3">
            <a:alphaModFix/>
          </a:blip>
          <a:stretch>
            <a:fillRect/>
          </a:stretch>
        </p:blipFill>
        <p:spPr>
          <a:xfrm>
            <a:off x="3591425" y="1479575"/>
            <a:ext cx="5138775" cy="2945075"/>
          </a:xfrm>
          <a:prstGeom prst="rect">
            <a:avLst/>
          </a:prstGeom>
          <a:noFill/>
          <a:ln>
            <a:noFill/>
          </a:ln>
        </p:spPr>
      </p:pic>
      <p:sp>
        <p:nvSpPr>
          <p:cNvPr id="977" name="Google Shape;977;p103"/>
          <p:cNvSpPr txBox="1"/>
          <p:nvPr/>
        </p:nvSpPr>
        <p:spPr>
          <a:xfrm>
            <a:off x="621322" y="1479572"/>
            <a:ext cx="2690427" cy="257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Scenario 1</a:t>
            </a: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(with duplicates, calendar days):   </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 n = 753</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b="1" dirty="0">
                <a:solidFill>
                  <a:schemeClr val="accent6">
                    <a:lumMod val="75000"/>
                  </a:schemeClr>
                </a:solidFill>
                <a:latin typeface="Nunito Sans"/>
                <a:ea typeface="Nunito Sans"/>
                <a:cs typeface="Nunito Sans"/>
                <a:sym typeface="Nunito Sans"/>
              </a:rPr>
              <a:t>* mean = 4.3 days</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 median = 5 days</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 max = 8 days</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b="1" dirty="0">
                <a:solidFill>
                  <a:schemeClr val="accent6">
                    <a:lumMod val="75000"/>
                  </a:schemeClr>
                </a:solidFill>
                <a:latin typeface="Nunito Sans"/>
                <a:ea typeface="Nunito Sans"/>
                <a:cs typeface="Nunito Sans"/>
                <a:sym typeface="Nunito Sans"/>
              </a:rPr>
              <a:t>Company claims~2 days</a:t>
            </a:r>
            <a:endParaRPr b="1" dirty="0">
              <a:solidFill>
                <a:schemeClr val="accent6">
                  <a:lumMod val="75000"/>
                </a:schemeClr>
              </a:solidFill>
              <a:latin typeface="Nunito Sans"/>
              <a:ea typeface="Nunito Sans"/>
              <a:cs typeface="Nunito Sans"/>
              <a:sym typeface="Nuni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104"/>
          <p:cNvSpPr txBox="1">
            <a:spLocks noGrp="1"/>
          </p:cNvSpPr>
          <p:nvPr>
            <p:ph type="title"/>
          </p:nvPr>
        </p:nvSpPr>
        <p:spPr>
          <a:xfrm>
            <a:off x="228600" y="256925"/>
            <a:ext cx="8686800" cy="615523"/>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04 Warehouse Processing Time</a:t>
            </a:r>
            <a:endParaRPr dirty="0">
              <a:solidFill>
                <a:srgbClr val="EA9999"/>
              </a:solidFill>
            </a:endParaRPr>
          </a:p>
        </p:txBody>
      </p:sp>
      <p:sp>
        <p:nvSpPr>
          <p:cNvPr id="983" name="Google Shape;983;p104"/>
          <p:cNvSpPr txBox="1"/>
          <p:nvPr/>
        </p:nvSpPr>
        <p:spPr>
          <a:xfrm>
            <a:off x="5610300" y="4683725"/>
            <a:ext cx="3533700" cy="29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CCCCCC"/>
                </a:solidFill>
                <a:latin typeface="Courier New"/>
                <a:ea typeface="Courier New"/>
                <a:cs typeface="Courier New"/>
                <a:sym typeface="Courier New"/>
              </a:rPr>
              <a:t>Ready to ship date - Order date</a:t>
            </a:r>
            <a:endParaRPr sz="12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200" dirty="0">
                <a:solidFill>
                  <a:srgbClr val="CCCCCC"/>
                </a:solidFill>
                <a:latin typeface="Courier New"/>
                <a:ea typeface="Courier New"/>
                <a:cs typeface="Courier New"/>
                <a:sym typeface="Courier New"/>
              </a:rPr>
              <a:t>n = 204</a:t>
            </a:r>
            <a:endParaRPr sz="1200" dirty="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200" dirty="0">
              <a:solidFill>
                <a:schemeClr val="dk1"/>
              </a:solidFill>
              <a:latin typeface="Nunito Sans"/>
              <a:ea typeface="Nunito Sans"/>
              <a:cs typeface="Nunito Sans"/>
              <a:sym typeface="Nunito Sans"/>
            </a:endParaRPr>
          </a:p>
        </p:txBody>
      </p:sp>
      <p:sp>
        <p:nvSpPr>
          <p:cNvPr id="984" name="Google Shape;984;p104"/>
          <p:cNvSpPr txBox="1"/>
          <p:nvPr/>
        </p:nvSpPr>
        <p:spPr>
          <a:xfrm>
            <a:off x="365500" y="3079296"/>
            <a:ext cx="4343400" cy="17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Business Days Stats:</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dirty="0">
                <a:solidFill>
                  <a:schemeClr val="lt2"/>
                </a:solidFill>
                <a:latin typeface="Courier New"/>
                <a:ea typeface="Courier New"/>
                <a:cs typeface="Courier New"/>
                <a:sym typeface="Courier New"/>
              </a:rPr>
              <a:t>mean       2.769608</a:t>
            </a:r>
            <a:endParaRPr sz="1100" b="1" dirty="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std        1.417991</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min        0.000000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25%        2.000000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dirty="0">
                <a:solidFill>
                  <a:srgbClr val="EA9999"/>
                </a:solidFill>
                <a:latin typeface="Courier New"/>
                <a:ea typeface="Courier New"/>
                <a:cs typeface="Courier New"/>
                <a:sym typeface="Courier New"/>
              </a:rPr>
              <a:t>50%        3.000000</a:t>
            </a:r>
            <a:endParaRPr sz="1100" b="1" dirty="0">
              <a:solidFill>
                <a:srgbClr val="EA9999"/>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75%        4.000000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max        5.000000</a:t>
            </a:r>
            <a:endParaRPr sz="1100" dirty="0">
              <a:solidFill>
                <a:srgbClr val="CCCCCC"/>
              </a:solidFill>
              <a:latin typeface="Courier New"/>
              <a:ea typeface="Courier New"/>
              <a:cs typeface="Courier New"/>
              <a:sym typeface="Courier New"/>
            </a:endParaRPr>
          </a:p>
        </p:txBody>
      </p:sp>
      <p:pic>
        <p:nvPicPr>
          <p:cNvPr id="985" name="Google Shape;985;p104"/>
          <p:cNvPicPr preferRelativeResize="0"/>
          <p:nvPr/>
        </p:nvPicPr>
        <p:blipFill>
          <a:blip r:embed="rId3">
            <a:alphaModFix/>
          </a:blip>
          <a:stretch>
            <a:fillRect/>
          </a:stretch>
        </p:blipFill>
        <p:spPr>
          <a:xfrm>
            <a:off x="4241950" y="1206675"/>
            <a:ext cx="4673450" cy="3172250"/>
          </a:xfrm>
          <a:prstGeom prst="rect">
            <a:avLst/>
          </a:prstGeom>
          <a:noFill/>
          <a:ln>
            <a:noFill/>
          </a:ln>
        </p:spPr>
      </p:pic>
      <p:sp>
        <p:nvSpPr>
          <p:cNvPr id="986" name="Google Shape;986;p104"/>
          <p:cNvSpPr txBox="1"/>
          <p:nvPr/>
        </p:nvSpPr>
        <p:spPr>
          <a:xfrm>
            <a:off x="365500" y="1329075"/>
            <a:ext cx="3278400" cy="8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Scenario 2 (business days)</a:t>
            </a:r>
          </a:p>
          <a:p>
            <a:pPr marL="0" lvl="0" indent="0" algn="l" rtl="0">
              <a:spcBef>
                <a:spcPts val="0"/>
              </a:spcBef>
              <a:spcAft>
                <a:spcPts val="0"/>
              </a:spcAft>
              <a:buNone/>
            </a:pPr>
            <a:endParaRPr lang="en"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Warehouse claims that the processing of each order takes on </a:t>
            </a:r>
            <a:r>
              <a:rPr lang="en" b="1" dirty="0">
                <a:solidFill>
                  <a:srgbClr val="EA9999"/>
                </a:solidFill>
                <a:latin typeface="Nunito Sans"/>
                <a:ea typeface="Nunito Sans"/>
                <a:cs typeface="Nunito Sans"/>
                <a:sym typeface="Nunito Sans"/>
              </a:rPr>
              <a:t>average 2 days.</a:t>
            </a:r>
            <a:endParaRPr b="1" dirty="0">
              <a:solidFill>
                <a:srgbClr val="EA9999"/>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p105"/>
          <p:cNvSpPr txBox="1">
            <a:spLocks noGrp="1"/>
          </p:cNvSpPr>
          <p:nvPr>
            <p:ph type="title"/>
          </p:nvPr>
        </p:nvSpPr>
        <p:spPr>
          <a:xfrm>
            <a:off x="228600" y="256925"/>
            <a:ext cx="86634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t>04 Warehouse Processing Time</a:t>
            </a:r>
            <a:br>
              <a:rPr lang="en" dirty="0"/>
            </a:br>
            <a:r>
              <a:rPr lang="en" dirty="0">
                <a:solidFill>
                  <a:srgbClr val="EA9999"/>
                </a:solidFill>
              </a:rPr>
              <a:t>by shipment mode</a:t>
            </a:r>
            <a:endParaRPr dirty="0">
              <a:solidFill>
                <a:srgbClr val="EA9999"/>
              </a:solidFill>
            </a:endParaRPr>
          </a:p>
        </p:txBody>
      </p:sp>
      <p:sp>
        <p:nvSpPr>
          <p:cNvPr id="992" name="Google Shape;992;p105"/>
          <p:cNvSpPr txBox="1"/>
          <p:nvPr/>
        </p:nvSpPr>
        <p:spPr>
          <a:xfrm>
            <a:off x="5360094" y="4683725"/>
            <a:ext cx="3650100" cy="29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CCCCCC"/>
                </a:solidFill>
                <a:latin typeface="Courier New"/>
                <a:ea typeface="Courier New"/>
                <a:cs typeface="Courier New"/>
                <a:sym typeface="Courier New"/>
              </a:rPr>
              <a:t>Ready to ship date - Order date</a:t>
            </a:r>
            <a:endParaRPr sz="12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200" dirty="0">
                <a:solidFill>
                  <a:srgbClr val="CCCCCC"/>
                </a:solidFill>
                <a:latin typeface="Courier New"/>
                <a:ea typeface="Courier New"/>
                <a:cs typeface="Courier New"/>
                <a:sym typeface="Courier New"/>
              </a:rPr>
              <a:t>n = 204</a:t>
            </a:r>
            <a:endParaRPr sz="1200" dirty="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200" dirty="0">
              <a:solidFill>
                <a:schemeClr val="dk1"/>
              </a:solidFill>
              <a:latin typeface="Nunito Sans"/>
              <a:ea typeface="Nunito Sans"/>
              <a:cs typeface="Nunito Sans"/>
              <a:sym typeface="Nunito Sans"/>
            </a:endParaRPr>
          </a:p>
        </p:txBody>
      </p:sp>
      <p:sp>
        <p:nvSpPr>
          <p:cNvPr id="993" name="Google Shape;993;p105"/>
          <p:cNvSpPr txBox="1"/>
          <p:nvPr/>
        </p:nvSpPr>
        <p:spPr>
          <a:xfrm>
            <a:off x="252000" y="2993674"/>
            <a:ext cx="4343400" cy="17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Business Days Stats:</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(for the entire sample)</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dirty="0">
                <a:solidFill>
                  <a:schemeClr val="lt2"/>
                </a:solidFill>
                <a:latin typeface="Courier New"/>
                <a:ea typeface="Courier New"/>
                <a:cs typeface="Courier New"/>
                <a:sym typeface="Courier New"/>
              </a:rPr>
              <a:t>mean       2.769608</a:t>
            </a:r>
            <a:endParaRPr sz="1100" b="1" dirty="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std        1.417991</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min        0.000000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25%        2.000000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dirty="0">
                <a:solidFill>
                  <a:srgbClr val="EA9999"/>
                </a:solidFill>
                <a:latin typeface="Courier New"/>
                <a:ea typeface="Courier New"/>
                <a:cs typeface="Courier New"/>
                <a:sym typeface="Courier New"/>
              </a:rPr>
              <a:t>50%        3.000000</a:t>
            </a:r>
            <a:endParaRPr sz="1100" b="1" dirty="0">
              <a:solidFill>
                <a:srgbClr val="EA9999"/>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75%        4.000000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max        5.000000</a:t>
            </a:r>
            <a:endParaRPr sz="1100" dirty="0">
              <a:solidFill>
                <a:srgbClr val="CCCCCC"/>
              </a:solidFill>
              <a:latin typeface="Courier New"/>
              <a:ea typeface="Courier New"/>
              <a:cs typeface="Courier New"/>
              <a:sym typeface="Courier New"/>
            </a:endParaRPr>
          </a:p>
        </p:txBody>
      </p:sp>
      <p:pic>
        <p:nvPicPr>
          <p:cNvPr id="994" name="Google Shape;994;p105"/>
          <p:cNvPicPr preferRelativeResize="0"/>
          <p:nvPr/>
        </p:nvPicPr>
        <p:blipFill>
          <a:blip r:embed="rId3">
            <a:alphaModFix/>
          </a:blip>
          <a:stretch>
            <a:fillRect/>
          </a:stretch>
        </p:blipFill>
        <p:spPr>
          <a:xfrm>
            <a:off x="4698118" y="1503562"/>
            <a:ext cx="4193882" cy="2980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lumMod val="85000"/>
          </a:schemeClr>
        </a:solidFill>
        <a:effectLst/>
      </p:bgPr>
    </p:bg>
    <p:spTree>
      <p:nvGrpSpPr>
        <p:cNvPr id="1" name="Shape 998"/>
        <p:cNvGrpSpPr/>
        <p:nvPr/>
      </p:nvGrpSpPr>
      <p:grpSpPr>
        <a:xfrm>
          <a:off x="0" y="0"/>
          <a:ext cx="0" cy="0"/>
          <a:chOff x="0" y="0"/>
          <a:chExt cx="0" cy="0"/>
        </a:xfrm>
      </p:grpSpPr>
      <p:sp>
        <p:nvSpPr>
          <p:cNvPr id="999" name="Google Shape;999;p106"/>
          <p:cNvSpPr txBox="1">
            <a:spLocks noGrp="1"/>
          </p:cNvSpPr>
          <p:nvPr>
            <p:ph type="title"/>
          </p:nvPr>
        </p:nvSpPr>
        <p:spPr>
          <a:xfrm>
            <a:off x="228600" y="256925"/>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tx2">
                    <a:lumMod val="75000"/>
                  </a:schemeClr>
                </a:solidFill>
              </a:rPr>
              <a:t>04 Waiting for Truck</a:t>
            </a:r>
            <a:endParaRPr dirty="0">
              <a:solidFill>
                <a:schemeClr val="tx2">
                  <a:lumMod val="75000"/>
                </a:schemeClr>
              </a:solidFill>
            </a:endParaRPr>
          </a:p>
        </p:txBody>
      </p:sp>
      <p:sp>
        <p:nvSpPr>
          <p:cNvPr id="1000" name="Google Shape;1000;p106"/>
          <p:cNvSpPr txBox="1"/>
          <p:nvPr/>
        </p:nvSpPr>
        <p:spPr>
          <a:xfrm>
            <a:off x="228600" y="872525"/>
            <a:ext cx="6985188" cy="42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accent6">
                    <a:lumMod val="75000"/>
                  </a:schemeClr>
                </a:solidFill>
                <a:latin typeface="Nunito Sans"/>
                <a:ea typeface="Nunito Sans"/>
                <a:cs typeface="Nunito Sans"/>
                <a:sym typeface="Nunito Sans"/>
              </a:rPr>
              <a:t>Pick up date (Intern data) - Ready to ship date (Intern data)</a:t>
            </a:r>
            <a:endParaRPr sz="1600" dirty="0">
              <a:solidFill>
                <a:schemeClr val="accent6">
                  <a:lumMod val="75000"/>
                </a:schemeClr>
              </a:solidFill>
              <a:latin typeface="Nunito Sans"/>
              <a:ea typeface="Nunito Sans"/>
              <a:cs typeface="Nunito Sans"/>
              <a:sym typeface="Nunito Sans"/>
            </a:endParaRPr>
          </a:p>
        </p:txBody>
      </p:sp>
      <p:sp>
        <p:nvSpPr>
          <p:cNvPr id="1001" name="Google Shape;1001;p106"/>
          <p:cNvSpPr txBox="1"/>
          <p:nvPr/>
        </p:nvSpPr>
        <p:spPr>
          <a:xfrm>
            <a:off x="316522" y="1479576"/>
            <a:ext cx="3317632" cy="303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Scenario 1</a:t>
            </a: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(with duplicates, calendar days):   </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 n = 753</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b="1" dirty="0">
                <a:solidFill>
                  <a:schemeClr val="accent6">
                    <a:lumMod val="75000"/>
                  </a:schemeClr>
                </a:solidFill>
                <a:latin typeface="Nunito Sans"/>
                <a:ea typeface="Nunito Sans"/>
                <a:cs typeface="Nunito Sans"/>
                <a:sym typeface="Nunito Sans"/>
              </a:rPr>
              <a:t>* mean = 1.75 days</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 median = 2 days</a:t>
            </a: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 max = 3 days</a:t>
            </a:r>
          </a:p>
          <a:p>
            <a:pPr marL="0" lvl="0" indent="0" algn="l" rtl="0">
              <a:spcBef>
                <a:spcPts val="0"/>
              </a:spcBef>
              <a:spcAft>
                <a:spcPts val="0"/>
              </a:spcAft>
              <a:buNone/>
            </a:pPr>
            <a:endParaRPr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b="1" dirty="0">
                <a:solidFill>
                  <a:schemeClr val="accent6">
                    <a:lumMod val="75000"/>
                  </a:schemeClr>
                </a:solidFill>
                <a:latin typeface="Nunito Sans"/>
                <a:ea typeface="Nunito Sans"/>
                <a:cs typeface="Nunito Sans"/>
                <a:sym typeface="Nunito Sans"/>
              </a:rPr>
              <a:t>Company claims = 1 day</a:t>
            </a:r>
            <a:endParaRPr b="1"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endParaRPr b="1" dirty="0">
              <a:solidFill>
                <a:schemeClr val="accent6">
                  <a:lumMod val="75000"/>
                </a:schemeClr>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accent6">
                    <a:lumMod val="75000"/>
                  </a:schemeClr>
                </a:solidFill>
                <a:latin typeface="Nunito Sans"/>
                <a:ea typeface="Nunito Sans"/>
                <a:cs typeface="Nunito Sans"/>
                <a:sym typeface="Nunito Sans"/>
              </a:rPr>
              <a:t>Same days pickups = 12.5%</a:t>
            </a:r>
            <a:endParaRPr dirty="0">
              <a:solidFill>
                <a:schemeClr val="accent6">
                  <a:lumMod val="75000"/>
                </a:schemeClr>
              </a:solidFill>
              <a:latin typeface="Nunito Sans"/>
              <a:ea typeface="Nunito Sans"/>
              <a:cs typeface="Nunito Sans"/>
              <a:sym typeface="Nunito Sans"/>
            </a:endParaRPr>
          </a:p>
        </p:txBody>
      </p:sp>
      <p:pic>
        <p:nvPicPr>
          <p:cNvPr id="1002" name="Google Shape;1002;p106"/>
          <p:cNvPicPr preferRelativeResize="0"/>
          <p:nvPr/>
        </p:nvPicPr>
        <p:blipFill>
          <a:blip r:embed="rId3">
            <a:alphaModFix/>
          </a:blip>
          <a:stretch>
            <a:fillRect/>
          </a:stretch>
        </p:blipFill>
        <p:spPr>
          <a:xfrm>
            <a:off x="3798975" y="1442850"/>
            <a:ext cx="5192625" cy="2728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107"/>
          <p:cNvSpPr txBox="1">
            <a:spLocks noGrp="1"/>
          </p:cNvSpPr>
          <p:nvPr>
            <p:ph type="title"/>
          </p:nvPr>
        </p:nvSpPr>
        <p:spPr>
          <a:xfrm>
            <a:off x="228600" y="256925"/>
            <a:ext cx="71811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Waiting for Truck Time</a:t>
            </a:r>
            <a:endParaRPr>
              <a:solidFill>
                <a:srgbClr val="EA9999"/>
              </a:solidFill>
            </a:endParaRPr>
          </a:p>
        </p:txBody>
      </p:sp>
      <p:sp>
        <p:nvSpPr>
          <p:cNvPr id="1008" name="Google Shape;1008;p107"/>
          <p:cNvSpPr txBox="1"/>
          <p:nvPr/>
        </p:nvSpPr>
        <p:spPr>
          <a:xfrm>
            <a:off x="5329310" y="4587475"/>
            <a:ext cx="3467100" cy="29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err="1">
                <a:solidFill>
                  <a:srgbClr val="CCCCCC"/>
                </a:solidFill>
                <a:latin typeface="Courier New"/>
                <a:ea typeface="Courier New"/>
                <a:cs typeface="Courier New"/>
                <a:sym typeface="Courier New"/>
              </a:rPr>
              <a:t>Pick_up_date</a:t>
            </a:r>
            <a:r>
              <a:rPr lang="en" sz="1200" dirty="0">
                <a:solidFill>
                  <a:srgbClr val="CCCCCC"/>
                </a:solidFill>
                <a:latin typeface="Courier New"/>
                <a:ea typeface="Courier New"/>
                <a:cs typeface="Courier New"/>
                <a:sym typeface="Courier New"/>
              </a:rPr>
              <a:t> - </a:t>
            </a:r>
            <a:r>
              <a:rPr lang="en" sz="1200" dirty="0" err="1">
                <a:solidFill>
                  <a:srgbClr val="CCCCCC"/>
                </a:solidFill>
                <a:latin typeface="Courier New"/>
                <a:ea typeface="Courier New"/>
                <a:cs typeface="Courier New"/>
                <a:sym typeface="Courier New"/>
              </a:rPr>
              <a:t>ready_to_ship_date</a:t>
            </a:r>
            <a:endParaRPr sz="12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200" dirty="0">
                <a:solidFill>
                  <a:srgbClr val="CCCCCC"/>
                </a:solidFill>
                <a:latin typeface="Courier New"/>
                <a:ea typeface="Courier New"/>
                <a:cs typeface="Courier New"/>
                <a:sym typeface="Courier New"/>
              </a:rPr>
              <a:t>n = 204</a:t>
            </a:r>
            <a:endParaRPr sz="1200" dirty="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200" dirty="0">
              <a:solidFill>
                <a:schemeClr val="dk1"/>
              </a:solidFill>
              <a:latin typeface="Nunito Sans"/>
              <a:ea typeface="Nunito Sans"/>
              <a:cs typeface="Nunito Sans"/>
              <a:sym typeface="Nunito Sans"/>
            </a:endParaRPr>
          </a:p>
        </p:txBody>
      </p:sp>
      <p:sp>
        <p:nvSpPr>
          <p:cNvPr id="1009" name="Google Shape;1009;p107"/>
          <p:cNvSpPr txBox="1"/>
          <p:nvPr/>
        </p:nvSpPr>
        <p:spPr>
          <a:xfrm>
            <a:off x="252000" y="3147700"/>
            <a:ext cx="4343400" cy="17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Business Days Stats:</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a:solidFill>
                  <a:schemeClr val="lt2"/>
                </a:solidFill>
                <a:latin typeface="Courier New"/>
                <a:ea typeface="Courier New"/>
                <a:cs typeface="Courier New"/>
                <a:sym typeface="Courier New"/>
              </a:rPr>
              <a:t>mean       1.357843</a:t>
            </a:r>
            <a:endParaRPr sz="1100" b="1">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std        0.821141</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min        0.000000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25%        1.000000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a:solidFill>
                  <a:schemeClr val="lt2"/>
                </a:solidFill>
                <a:latin typeface="Courier New"/>
                <a:ea typeface="Courier New"/>
                <a:cs typeface="Courier New"/>
                <a:sym typeface="Courier New"/>
              </a:rPr>
              <a:t>50%        1.000000</a:t>
            </a:r>
            <a:endParaRPr sz="1100" b="1">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75%        2.000000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max        3.000000</a:t>
            </a:r>
            <a:endParaRPr sz="1100" b="1">
              <a:solidFill>
                <a:schemeClr val="lt2"/>
              </a:solidFill>
              <a:latin typeface="Courier New"/>
              <a:ea typeface="Courier New"/>
              <a:cs typeface="Courier New"/>
              <a:sym typeface="Courier New"/>
            </a:endParaRPr>
          </a:p>
        </p:txBody>
      </p:sp>
      <p:sp>
        <p:nvSpPr>
          <p:cNvPr id="1010" name="Google Shape;1010;p107"/>
          <p:cNvSpPr txBox="1"/>
          <p:nvPr/>
        </p:nvSpPr>
        <p:spPr>
          <a:xfrm>
            <a:off x="365499" y="1329075"/>
            <a:ext cx="3714131" cy="8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Scenario 2: No duplicates, business days</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Truck company claims that the truck pick up timeline is </a:t>
            </a:r>
            <a:r>
              <a:rPr lang="en" b="1" dirty="0">
                <a:solidFill>
                  <a:schemeClr val="lt2"/>
                </a:solidFill>
                <a:latin typeface="Nunito Sans"/>
                <a:ea typeface="Nunito Sans"/>
                <a:cs typeface="Nunito Sans"/>
                <a:sym typeface="Nunito Sans"/>
              </a:rPr>
              <a:t>one day on average</a:t>
            </a:r>
            <a:endParaRPr b="1" dirty="0">
              <a:solidFill>
                <a:schemeClr val="lt2"/>
              </a:solidFill>
              <a:latin typeface="Nunito Sans"/>
              <a:ea typeface="Nunito Sans"/>
              <a:cs typeface="Nunito Sans"/>
              <a:sym typeface="Nunito Sans"/>
            </a:endParaRPr>
          </a:p>
        </p:txBody>
      </p:sp>
      <p:pic>
        <p:nvPicPr>
          <p:cNvPr id="1011" name="Google Shape;1011;p107"/>
          <p:cNvPicPr preferRelativeResize="0"/>
          <p:nvPr/>
        </p:nvPicPr>
        <p:blipFill>
          <a:blip r:embed="rId3">
            <a:alphaModFix/>
          </a:blip>
          <a:stretch>
            <a:fillRect/>
          </a:stretch>
        </p:blipFill>
        <p:spPr>
          <a:xfrm>
            <a:off x="4648200" y="1441333"/>
            <a:ext cx="4243800" cy="27847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108"/>
          <p:cNvSpPr txBox="1">
            <a:spLocks noGrp="1"/>
          </p:cNvSpPr>
          <p:nvPr>
            <p:ph type="title"/>
          </p:nvPr>
        </p:nvSpPr>
        <p:spPr>
          <a:xfrm>
            <a:off x="228600" y="256925"/>
            <a:ext cx="71811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Waiting for Truck Time</a:t>
            </a:r>
            <a:endParaRPr/>
          </a:p>
          <a:p>
            <a:pPr marL="0" lvl="0" indent="0" algn="l" rtl="0">
              <a:spcBef>
                <a:spcPts val="0"/>
              </a:spcBef>
              <a:spcAft>
                <a:spcPts val="0"/>
              </a:spcAft>
              <a:buNone/>
            </a:pPr>
            <a:r>
              <a:rPr lang="en">
                <a:solidFill>
                  <a:srgbClr val="EA9999"/>
                </a:solidFill>
              </a:rPr>
              <a:t>by shipment mode</a:t>
            </a:r>
            <a:endParaRPr>
              <a:solidFill>
                <a:srgbClr val="EA9999"/>
              </a:solidFill>
            </a:endParaRPr>
          </a:p>
        </p:txBody>
      </p:sp>
      <p:sp>
        <p:nvSpPr>
          <p:cNvPr id="1017" name="Google Shape;1017;p108"/>
          <p:cNvSpPr txBox="1"/>
          <p:nvPr/>
        </p:nvSpPr>
        <p:spPr>
          <a:xfrm>
            <a:off x="4820100" y="4587475"/>
            <a:ext cx="3747600" cy="29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err="1">
                <a:solidFill>
                  <a:srgbClr val="CCCCCC"/>
                </a:solidFill>
                <a:latin typeface="Courier New"/>
                <a:ea typeface="Courier New"/>
                <a:cs typeface="Courier New"/>
                <a:sym typeface="Courier New"/>
              </a:rPr>
              <a:t>Pick_up_date</a:t>
            </a:r>
            <a:r>
              <a:rPr lang="en" sz="1200" dirty="0">
                <a:solidFill>
                  <a:srgbClr val="CCCCCC"/>
                </a:solidFill>
                <a:latin typeface="Courier New"/>
                <a:ea typeface="Courier New"/>
                <a:cs typeface="Courier New"/>
                <a:sym typeface="Courier New"/>
              </a:rPr>
              <a:t> - </a:t>
            </a:r>
            <a:r>
              <a:rPr lang="en" sz="1200" dirty="0" err="1">
                <a:solidFill>
                  <a:srgbClr val="CCCCCC"/>
                </a:solidFill>
                <a:latin typeface="Courier New"/>
                <a:ea typeface="Courier New"/>
                <a:cs typeface="Courier New"/>
                <a:sym typeface="Courier New"/>
              </a:rPr>
              <a:t>ready_to_ship_date</a:t>
            </a:r>
            <a:endParaRPr sz="12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200" dirty="0">
                <a:solidFill>
                  <a:srgbClr val="CCCCCC"/>
                </a:solidFill>
                <a:latin typeface="Courier New"/>
                <a:ea typeface="Courier New"/>
                <a:cs typeface="Courier New"/>
                <a:sym typeface="Courier New"/>
              </a:rPr>
              <a:t>n = 204</a:t>
            </a:r>
            <a:endParaRPr sz="1200" dirty="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200" dirty="0">
              <a:solidFill>
                <a:schemeClr val="dk1"/>
              </a:solidFill>
              <a:latin typeface="Nunito Sans"/>
              <a:ea typeface="Nunito Sans"/>
              <a:cs typeface="Nunito Sans"/>
              <a:sym typeface="Nunito Sans"/>
            </a:endParaRPr>
          </a:p>
        </p:txBody>
      </p:sp>
      <p:sp>
        <p:nvSpPr>
          <p:cNvPr id="1018" name="Google Shape;1018;p108"/>
          <p:cNvSpPr txBox="1"/>
          <p:nvPr/>
        </p:nvSpPr>
        <p:spPr>
          <a:xfrm>
            <a:off x="365500" y="1329075"/>
            <a:ext cx="3278400" cy="8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Scenario 2:</a:t>
            </a: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No duplicates, business days</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Truck company claims that the truck pick up timeline is </a:t>
            </a:r>
            <a:r>
              <a:rPr lang="en" b="1" dirty="0">
                <a:solidFill>
                  <a:schemeClr val="lt2"/>
                </a:solidFill>
                <a:latin typeface="Nunito Sans"/>
                <a:ea typeface="Nunito Sans"/>
                <a:cs typeface="Nunito Sans"/>
                <a:sym typeface="Nunito Sans"/>
              </a:rPr>
              <a:t>one day on average.</a:t>
            </a:r>
            <a:endParaRPr b="1" dirty="0">
              <a:solidFill>
                <a:schemeClr val="lt2"/>
              </a:solidFill>
              <a:latin typeface="Nunito Sans"/>
              <a:ea typeface="Nunito Sans"/>
              <a:cs typeface="Nunito Sans"/>
              <a:sym typeface="Nunito Sans"/>
            </a:endParaRPr>
          </a:p>
        </p:txBody>
      </p:sp>
      <p:pic>
        <p:nvPicPr>
          <p:cNvPr id="1019" name="Google Shape;1019;p108"/>
          <p:cNvPicPr preferRelativeResize="0"/>
          <p:nvPr/>
        </p:nvPicPr>
        <p:blipFill>
          <a:blip r:embed="rId3">
            <a:alphaModFix/>
          </a:blip>
          <a:stretch>
            <a:fillRect/>
          </a:stretch>
        </p:blipFill>
        <p:spPr>
          <a:xfrm>
            <a:off x="4572000" y="1329075"/>
            <a:ext cx="4243800" cy="311159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Shape 1023"/>
        <p:cNvGrpSpPr/>
        <p:nvPr/>
      </p:nvGrpSpPr>
      <p:grpSpPr>
        <a:xfrm>
          <a:off x="0" y="0"/>
          <a:ext cx="0" cy="0"/>
          <a:chOff x="0" y="0"/>
          <a:chExt cx="0" cy="0"/>
        </a:xfrm>
      </p:grpSpPr>
      <p:sp>
        <p:nvSpPr>
          <p:cNvPr id="1024" name="Google Shape;1024;p109"/>
          <p:cNvSpPr txBox="1">
            <a:spLocks noGrp="1"/>
          </p:cNvSpPr>
          <p:nvPr>
            <p:ph type="title"/>
          </p:nvPr>
        </p:nvSpPr>
        <p:spPr>
          <a:xfrm>
            <a:off x="228600" y="256925"/>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tx2">
                    <a:lumMod val="75000"/>
                  </a:schemeClr>
                </a:solidFill>
              </a:rPr>
              <a:t>04 Full Warehouse Time</a:t>
            </a:r>
            <a:endParaRPr dirty="0">
              <a:solidFill>
                <a:schemeClr val="tx2">
                  <a:lumMod val="75000"/>
                </a:schemeClr>
              </a:solidFill>
            </a:endParaRPr>
          </a:p>
        </p:txBody>
      </p:sp>
      <p:sp>
        <p:nvSpPr>
          <p:cNvPr id="1025" name="Google Shape;1025;p109"/>
          <p:cNvSpPr txBox="1"/>
          <p:nvPr/>
        </p:nvSpPr>
        <p:spPr>
          <a:xfrm>
            <a:off x="228600" y="872525"/>
            <a:ext cx="7852696" cy="42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bg2"/>
                </a:solidFill>
                <a:latin typeface="Nunito Sans"/>
                <a:ea typeface="Nunito Sans"/>
                <a:cs typeface="Nunito Sans"/>
                <a:sym typeface="Nunito Sans"/>
              </a:rPr>
              <a:t>On truck scan date (Order process data) - Order date (Order process data)</a:t>
            </a:r>
            <a:endParaRPr sz="1600" dirty="0">
              <a:solidFill>
                <a:schemeClr val="bg2"/>
              </a:solidFill>
              <a:latin typeface="Nunito Sans"/>
              <a:ea typeface="Nunito Sans"/>
              <a:cs typeface="Nunito Sans"/>
              <a:sym typeface="Nunito Sans"/>
            </a:endParaRPr>
          </a:p>
        </p:txBody>
      </p:sp>
      <p:sp>
        <p:nvSpPr>
          <p:cNvPr id="1026" name="Google Shape;1026;p109"/>
          <p:cNvSpPr txBox="1"/>
          <p:nvPr/>
        </p:nvSpPr>
        <p:spPr>
          <a:xfrm>
            <a:off x="228600" y="1452500"/>
            <a:ext cx="3191250" cy="3330000"/>
          </a:xfrm>
          <a:prstGeom prst="rect">
            <a:avLst/>
          </a:prstGeom>
          <a:solidFill>
            <a:schemeClr val="tx1">
              <a:lumMod val="95000"/>
            </a:schemeClr>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2"/>
                </a:solidFill>
                <a:latin typeface="Nunito Sans"/>
                <a:ea typeface="Nunito Sans"/>
                <a:cs typeface="Nunito Sans"/>
                <a:sym typeface="Nunito Sans"/>
              </a:rPr>
              <a:t>Scenario  1</a:t>
            </a: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(with duplicates, calendar days):   </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 n = 5899</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b="1" dirty="0">
                <a:solidFill>
                  <a:schemeClr val="bg2"/>
                </a:solidFill>
                <a:latin typeface="Nunito Sans"/>
                <a:ea typeface="Nunito Sans"/>
                <a:cs typeface="Nunito Sans"/>
                <a:sym typeface="Nunito Sans"/>
              </a:rPr>
              <a:t>* mean = 6.1 days</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 median = 7 days</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 max = 12 days</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b="1" dirty="0">
                <a:solidFill>
                  <a:schemeClr val="bg2"/>
                </a:solidFill>
                <a:latin typeface="Nunito Sans"/>
                <a:ea typeface="Nunito Sans"/>
                <a:cs typeface="Nunito Sans"/>
                <a:sym typeface="Nunito Sans"/>
              </a:rPr>
              <a:t>Company claims = 3-4 days</a:t>
            </a:r>
            <a:endParaRPr b="1"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dirty="0">
                <a:solidFill>
                  <a:schemeClr val="bg2"/>
                </a:solidFill>
                <a:latin typeface="Nunito Sans"/>
                <a:ea typeface="Nunito Sans"/>
                <a:cs typeface="Nunito Sans"/>
                <a:sym typeface="Nunito Sans"/>
              </a:rPr>
              <a:t>Express mean = </a:t>
            </a:r>
            <a:r>
              <a:rPr lang="en" b="1" dirty="0">
                <a:solidFill>
                  <a:schemeClr val="bg2"/>
                </a:solidFill>
                <a:latin typeface="Nunito Sans"/>
                <a:ea typeface="Nunito Sans"/>
                <a:cs typeface="Nunito Sans"/>
                <a:sym typeface="Nunito Sans"/>
              </a:rPr>
              <a:t>2.6 days</a:t>
            </a:r>
            <a:endParaRPr b="1" dirty="0">
              <a:solidFill>
                <a:schemeClr val="bg2"/>
              </a:solidFill>
              <a:latin typeface="Nunito Sans"/>
              <a:ea typeface="Nunito Sans"/>
              <a:cs typeface="Nunito Sans"/>
              <a:sym typeface="Nunito Sans"/>
            </a:endParaRPr>
          </a:p>
          <a:p>
            <a:pPr marL="457200" lvl="0" indent="-304800" algn="l" rtl="0">
              <a:spcBef>
                <a:spcPts val="0"/>
              </a:spcBef>
              <a:spcAft>
                <a:spcPts val="0"/>
              </a:spcAft>
              <a:buClr>
                <a:schemeClr val="dk1"/>
              </a:buClr>
              <a:buSzPts val="1200"/>
              <a:buFont typeface="Nunito Sans"/>
              <a:buChar char="●"/>
            </a:pPr>
            <a:r>
              <a:rPr lang="en" dirty="0">
                <a:solidFill>
                  <a:schemeClr val="bg2"/>
                </a:solidFill>
                <a:latin typeface="Nunito Sans"/>
                <a:ea typeface="Nunito Sans"/>
                <a:cs typeface="Nunito Sans"/>
                <a:sym typeface="Nunito Sans"/>
              </a:rPr>
              <a:t>Standard processing mean = </a:t>
            </a:r>
            <a:r>
              <a:rPr lang="en" b="1" dirty="0">
                <a:solidFill>
                  <a:schemeClr val="bg2"/>
                </a:solidFill>
                <a:latin typeface="Nunito Sans"/>
                <a:ea typeface="Nunito Sans"/>
                <a:cs typeface="Nunito Sans"/>
                <a:sym typeface="Nunito Sans"/>
              </a:rPr>
              <a:t>7.1 days</a:t>
            </a:r>
            <a:endParaRPr b="1"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p:txBody>
      </p:sp>
      <p:pic>
        <p:nvPicPr>
          <p:cNvPr id="1027" name="Google Shape;1027;p109"/>
          <p:cNvPicPr preferRelativeResize="0"/>
          <p:nvPr/>
        </p:nvPicPr>
        <p:blipFill>
          <a:blip r:embed="rId3">
            <a:alphaModFix/>
          </a:blip>
          <a:stretch>
            <a:fillRect/>
          </a:stretch>
        </p:blipFill>
        <p:spPr>
          <a:xfrm>
            <a:off x="3371025" y="1695525"/>
            <a:ext cx="5419349" cy="268501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6" name="Google Shape;906;p98">
            <a:extLst>
              <a:ext uri="{FF2B5EF4-FFF2-40B4-BE49-F238E27FC236}">
                <a16:creationId xmlns:a16="http://schemas.microsoft.com/office/drawing/2014/main" id="{C5CD8879-60AE-8D2B-021F-09F3B77A01BC}"/>
              </a:ext>
            </a:extLst>
          </p:cNvPr>
          <p:cNvSpPr/>
          <p:nvPr/>
        </p:nvSpPr>
        <p:spPr>
          <a:xfrm>
            <a:off x="7356012" y="1549309"/>
            <a:ext cx="1475130" cy="2154191"/>
          </a:xfrm>
          <a:prstGeom prst="round2SameRect">
            <a:avLst>
              <a:gd name="adj1" fmla="val 0"/>
              <a:gd name="adj2" fmla="val 1421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10" name="Google Shape;909;p98">
            <a:extLst>
              <a:ext uri="{FF2B5EF4-FFF2-40B4-BE49-F238E27FC236}">
                <a16:creationId xmlns:a16="http://schemas.microsoft.com/office/drawing/2014/main" id="{FAD64C62-F20D-E932-A3CC-21D63976B72C}"/>
              </a:ext>
            </a:extLst>
          </p:cNvPr>
          <p:cNvSpPr/>
          <p:nvPr/>
        </p:nvSpPr>
        <p:spPr>
          <a:xfrm>
            <a:off x="7363775" y="1332409"/>
            <a:ext cx="1462947" cy="400200"/>
          </a:xfrm>
          <a:prstGeom prst="roundRect">
            <a:avLst>
              <a:gd name="adj" fmla="val 50000"/>
            </a:avLst>
          </a:prstGeom>
          <a:solidFill>
            <a:srgbClr val="EA9999"/>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1032" name="Google Shape;1032;p110"/>
          <p:cNvSpPr txBox="1">
            <a:spLocks noGrp="1"/>
          </p:cNvSpPr>
          <p:nvPr>
            <p:ph type="title"/>
          </p:nvPr>
        </p:nvSpPr>
        <p:spPr>
          <a:xfrm>
            <a:off x="228600" y="256925"/>
            <a:ext cx="71811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Full Warehouse Time:</a:t>
            </a:r>
            <a:endParaRPr/>
          </a:p>
          <a:p>
            <a:pPr marL="0" lvl="0" indent="0" algn="l" rtl="0">
              <a:spcBef>
                <a:spcPts val="0"/>
              </a:spcBef>
              <a:spcAft>
                <a:spcPts val="0"/>
              </a:spcAft>
              <a:buNone/>
            </a:pPr>
            <a:r>
              <a:rPr lang="en">
                <a:solidFill>
                  <a:srgbClr val="EA9999"/>
                </a:solidFill>
              </a:rPr>
              <a:t>warehouse</a:t>
            </a:r>
            <a:r>
              <a:rPr lang="en"/>
              <a:t> vs. </a:t>
            </a:r>
            <a:r>
              <a:rPr lang="en">
                <a:solidFill>
                  <a:schemeClr val="lt2"/>
                </a:solidFill>
              </a:rPr>
              <a:t>truck company</a:t>
            </a:r>
            <a:endParaRPr>
              <a:solidFill>
                <a:schemeClr val="lt2"/>
              </a:solidFill>
            </a:endParaRPr>
          </a:p>
        </p:txBody>
      </p:sp>
      <p:sp>
        <p:nvSpPr>
          <p:cNvPr id="1034" name="Google Shape;1034;p110"/>
          <p:cNvSpPr txBox="1"/>
          <p:nvPr/>
        </p:nvSpPr>
        <p:spPr>
          <a:xfrm>
            <a:off x="365500" y="1329075"/>
            <a:ext cx="5273388" cy="590927"/>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We can compare the small data from </a:t>
            </a:r>
            <a:r>
              <a:rPr lang="en" b="1" dirty="0">
                <a:solidFill>
                  <a:srgbClr val="EA9999"/>
                </a:solidFill>
                <a:latin typeface="Nunito Sans"/>
                <a:ea typeface="Nunito Sans"/>
                <a:cs typeface="Nunito Sans"/>
                <a:sym typeface="Nunito Sans"/>
              </a:rPr>
              <a:t>warehouse</a:t>
            </a:r>
            <a:r>
              <a:rPr lang="en" dirty="0">
                <a:solidFill>
                  <a:schemeClr val="dk1"/>
                </a:solidFill>
                <a:latin typeface="Nunito Sans"/>
                <a:ea typeface="Nunito Sans"/>
                <a:cs typeface="Nunito Sans"/>
                <a:sym typeface="Nunito Sans"/>
              </a:rPr>
              <a:t> (interns) to the big data (from the </a:t>
            </a:r>
            <a:r>
              <a:rPr lang="en" b="1" dirty="0">
                <a:solidFill>
                  <a:schemeClr val="lt2"/>
                </a:solidFill>
                <a:latin typeface="Nunito Sans"/>
                <a:ea typeface="Nunito Sans"/>
                <a:cs typeface="Nunito Sans"/>
                <a:sym typeface="Nunito Sans"/>
              </a:rPr>
              <a:t>truck company</a:t>
            </a:r>
            <a:r>
              <a:rPr lang="en" b="1" dirty="0">
                <a:solidFill>
                  <a:schemeClr val="dk1"/>
                </a:solidFill>
                <a:latin typeface="Nunito Sans"/>
                <a:ea typeface="Nunito Sans"/>
                <a:cs typeface="Nunito Sans"/>
                <a:sym typeface="Nunito Sans"/>
              </a:rPr>
              <a:t>)</a:t>
            </a:r>
            <a:endParaRPr dirty="0">
              <a:solidFill>
                <a:schemeClr val="dk1"/>
              </a:solidFill>
              <a:latin typeface="Nunito Sans"/>
              <a:ea typeface="Nunito Sans"/>
              <a:cs typeface="Nunito Sans"/>
              <a:sym typeface="Nunito Sans"/>
            </a:endParaRPr>
          </a:p>
        </p:txBody>
      </p:sp>
      <p:sp>
        <p:nvSpPr>
          <p:cNvPr id="1035" name="Google Shape;1035;p110"/>
          <p:cNvSpPr txBox="1"/>
          <p:nvPr/>
        </p:nvSpPr>
        <p:spPr>
          <a:xfrm>
            <a:off x="367448" y="1920002"/>
            <a:ext cx="3000000" cy="187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dirty="0">
                <a:solidFill>
                  <a:srgbClr val="EA9999"/>
                </a:solidFill>
                <a:latin typeface="Courier New"/>
                <a:ea typeface="Courier New"/>
                <a:cs typeface="Courier New"/>
                <a:sym typeface="Courier New"/>
              </a:rPr>
              <a:t>Warehouse</a:t>
            </a:r>
            <a:r>
              <a:rPr lang="en" sz="1100" dirty="0">
                <a:solidFill>
                  <a:srgbClr val="CCCCCC"/>
                </a:solidFill>
                <a:latin typeface="Courier New"/>
                <a:ea typeface="Courier New"/>
                <a:cs typeface="Courier New"/>
                <a:sym typeface="Courier New"/>
              </a:rPr>
              <a:t> Data:</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count    204.000000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dirty="0">
                <a:solidFill>
                  <a:srgbClr val="EA9999"/>
                </a:solidFill>
                <a:latin typeface="Courier New"/>
                <a:ea typeface="Courier New"/>
                <a:cs typeface="Courier New"/>
                <a:sym typeface="Courier New"/>
              </a:rPr>
              <a:t>mean       4.127451</a:t>
            </a:r>
            <a:endParaRPr sz="1100" b="1" dirty="0">
              <a:solidFill>
                <a:srgbClr val="EA9999"/>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std        1.839209</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min        0.000000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25%        3.000000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dirty="0">
                <a:solidFill>
                  <a:schemeClr val="lt2"/>
                </a:solidFill>
                <a:latin typeface="Courier New"/>
                <a:ea typeface="Courier New"/>
                <a:cs typeface="Courier New"/>
                <a:sym typeface="Courier New"/>
              </a:rPr>
              <a:t>50%        5.000000</a:t>
            </a:r>
            <a:endParaRPr sz="1100" b="1" dirty="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75%        5.000000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max        7.000000</a:t>
            </a:r>
            <a:endParaRPr sz="1600" dirty="0"/>
          </a:p>
        </p:txBody>
      </p:sp>
      <p:sp>
        <p:nvSpPr>
          <p:cNvPr id="1036" name="Google Shape;1036;p110"/>
          <p:cNvSpPr txBox="1"/>
          <p:nvPr/>
        </p:nvSpPr>
        <p:spPr>
          <a:xfrm>
            <a:off x="3096087" y="1935165"/>
            <a:ext cx="3389400" cy="1877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b="1" dirty="0">
                <a:solidFill>
                  <a:schemeClr val="lt2"/>
                </a:solidFill>
                <a:latin typeface="Courier New"/>
                <a:ea typeface="Courier New"/>
                <a:cs typeface="Courier New"/>
                <a:sym typeface="Courier New"/>
              </a:rPr>
              <a:t>Truck Company</a:t>
            </a:r>
            <a:r>
              <a:rPr lang="en" sz="1100" dirty="0">
                <a:solidFill>
                  <a:srgbClr val="CCCCCC"/>
                </a:solidFill>
                <a:latin typeface="Courier New"/>
                <a:ea typeface="Courier New"/>
                <a:cs typeface="Courier New"/>
                <a:sym typeface="Courier New"/>
              </a:rPr>
              <a:t> :</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count    3002.000000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dirty="0">
                <a:solidFill>
                  <a:srgbClr val="EA9999"/>
                </a:solidFill>
                <a:latin typeface="Courier New"/>
                <a:ea typeface="Courier New"/>
                <a:cs typeface="Courier New"/>
                <a:sym typeface="Courier New"/>
              </a:rPr>
              <a:t>mean        4.331779</a:t>
            </a:r>
            <a:endParaRPr sz="1100" b="1" dirty="0">
              <a:solidFill>
                <a:srgbClr val="EA9999"/>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std         1.847353</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min         0.000000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25%         3.000000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dirty="0">
                <a:solidFill>
                  <a:schemeClr val="lt2"/>
                </a:solidFill>
                <a:latin typeface="Courier New"/>
                <a:ea typeface="Courier New"/>
                <a:cs typeface="Courier New"/>
                <a:sym typeface="Courier New"/>
              </a:rPr>
              <a:t>50%         5.000000</a:t>
            </a:r>
            <a:endParaRPr sz="1100" b="1" dirty="0">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75%         6.000000</a:t>
            </a:r>
            <a:endParaRPr sz="1100" dirty="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dirty="0">
                <a:solidFill>
                  <a:srgbClr val="CCCCCC"/>
                </a:solidFill>
                <a:latin typeface="Courier New"/>
                <a:ea typeface="Courier New"/>
                <a:cs typeface="Courier New"/>
                <a:sym typeface="Courier New"/>
              </a:rPr>
              <a:t>max         9.000000</a:t>
            </a:r>
            <a:endParaRPr sz="1600" dirty="0"/>
          </a:p>
        </p:txBody>
      </p:sp>
      <p:sp>
        <p:nvSpPr>
          <p:cNvPr id="2" name="Google Shape;906;p98">
            <a:extLst>
              <a:ext uri="{FF2B5EF4-FFF2-40B4-BE49-F238E27FC236}">
                <a16:creationId xmlns:a16="http://schemas.microsoft.com/office/drawing/2014/main" id="{3C643C09-343B-1B0B-98C0-D267A56A97C0}"/>
              </a:ext>
            </a:extLst>
          </p:cNvPr>
          <p:cNvSpPr/>
          <p:nvPr/>
        </p:nvSpPr>
        <p:spPr>
          <a:xfrm>
            <a:off x="5646665" y="1626715"/>
            <a:ext cx="1599197" cy="2076785"/>
          </a:xfrm>
          <a:prstGeom prst="round2SameRect">
            <a:avLst>
              <a:gd name="adj1" fmla="val 0"/>
              <a:gd name="adj2" fmla="val 14216"/>
            </a:avLst>
          </a:prstGeom>
          <a:solidFill>
            <a:schemeClr val="accent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Nunito Sans"/>
              <a:ea typeface="Nunito Sans"/>
              <a:cs typeface="Nunito Sans"/>
              <a:sym typeface="Nunito Sans"/>
            </a:endParaRPr>
          </a:p>
        </p:txBody>
      </p:sp>
      <p:sp>
        <p:nvSpPr>
          <p:cNvPr id="3" name="Google Shape;907;p98">
            <a:extLst>
              <a:ext uri="{FF2B5EF4-FFF2-40B4-BE49-F238E27FC236}">
                <a16:creationId xmlns:a16="http://schemas.microsoft.com/office/drawing/2014/main" id="{975A1A13-9CA3-557E-B9B2-06DFE1599749}"/>
              </a:ext>
            </a:extLst>
          </p:cNvPr>
          <p:cNvSpPr/>
          <p:nvPr/>
        </p:nvSpPr>
        <p:spPr>
          <a:xfrm>
            <a:off x="5636260" y="1360499"/>
            <a:ext cx="1599197" cy="400200"/>
          </a:xfrm>
          <a:prstGeom prst="roundRect">
            <a:avLst>
              <a:gd name="adj" fmla="val 50000"/>
            </a:avLst>
          </a:prstGeom>
          <a:solidFill>
            <a:schemeClr val="lt2"/>
          </a:solidFill>
          <a:ln>
            <a:noFill/>
          </a:ln>
        </p:spPr>
        <p:txBody>
          <a:bodyPr spcFirstLastPara="1" wrap="square" lIns="274300" tIns="91425" rIns="274300" bIns="91425" anchor="ctr" anchorCtr="0">
            <a:noAutofit/>
          </a:bodyPr>
          <a:lstStyle/>
          <a:p>
            <a:pPr marL="0" lvl="0" indent="0" algn="l" rtl="0">
              <a:spcBef>
                <a:spcPts val="0"/>
              </a:spcBef>
              <a:spcAft>
                <a:spcPts val="0"/>
              </a:spcAft>
              <a:buNone/>
            </a:pPr>
            <a:endParaRPr sz="1000" b="1">
              <a:solidFill>
                <a:schemeClr val="dk2"/>
              </a:solidFill>
              <a:latin typeface="Nunito Sans"/>
              <a:ea typeface="Nunito Sans"/>
              <a:cs typeface="Nunito Sans"/>
              <a:sym typeface="Nunito Sans"/>
            </a:endParaRPr>
          </a:p>
        </p:txBody>
      </p:sp>
      <p:sp>
        <p:nvSpPr>
          <p:cNvPr id="4" name="Google Shape;912;p98">
            <a:extLst>
              <a:ext uri="{FF2B5EF4-FFF2-40B4-BE49-F238E27FC236}">
                <a16:creationId xmlns:a16="http://schemas.microsoft.com/office/drawing/2014/main" id="{0EF724A2-00C4-5273-3AF8-4DD2CAB5F122}"/>
              </a:ext>
            </a:extLst>
          </p:cNvPr>
          <p:cNvSpPr txBox="1">
            <a:spLocks noGrp="1"/>
          </p:cNvSpPr>
          <p:nvPr>
            <p:ph type="subTitle" idx="1"/>
          </p:nvPr>
        </p:nvSpPr>
        <p:spPr>
          <a:xfrm>
            <a:off x="5624971" y="1372983"/>
            <a:ext cx="1599197" cy="400200"/>
          </a:xfrm>
          <a:prstGeom prst="rect">
            <a:avLst/>
          </a:prstGeom>
        </p:spPr>
        <p:txBody>
          <a:bodyPr spcFirstLastPara="1" wrap="square" lIns="274300" tIns="0" rIns="274300" bIns="0" anchor="ctr" anchorCtr="0">
            <a:noAutofit/>
          </a:bodyPr>
          <a:lstStyle/>
          <a:p>
            <a:pPr marL="0" lvl="0" indent="0" algn="ctr" rtl="0">
              <a:spcBef>
                <a:spcPts val="0"/>
              </a:spcBef>
              <a:spcAft>
                <a:spcPts val="0"/>
              </a:spcAft>
              <a:buNone/>
            </a:pPr>
            <a:r>
              <a:rPr lang="en" sz="1200" dirty="0"/>
              <a:t>Good</a:t>
            </a:r>
            <a:endParaRPr sz="1200" dirty="0"/>
          </a:p>
        </p:txBody>
      </p:sp>
      <p:sp>
        <p:nvSpPr>
          <p:cNvPr id="5" name="Google Shape;915;p98">
            <a:extLst>
              <a:ext uri="{FF2B5EF4-FFF2-40B4-BE49-F238E27FC236}">
                <a16:creationId xmlns:a16="http://schemas.microsoft.com/office/drawing/2014/main" id="{B5F99D04-3DFC-514A-7F14-946D2E5862F4}"/>
              </a:ext>
            </a:extLst>
          </p:cNvPr>
          <p:cNvSpPr txBox="1">
            <a:spLocks noGrp="1"/>
          </p:cNvSpPr>
          <p:nvPr>
            <p:ph type="body" idx="4"/>
          </p:nvPr>
        </p:nvSpPr>
        <p:spPr>
          <a:xfrm>
            <a:off x="5529172" y="1794995"/>
            <a:ext cx="1778149" cy="2992413"/>
          </a:xfrm>
          <a:prstGeom prst="rect">
            <a:avLst/>
          </a:prstGeom>
        </p:spPr>
        <p:txBody>
          <a:bodyPr spcFirstLastPara="1" wrap="square" lIns="274300" tIns="91425" rIns="274300" bIns="91425" anchor="t" anchorCtr="0">
            <a:noAutofit/>
          </a:bodyPr>
          <a:lstStyle/>
          <a:p>
            <a:pPr marL="0" lvl="0" indent="0">
              <a:buNone/>
            </a:pPr>
            <a:r>
              <a:rPr lang="en-GB" sz="1200" dirty="0"/>
              <a:t>Two datasets match &gt;&gt;&gt; we can trust the assumption about the average amount of days for warehouse processing</a:t>
            </a:r>
          </a:p>
        </p:txBody>
      </p:sp>
      <p:sp>
        <p:nvSpPr>
          <p:cNvPr id="8" name="Google Shape;912;p98">
            <a:extLst>
              <a:ext uri="{FF2B5EF4-FFF2-40B4-BE49-F238E27FC236}">
                <a16:creationId xmlns:a16="http://schemas.microsoft.com/office/drawing/2014/main" id="{D5B353FA-C70B-7C7C-90B7-30A7535E13A2}"/>
              </a:ext>
            </a:extLst>
          </p:cNvPr>
          <p:cNvSpPr txBox="1">
            <a:spLocks/>
          </p:cNvSpPr>
          <p:nvPr/>
        </p:nvSpPr>
        <p:spPr>
          <a:xfrm>
            <a:off x="7417470" y="1346454"/>
            <a:ext cx="1409252" cy="400200"/>
          </a:xfrm>
          <a:prstGeom prst="rect">
            <a:avLst/>
          </a:prstGeom>
          <a:noFill/>
          <a:ln>
            <a:noFill/>
          </a:ln>
        </p:spPr>
        <p:txBody>
          <a:bodyPr spcFirstLastPara="1" wrap="square" lIns="274300" tIns="0" rIns="274300" bIns="0" anchor="ctr" anchorCtr="0">
            <a:noAutofit/>
          </a:bodyPr>
          <a:lstStyle>
            <a:defPPr marR="0" lvl="0" algn="l" rtl="0">
              <a:lnSpc>
                <a:spcPct val="100000"/>
              </a:lnSpc>
              <a:spcBef>
                <a:spcPts val="0"/>
              </a:spcBef>
              <a:spcAft>
                <a:spcPts val="0"/>
              </a:spcAft>
            </a:defPPr>
            <a:lvl1pPr marL="457200" marR="0" lvl="0" indent="-304800" algn="l" rtl="0">
              <a:lnSpc>
                <a:spcPct val="90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1pPr>
            <a:lvl2pPr marL="914400" marR="0" lvl="1" indent="-304800" algn="l" rtl="0">
              <a:lnSpc>
                <a:spcPct val="115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2pPr>
            <a:lvl3pPr marL="1371600" marR="0" lvl="2" indent="-304800" algn="l" rtl="0">
              <a:lnSpc>
                <a:spcPct val="115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3pPr>
            <a:lvl4pPr marL="1828800" marR="0" lvl="3" indent="-304800" algn="l" rtl="0">
              <a:lnSpc>
                <a:spcPct val="115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4pPr>
            <a:lvl5pPr marL="2286000" marR="0" lvl="4" indent="-304800" algn="l" rtl="0">
              <a:lnSpc>
                <a:spcPct val="115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5pPr>
            <a:lvl6pPr marL="2743200" marR="0" lvl="5" indent="-304800" algn="l" rtl="0">
              <a:lnSpc>
                <a:spcPct val="115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6pPr>
            <a:lvl7pPr marL="3200400" marR="0" lvl="6" indent="-304800" algn="l" rtl="0">
              <a:lnSpc>
                <a:spcPct val="115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7pPr>
            <a:lvl8pPr marL="3657600" marR="0" lvl="7" indent="-304800" algn="l" rtl="0">
              <a:lnSpc>
                <a:spcPct val="115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8pPr>
            <a:lvl9pPr marL="4114800" marR="0" lvl="8" indent="-304800" algn="l" rtl="0">
              <a:lnSpc>
                <a:spcPct val="115000"/>
              </a:lnSpc>
              <a:spcBef>
                <a:spcPts val="0"/>
              </a:spcBef>
              <a:spcAft>
                <a:spcPts val="0"/>
              </a:spcAft>
              <a:buClr>
                <a:schemeClr val="dk2"/>
              </a:buClr>
              <a:buSzPts val="900"/>
              <a:buFont typeface="Poppins SemiBold"/>
              <a:buNone/>
              <a:defRPr sz="900" b="0" i="0" u="none" strike="noStrike" cap="none">
                <a:solidFill>
                  <a:schemeClr val="dk2"/>
                </a:solidFill>
                <a:latin typeface="Poppins SemiBold"/>
                <a:ea typeface="Poppins SemiBold"/>
                <a:cs typeface="Poppins SemiBold"/>
                <a:sym typeface="Poppins SemiBold"/>
              </a:defRPr>
            </a:lvl9pPr>
          </a:lstStyle>
          <a:p>
            <a:pPr marL="0" indent="0" algn="ctr"/>
            <a:r>
              <a:rPr lang="en-GB" sz="1200" dirty="0"/>
              <a:t>Bad</a:t>
            </a:r>
          </a:p>
        </p:txBody>
      </p:sp>
      <p:sp>
        <p:nvSpPr>
          <p:cNvPr id="9" name="Google Shape;915;p98">
            <a:extLst>
              <a:ext uri="{FF2B5EF4-FFF2-40B4-BE49-F238E27FC236}">
                <a16:creationId xmlns:a16="http://schemas.microsoft.com/office/drawing/2014/main" id="{CC2DE8D0-7241-F79A-CC8D-751B610E538E}"/>
              </a:ext>
            </a:extLst>
          </p:cNvPr>
          <p:cNvSpPr txBox="1">
            <a:spLocks/>
          </p:cNvSpPr>
          <p:nvPr/>
        </p:nvSpPr>
        <p:spPr>
          <a:xfrm>
            <a:off x="7231945" y="1760699"/>
            <a:ext cx="1544607" cy="1942801"/>
          </a:xfrm>
          <a:prstGeom prst="rect">
            <a:avLst/>
          </a:prstGeom>
          <a:noFill/>
          <a:ln>
            <a:noFill/>
          </a:ln>
        </p:spPr>
        <p:txBody>
          <a:bodyPr spcFirstLastPara="1" wrap="square" lIns="274300" tIns="91425" rIns="274300" bIns="91425" anchor="t" anchorCtr="0">
            <a:noAutofit/>
          </a:bodyPr>
          <a:lstStyle>
            <a:defPPr marR="0" lvl="0" algn="l" rtl="0">
              <a:lnSpc>
                <a:spcPct val="100000"/>
              </a:lnSpc>
              <a:spcBef>
                <a:spcPts val="0"/>
              </a:spcBef>
              <a:spcAft>
                <a:spcPts val="0"/>
              </a:spcAft>
            </a:defPPr>
            <a:lvl1pPr marL="457200" marR="0" lvl="0" indent="-292100" algn="l" rtl="0">
              <a:lnSpc>
                <a:spcPct val="115000"/>
              </a:lnSpc>
              <a:spcBef>
                <a:spcPts val="0"/>
              </a:spcBef>
              <a:spcAft>
                <a:spcPts val="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1pPr>
            <a:lvl2pPr marL="914400" marR="0" lvl="1" indent="-292100" algn="l" rtl="0">
              <a:lnSpc>
                <a:spcPct val="115000"/>
              </a:lnSpc>
              <a:spcBef>
                <a:spcPts val="800"/>
              </a:spcBef>
              <a:spcAft>
                <a:spcPts val="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2pPr>
            <a:lvl3pPr marL="1371600" marR="0" lvl="2" indent="-292100" algn="l" rtl="0">
              <a:lnSpc>
                <a:spcPct val="115000"/>
              </a:lnSpc>
              <a:spcBef>
                <a:spcPts val="800"/>
              </a:spcBef>
              <a:spcAft>
                <a:spcPts val="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3pPr>
            <a:lvl4pPr marL="1828800" marR="0" lvl="3" indent="-292100" algn="l" rtl="0">
              <a:lnSpc>
                <a:spcPct val="115000"/>
              </a:lnSpc>
              <a:spcBef>
                <a:spcPts val="800"/>
              </a:spcBef>
              <a:spcAft>
                <a:spcPts val="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4pPr>
            <a:lvl5pPr marL="2286000" marR="0" lvl="4" indent="-292100" algn="l" rtl="0">
              <a:lnSpc>
                <a:spcPct val="115000"/>
              </a:lnSpc>
              <a:spcBef>
                <a:spcPts val="800"/>
              </a:spcBef>
              <a:spcAft>
                <a:spcPts val="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5pPr>
            <a:lvl6pPr marL="2743200" marR="0" lvl="5" indent="-292100" algn="l" rtl="0">
              <a:lnSpc>
                <a:spcPct val="115000"/>
              </a:lnSpc>
              <a:spcBef>
                <a:spcPts val="800"/>
              </a:spcBef>
              <a:spcAft>
                <a:spcPts val="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6pPr>
            <a:lvl7pPr marL="3200400" marR="0" lvl="6" indent="-292100" algn="l" rtl="0">
              <a:lnSpc>
                <a:spcPct val="115000"/>
              </a:lnSpc>
              <a:spcBef>
                <a:spcPts val="800"/>
              </a:spcBef>
              <a:spcAft>
                <a:spcPts val="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7pPr>
            <a:lvl8pPr marL="3657600" marR="0" lvl="7" indent="-292100" algn="l" rtl="0">
              <a:lnSpc>
                <a:spcPct val="115000"/>
              </a:lnSpc>
              <a:spcBef>
                <a:spcPts val="800"/>
              </a:spcBef>
              <a:spcAft>
                <a:spcPts val="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8pPr>
            <a:lvl9pPr marL="4114800" marR="0" lvl="8" indent="-292100" algn="l" rtl="0">
              <a:lnSpc>
                <a:spcPct val="115000"/>
              </a:lnSpc>
              <a:spcBef>
                <a:spcPts val="800"/>
              </a:spcBef>
              <a:spcAft>
                <a:spcPts val="800"/>
              </a:spcAft>
              <a:buClr>
                <a:schemeClr val="dk1"/>
              </a:buClr>
              <a:buSzPts val="1000"/>
              <a:buFont typeface="Nunito Sans"/>
              <a:buChar char="■"/>
              <a:defRPr sz="1000" b="0" i="0" u="none" strike="noStrike" cap="none">
                <a:solidFill>
                  <a:schemeClr val="dk1"/>
                </a:solidFill>
                <a:latin typeface="Nunito Sans"/>
                <a:ea typeface="Nunito Sans"/>
                <a:cs typeface="Nunito Sans"/>
                <a:sym typeface="Nunito Sans"/>
              </a:defRPr>
            </a:lvl9pPr>
          </a:lstStyle>
          <a:p>
            <a:pPr marL="0" indent="0">
              <a:buNone/>
            </a:pPr>
            <a:r>
              <a:rPr lang="en" sz="1200" dirty="0"/>
              <a:t>It's higher than the promise from the warehouse</a:t>
            </a:r>
            <a:endParaRPr lang="en-GB" sz="1200" dirty="0"/>
          </a:p>
        </p:txBody>
      </p:sp>
      <p:sp>
        <p:nvSpPr>
          <p:cNvPr id="12" name="TextBox 11">
            <a:extLst>
              <a:ext uri="{FF2B5EF4-FFF2-40B4-BE49-F238E27FC236}">
                <a16:creationId xmlns:a16="http://schemas.microsoft.com/office/drawing/2014/main" id="{3F8E749B-047A-FAF2-EB69-77B4A3522079}"/>
              </a:ext>
            </a:extLst>
          </p:cNvPr>
          <p:cNvSpPr txBox="1"/>
          <p:nvPr/>
        </p:nvSpPr>
        <p:spPr>
          <a:xfrm>
            <a:off x="228600" y="3792063"/>
            <a:ext cx="2789980" cy="400110"/>
          </a:xfrm>
          <a:prstGeom prst="rect">
            <a:avLst/>
          </a:prstGeom>
          <a:noFill/>
        </p:spPr>
        <p:txBody>
          <a:bodyPr wrap="square">
            <a:spAutoFit/>
          </a:bodyPr>
          <a:lstStyle/>
          <a:p>
            <a:pPr marL="0" lvl="0" indent="0" algn="l" rtl="0">
              <a:spcBef>
                <a:spcPts val="0"/>
              </a:spcBef>
              <a:spcAft>
                <a:spcPts val="0"/>
              </a:spcAft>
              <a:buNone/>
            </a:pPr>
            <a:r>
              <a:rPr lang="en-GB" sz="1000" dirty="0">
                <a:solidFill>
                  <a:srgbClr val="CCCCCC"/>
                </a:solidFill>
                <a:latin typeface="Courier New"/>
                <a:ea typeface="Courier New"/>
                <a:cs typeface="Courier New"/>
                <a:sym typeface="Courier New"/>
              </a:rPr>
              <a:t>[</a:t>
            </a:r>
            <a:r>
              <a:rPr lang="en-GB" sz="1000" dirty="0" err="1">
                <a:solidFill>
                  <a:srgbClr val="CCCCCC"/>
                </a:solidFill>
                <a:latin typeface="Courier New"/>
                <a:ea typeface="Courier New"/>
                <a:cs typeface="Courier New"/>
                <a:sym typeface="Courier New"/>
              </a:rPr>
              <a:t>Pick_up_date</a:t>
            </a:r>
            <a:r>
              <a:rPr lang="en-GB" sz="1000" dirty="0">
                <a:solidFill>
                  <a:srgbClr val="CCCCCC"/>
                </a:solidFill>
                <a:latin typeface="Courier New"/>
                <a:ea typeface="Courier New"/>
                <a:cs typeface="Courier New"/>
                <a:sym typeface="Courier New"/>
              </a:rPr>
              <a:t> - </a:t>
            </a:r>
            <a:r>
              <a:rPr lang="en-GB" sz="1000" dirty="0" err="1">
                <a:solidFill>
                  <a:srgbClr val="CCCCCC"/>
                </a:solidFill>
                <a:latin typeface="Courier New"/>
                <a:ea typeface="Courier New"/>
                <a:cs typeface="Courier New"/>
                <a:sym typeface="Courier New"/>
              </a:rPr>
              <a:t>order_date</a:t>
            </a:r>
            <a:r>
              <a:rPr lang="en-GB" sz="1000" dirty="0">
                <a:solidFill>
                  <a:srgbClr val="CCCCCC"/>
                </a:solidFill>
                <a:latin typeface="Courier New"/>
                <a:ea typeface="Courier New"/>
                <a:cs typeface="Courier New"/>
                <a:sym typeface="Courier New"/>
              </a:rPr>
              <a:t>],</a:t>
            </a:r>
          </a:p>
          <a:p>
            <a:pPr marL="0" lvl="0" indent="0" algn="l" rtl="0">
              <a:spcBef>
                <a:spcPts val="0"/>
              </a:spcBef>
              <a:spcAft>
                <a:spcPts val="0"/>
              </a:spcAft>
              <a:buNone/>
            </a:pPr>
            <a:r>
              <a:rPr lang="en-GB" sz="1000" dirty="0">
                <a:solidFill>
                  <a:srgbClr val="CCCCCC"/>
                </a:solidFill>
                <a:latin typeface="Courier New"/>
                <a:ea typeface="Courier New"/>
                <a:cs typeface="Courier New"/>
                <a:sym typeface="Courier New"/>
              </a:rPr>
              <a:t>Business days</a:t>
            </a:r>
          </a:p>
        </p:txBody>
      </p:sp>
      <p:sp>
        <p:nvSpPr>
          <p:cNvPr id="14" name="TextBox 13">
            <a:extLst>
              <a:ext uri="{FF2B5EF4-FFF2-40B4-BE49-F238E27FC236}">
                <a16:creationId xmlns:a16="http://schemas.microsoft.com/office/drawing/2014/main" id="{EBB557AB-7023-C8C9-9530-AA08ACF5234B}"/>
              </a:ext>
            </a:extLst>
          </p:cNvPr>
          <p:cNvSpPr txBox="1"/>
          <p:nvPr/>
        </p:nvSpPr>
        <p:spPr>
          <a:xfrm>
            <a:off x="2877237" y="3797783"/>
            <a:ext cx="2789201" cy="553998"/>
          </a:xfrm>
          <a:prstGeom prst="rect">
            <a:avLst/>
          </a:prstGeom>
          <a:noFill/>
        </p:spPr>
        <p:txBody>
          <a:bodyPr wrap="square">
            <a:spAutoFit/>
          </a:bodyPr>
          <a:lstStyle/>
          <a:p>
            <a:pPr marL="0" lvl="0" indent="0" algn="l" rtl="0">
              <a:spcBef>
                <a:spcPts val="0"/>
              </a:spcBef>
              <a:spcAft>
                <a:spcPts val="0"/>
              </a:spcAft>
              <a:buNone/>
            </a:pPr>
            <a:r>
              <a:rPr lang="en-GB" sz="1000" dirty="0">
                <a:solidFill>
                  <a:srgbClr val="CCCCCC"/>
                </a:solidFill>
                <a:latin typeface="Courier New"/>
                <a:ea typeface="Courier New"/>
                <a:cs typeface="Courier New"/>
                <a:sym typeface="Courier New"/>
              </a:rPr>
              <a:t>[</a:t>
            </a:r>
            <a:r>
              <a:rPr lang="en-GB" sz="1000" dirty="0" err="1">
                <a:solidFill>
                  <a:srgbClr val="CCCCCC"/>
                </a:solidFill>
                <a:latin typeface="Courier New"/>
                <a:ea typeface="Courier New"/>
                <a:cs typeface="Courier New"/>
                <a:sym typeface="Courier New"/>
              </a:rPr>
              <a:t>On_truc_scan_date</a:t>
            </a:r>
            <a:r>
              <a:rPr lang="en-GB" sz="1000" dirty="0">
                <a:solidFill>
                  <a:srgbClr val="CCCCCC"/>
                </a:solidFill>
                <a:latin typeface="Courier New"/>
                <a:ea typeface="Courier New"/>
                <a:cs typeface="Courier New"/>
                <a:sym typeface="Courier New"/>
              </a:rPr>
              <a:t> - </a:t>
            </a:r>
            <a:r>
              <a:rPr lang="en-GB" sz="1000" dirty="0" err="1">
                <a:solidFill>
                  <a:srgbClr val="CCCCCC"/>
                </a:solidFill>
                <a:latin typeface="Courier New"/>
                <a:ea typeface="Courier New"/>
                <a:cs typeface="Courier New"/>
                <a:sym typeface="Courier New"/>
              </a:rPr>
              <a:t>order_date</a:t>
            </a:r>
            <a:r>
              <a:rPr lang="en-GB" sz="1000" dirty="0">
                <a:solidFill>
                  <a:srgbClr val="CCCCCC"/>
                </a:solidFill>
                <a:latin typeface="Courier New"/>
                <a:ea typeface="Courier New"/>
                <a:cs typeface="Courier New"/>
                <a:sym typeface="Courier New"/>
              </a:rPr>
              <a:t>],</a:t>
            </a:r>
          </a:p>
          <a:p>
            <a:pPr marL="0" lvl="0" indent="0" algn="l" rtl="0">
              <a:spcBef>
                <a:spcPts val="0"/>
              </a:spcBef>
              <a:spcAft>
                <a:spcPts val="0"/>
              </a:spcAft>
              <a:buNone/>
            </a:pPr>
            <a:r>
              <a:rPr lang="en-GB" sz="1000" dirty="0">
                <a:solidFill>
                  <a:srgbClr val="CCCCCC"/>
                </a:solidFill>
                <a:latin typeface="Courier New"/>
                <a:ea typeface="Courier New"/>
                <a:cs typeface="Courier New"/>
                <a:sym typeface="Courier New"/>
              </a:rPr>
              <a:t>Business days</a:t>
            </a:r>
          </a:p>
          <a:p>
            <a:pPr marL="0" lvl="0" indent="0" algn="l" rtl="0">
              <a:spcBef>
                <a:spcPts val="0"/>
              </a:spcBef>
              <a:spcAft>
                <a:spcPts val="0"/>
              </a:spcAft>
              <a:buNone/>
            </a:pPr>
            <a:endParaRPr lang="en-GB" sz="1000" dirty="0">
              <a:solidFill>
                <a:schemeClr val="dk1"/>
              </a:solidFill>
              <a:latin typeface="Nunito Sans"/>
              <a:ea typeface="Nunito Sans"/>
              <a:cs typeface="Nunito Sans"/>
              <a:sym typeface="Nunito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lumMod val="95000"/>
          </a:schemeClr>
        </a:solidFill>
        <a:effectLst/>
      </p:bgPr>
    </p:bg>
    <p:spTree>
      <p:nvGrpSpPr>
        <p:cNvPr id="1" name="Shape 1040"/>
        <p:cNvGrpSpPr/>
        <p:nvPr/>
      </p:nvGrpSpPr>
      <p:grpSpPr>
        <a:xfrm>
          <a:off x="0" y="0"/>
          <a:ext cx="0" cy="0"/>
          <a:chOff x="0" y="0"/>
          <a:chExt cx="0" cy="0"/>
        </a:xfrm>
      </p:grpSpPr>
      <p:sp>
        <p:nvSpPr>
          <p:cNvPr id="1041" name="Google Shape;1041;p111"/>
          <p:cNvSpPr txBox="1">
            <a:spLocks noGrp="1"/>
          </p:cNvSpPr>
          <p:nvPr>
            <p:ph type="title"/>
          </p:nvPr>
        </p:nvSpPr>
        <p:spPr>
          <a:xfrm>
            <a:off x="228600" y="256925"/>
            <a:ext cx="71811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tx2">
                    <a:lumMod val="75000"/>
                  </a:schemeClr>
                </a:solidFill>
              </a:rPr>
              <a:t>04 Delivery (Transportation) Time</a:t>
            </a:r>
            <a:endParaRPr dirty="0">
              <a:solidFill>
                <a:schemeClr val="tx2">
                  <a:lumMod val="75000"/>
                </a:schemeClr>
              </a:solidFill>
            </a:endParaRPr>
          </a:p>
        </p:txBody>
      </p:sp>
      <p:sp>
        <p:nvSpPr>
          <p:cNvPr id="1042" name="Google Shape;1042;p111"/>
          <p:cNvSpPr txBox="1"/>
          <p:nvPr/>
        </p:nvSpPr>
        <p:spPr>
          <a:xfrm>
            <a:off x="228600" y="788363"/>
            <a:ext cx="7314150" cy="424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dirty="0">
                <a:solidFill>
                  <a:schemeClr val="bg2"/>
                </a:solidFill>
                <a:latin typeface="Nunito Sans"/>
                <a:ea typeface="Nunito Sans"/>
                <a:cs typeface="Nunito Sans"/>
                <a:sym typeface="Nunito Sans"/>
              </a:rPr>
              <a:t>Arrival scan date (Campaign data) - On truck scan date (Order process data)</a:t>
            </a:r>
            <a:endParaRPr sz="1600" dirty="0">
              <a:solidFill>
                <a:schemeClr val="bg2"/>
              </a:solidFill>
              <a:latin typeface="Nunito Sans"/>
              <a:ea typeface="Nunito Sans"/>
              <a:cs typeface="Nunito Sans"/>
              <a:sym typeface="Nunito Sans"/>
            </a:endParaRPr>
          </a:p>
        </p:txBody>
      </p:sp>
      <p:pic>
        <p:nvPicPr>
          <p:cNvPr id="1043" name="Google Shape;1043;p111"/>
          <p:cNvPicPr preferRelativeResize="0"/>
          <p:nvPr/>
        </p:nvPicPr>
        <p:blipFill>
          <a:blip r:embed="rId3">
            <a:alphaModFix/>
          </a:blip>
          <a:stretch>
            <a:fillRect/>
          </a:stretch>
        </p:blipFill>
        <p:spPr>
          <a:xfrm>
            <a:off x="3143812" y="1290450"/>
            <a:ext cx="5873775" cy="3393850"/>
          </a:xfrm>
          <a:prstGeom prst="rect">
            <a:avLst/>
          </a:prstGeom>
          <a:noFill/>
          <a:ln>
            <a:noFill/>
          </a:ln>
        </p:spPr>
      </p:pic>
      <p:sp>
        <p:nvSpPr>
          <p:cNvPr id="1044" name="Google Shape;1044;p111"/>
          <p:cNvSpPr txBox="1"/>
          <p:nvPr/>
        </p:nvSpPr>
        <p:spPr>
          <a:xfrm>
            <a:off x="228600" y="1432187"/>
            <a:ext cx="2967900" cy="333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bg2"/>
                </a:solidFill>
                <a:latin typeface="Nunito Sans"/>
                <a:ea typeface="Nunito Sans"/>
                <a:cs typeface="Nunito Sans"/>
                <a:sym typeface="Nunito Sans"/>
              </a:rPr>
              <a:t>Scenario 1 </a:t>
            </a: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(with duplicates, calendar days):   </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 n= 668</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b="1" dirty="0">
                <a:solidFill>
                  <a:schemeClr val="bg2"/>
                </a:solidFill>
                <a:latin typeface="Nunito Sans"/>
                <a:ea typeface="Nunito Sans"/>
                <a:cs typeface="Nunito Sans"/>
                <a:sym typeface="Nunito Sans"/>
              </a:rPr>
              <a:t>* mean= 4.6 days</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 median= 5 days</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 max= 7 days</a:t>
            </a: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bg2"/>
                </a:solidFill>
                <a:latin typeface="Nunito Sans"/>
                <a:ea typeface="Nunito Sans"/>
                <a:cs typeface="Nunito Sans"/>
                <a:sym typeface="Nunito Sans"/>
              </a:rPr>
              <a:t>Company claims= </a:t>
            </a:r>
            <a:r>
              <a:rPr lang="en" b="1" dirty="0">
                <a:solidFill>
                  <a:schemeClr val="bg2"/>
                </a:solidFill>
                <a:latin typeface="Nunito Sans"/>
                <a:ea typeface="Nunito Sans"/>
                <a:cs typeface="Nunito Sans"/>
                <a:sym typeface="Nunito Sans"/>
              </a:rPr>
              <a:t>3 days</a:t>
            </a:r>
            <a:endParaRPr b="1"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bg2"/>
              </a:solidFill>
              <a:latin typeface="Nunito Sans"/>
              <a:ea typeface="Nunito Sans"/>
              <a:cs typeface="Nunito Sans"/>
              <a:sym typeface="Nunito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112"/>
          <p:cNvSpPr txBox="1">
            <a:spLocks noGrp="1"/>
          </p:cNvSpPr>
          <p:nvPr>
            <p:ph type="title"/>
          </p:nvPr>
        </p:nvSpPr>
        <p:spPr>
          <a:xfrm>
            <a:off x="228600" y="256925"/>
            <a:ext cx="71811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Delivery (Transportation) time</a:t>
            </a:r>
            <a:endParaRPr>
              <a:solidFill>
                <a:srgbClr val="EA9999"/>
              </a:solidFill>
            </a:endParaRPr>
          </a:p>
        </p:txBody>
      </p:sp>
      <p:sp>
        <p:nvSpPr>
          <p:cNvPr id="1050" name="Google Shape;1050;p112"/>
          <p:cNvSpPr txBox="1"/>
          <p:nvPr/>
        </p:nvSpPr>
        <p:spPr>
          <a:xfrm>
            <a:off x="6468150" y="158100"/>
            <a:ext cx="3206100" cy="29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CCCCCC"/>
                </a:solidFill>
                <a:latin typeface="Courier New"/>
                <a:ea typeface="Courier New"/>
                <a:cs typeface="Courier New"/>
                <a:sym typeface="Courier New"/>
              </a:rPr>
              <a:t>Arrival_scan - On_truck_scan</a:t>
            </a:r>
            <a:endParaRPr sz="12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200">
                <a:solidFill>
                  <a:srgbClr val="CCCCCC"/>
                </a:solidFill>
                <a:latin typeface="Courier New"/>
                <a:ea typeface="Courier New"/>
                <a:cs typeface="Courier New"/>
                <a:sym typeface="Courier New"/>
              </a:rPr>
              <a:t>n = 333</a:t>
            </a:r>
            <a:endParaRPr sz="12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200">
              <a:solidFill>
                <a:schemeClr val="dk1"/>
              </a:solidFill>
              <a:latin typeface="Nunito Sans"/>
              <a:ea typeface="Nunito Sans"/>
              <a:cs typeface="Nunito Sans"/>
              <a:sym typeface="Nunito Sans"/>
            </a:endParaRPr>
          </a:p>
        </p:txBody>
      </p:sp>
      <p:sp>
        <p:nvSpPr>
          <p:cNvPr id="1051" name="Google Shape;1051;p112"/>
          <p:cNvSpPr txBox="1"/>
          <p:nvPr/>
        </p:nvSpPr>
        <p:spPr>
          <a:xfrm>
            <a:off x="252000" y="3031050"/>
            <a:ext cx="4343400" cy="17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Business Days Stats:</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count    333.000000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a:solidFill>
                  <a:schemeClr val="lt2"/>
                </a:solidFill>
                <a:latin typeface="Courier New"/>
                <a:ea typeface="Courier New"/>
                <a:cs typeface="Courier New"/>
                <a:sym typeface="Courier New"/>
              </a:rPr>
              <a:t>mean       2.921922</a:t>
            </a:r>
            <a:endParaRPr sz="1100" b="1">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std        0.956855</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min        1.000000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25%        3.000000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a:solidFill>
                  <a:schemeClr val="lt2"/>
                </a:solidFill>
                <a:latin typeface="Courier New"/>
                <a:ea typeface="Courier New"/>
                <a:cs typeface="Courier New"/>
                <a:sym typeface="Courier New"/>
              </a:rPr>
              <a:t>50%        3.000000</a:t>
            </a:r>
            <a:endParaRPr sz="1100" b="1">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75%        3.000000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max        5.000000</a:t>
            </a:r>
            <a:endParaRPr sz="1100" b="1">
              <a:solidFill>
                <a:schemeClr val="lt2"/>
              </a:solidFill>
              <a:latin typeface="Courier New"/>
              <a:ea typeface="Courier New"/>
              <a:cs typeface="Courier New"/>
              <a:sym typeface="Courier New"/>
            </a:endParaRPr>
          </a:p>
        </p:txBody>
      </p:sp>
      <p:sp>
        <p:nvSpPr>
          <p:cNvPr id="1052" name="Google Shape;1052;p112"/>
          <p:cNvSpPr txBox="1"/>
          <p:nvPr/>
        </p:nvSpPr>
        <p:spPr>
          <a:xfrm>
            <a:off x="365499" y="1329075"/>
            <a:ext cx="4014589" cy="8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Nunito Sans"/>
                <a:ea typeface="Nunito Sans"/>
                <a:cs typeface="Nunito Sans"/>
                <a:sym typeface="Nunito Sans"/>
              </a:rPr>
              <a:t>Scenario 2: No duplicates, business days</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Truck company claims that the truck pick up timeline is </a:t>
            </a:r>
            <a:r>
              <a:rPr lang="en" b="1">
                <a:solidFill>
                  <a:schemeClr val="lt2"/>
                </a:solidFill>
                <a:latin typeface="Nunito Sans"/>
                <a:ea typeface="Nunito Sans"/>
                <a:cs typeface="Nunito Sans"/>
                <a:sym typeface="Nunito Sans"/>
              </a:rPr>
              <a:t>three days on average.</a:t>
            </a:r>
            <a:endParaRPr b="1">
              <a:solidFill>
                <a:schemeClr val="lt2"/>
              </a:solidFill>
              <a:latin typeface="Nunito Sans"/>
              <a:ea typeface="Nunito Sans"/>
              <a:cs typeface="Nunito Sans"/>
              <a:sym typeface="Nunito Sans"/>
            </a:endParaRPr>
          </a:p>
          <a:p>
            <a:pPr marL="0" lvl="0" indent="0" algn="l" rtl="0">
              <a:spcBef>
                <a:spcPts val="0"/>
              </a:spcBef>
              <a:spcAft>
                <a:spcPts val="0"/>
              </a:spcAft>
              <a:buNone/>
            </a:pPr>
            <a:endParaRPr b="1">
              <a:solidFill>
                <a:schemeClr val="lt2"/>
              </a:solidFill>
              <a:latin typeface="Nunito Sans"/>
              <a:ea typeface="Nunito Sans"/>
              <a:cs typeface="Nunito Sans"/>
              <a:sym typeface="Nunito Sans"/>
            </a:endParaRPr>
          </a:p>
          <a:p>
            <a:pPr marL="0" lvl="0" indent="0" algn="l" rtl="0">
              <a:spcBef>
                <a:spcPts val="0"/>
              </a:spcBef>
              <a:spcAft>
                <a:spcPts val="0"/>
              </a:spcAft>
              <a:buNone/>
            </a:pPr>
            <a:r>
              <a:rPr lang="en" b="1">
                <a:solidFill>
                  <a:srgbClr val="EA9999"/>
                </a:solidFill>
                <a:latin typeface="Nunito Sans"/>
                <a:ea typeface="Nunito Sans"/>
                <a:cs typeface="Nunito Sans"/>
                <a:sym typeface="Nunito Sans"/>
              </a:rPr>
              <a:t>Haha. Some pretty confusing boxplot, right?</a:t>
            </a:r>
            <a:endParaRPr b="1">
              <a:solidFill>
                <a:srgbClr val="EA9999"/>
              </a:solidFill>
              <a:latin typeface="Nunito Sans"/>
              <a:ea typeface="Nunito Sans"/>
              <a:cs typeface="Nunito Sans"/>
              <a:sym typeface="Nunito Sans"/>
            </a:endParaRPr>
          </a:p>
        </p:txBody>
      </p:sp>
      <p:pic>
        <p:nvPicPr>
          <p:cNvPr id="1053" name="Google Shape;1053;p112"/>
          <p:cNvPicPr preferRelativeResize="0"/>
          <p:nvPr/>
        </p:nvPicPr>
        <p:blipFill>
          <a:blip r:embed="rId3">
            <a:alphaModFix/>
          </a:blip>
          <a:stretch>
            <a:fillRect/>
          </a:stretch>
        </p:blipFill>
        <p:spPr>
          <a:xfrm>
            <a:off x="4525050" y="1932425"/>
            <a:ext cx="4243800" cy="28107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113"/>
          <p:cNvSpPr txBox="1">
            <a:spLocks noGrp="1"/>
          </p:cNvSpPr>
          <p:nvPr>
            <p:ph type="title"/>
          </p:nvPr>
        </p:nvSpPr>
        <p:spPr>
          <a:xfrm>
            <a:off x="228600" y="256925"/>
            <a:ext cx="71811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Total Delivery Time</a:t>
            </a:r>
            <a:endParaRPr/>
          </a:p>
        </p:txBody>
      </p:sp>
      <p:sp>
        <p:nvSpPr>
          <p:cNvPr id="1059" name="Google Shape;1059;p113"/>
          <p:cNvSpPr txBox="1"/>
          <p:nvPr/>
        </p:nvSpPr>
        <p:spPr>
          <a:xfrm>
            <a:off x="4374300" y="228605"/>
            <a:ext cx="4541100" cy="29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CCCCCC"/>
                </a:solidFill>
                <a:latin typeface="Courier New"/>
                <a:ea typeface="Courier New"/>
                <a:cs typeface="Courier New"/>
                <a:sym typeface="Courier New"/>
              </a:rPr>
              <a:t>Arrival_scan - Order_date</a:t>
            </a:r>
            <a:endParaRPr sz="12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200">
                <a:solidFill>
                  <a:srgbClr val="CCCCCC"/>
                </a:solidFill>
                <a:latin typeface="Courier New"/>
                <a:ea typeface="Courier New"/>
                <a:cs typeface="Courier New"/>
                <a:sym typeface="Courier New"/>
              </a:rPr>
              <a:t>n = 333</a:t>
            </a:r>
            <a:endParaRPr sz="12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200">
              <a:solidFill>
                <a:schemeClr val="dk1"/>
              </a:solidFill>
              <a:latin typeface="Nunito Sans"/>
              <a:ea typeface="Nunito Sans"/>
              <a:cs typeface="Nunito Sans"/>
              <a:sym typeface="Nunito Sans"/>
            </a:endParaRPr>
          </a:p>
        </p:txBody>
      </p:sp>
      <p:sp>
        <p:nvSpPr>
          <p:cNvPr id="1060" name="Google Shape;1060;p113"/>
          <p:cNvSpPr txBox="1"/>
          <p:nvPr/>
        </p:nvSpPr>
        <p:spPr>
          <a:xfrm>
            <a:off x="310250" y="2971625"/>
            <a:ext cx="2224200" cy="17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Business Days Stats:</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count    333.000000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a:solidFill>
                  <a:schemeClr val="lt2"/>
                </a:solidFill>
                <a:latin typeface="Courier New"/>
                <a:ea typeface="Courier New"/>
                <a:cs typeface="Courier New"/>
                <a:sym typeface="Courier New"/>
              </a:rPr>
              <a:t>mean       7.399399</a:t>
            </a:r>
            <a:endParaRPr sz="1100" b="1">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std        2.050477</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min        1.000000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25%        6.000000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a:solidFill>
                  <a:srgbClr val="EA9999"/>
                </a:solidFill>
                <a:latin typeface="Courier New"/>
                <a:ea typeface="Courier New"/>
                <a:cs typeface="Courier New"/>
                <a:sym typeface="Courier New"/>
              </a:rPr>
              <a:t>50%        8.000000</a:t>
            </a:r>
            <a:endParaRPr sz="1100" b="1">
              <a:solidFill>
                <a:srgbClr val="EA9999"/>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75%        9.000000</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max       12.000000</a:t>
            </a:r>
            <a:endParaRPr sz="1100">
              <a:solidFill>
                <a:srgbClr val="CCCCCC"/>
              </a:solidFill>
              <a:latin typeface="Courier New"/>
              <a:ea typeface="Courier New"/>
              <a:cs typeface="Courier New"/>
              <a:sym typeface="Courier New"/>
            </a:endParaRPr>
          </a:p>
        </p:txBody>
      </p:sp>
      <p:pic>
        <p:nvPicPr>
          <p:cNvPr id="1061" name="Google Shape;1061;p113"/>
          <p:cNvPicPr preferRelativeResize="0"/>
          <p:nvPr/>
        </p:nvPicPr>
        <p:blipFill>
          <a:blip r:embed="rId3">
            <a:alphaModFix/>
          </a:blip>
          <a:stretch>
            <a:fillRect/>
          </a:stretch>
        </p:blipFill>
        <p:spPr>
          <a:xfrm>
            <a:off x="3520571" y="1049725"/>
            <a:ext cx="5272104" cy="3524675"/>
          </a:xfrm>
          <a:prstGeom prst="rect">
            <a:avLst/>
          </a:prstGeom>
          <a:noFill/>
          <a:ln>
            <a:noFill/>
          </a:ln>
        </p:spPr>
      </p:pic>
      <p:sp>
        <p:nvSpPr>
          <p:cNvPr id="1062" name="Google Shape;1062;p113"/>
          <p:cNvSpPr txBox="1"/>
          <p:nvPr/>
        </p:nvSpPr>
        <p:spPr>
          <a:xfrm>
            <a:off x="365500" y="1329075"/>
            <a:ext cx="3034800" cy="8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Muesli Company claims that all the orders are normally take </a:t>
            </a:r>
            <a:r>
              <a:rPr lang="en" b="1" dirty="0">
                <a:solidFill>
                  <a:schemeClr val="lt2"/>
                </a:solidFill>
                <a:latin typeface="Nunito Sans"/>
                <a:ea typeface="Nunito Sans"/>
                <a:cs typeface="Nunito Sans"/>
                <a:sym typeface="Nunito Sans"/>
              </a:rPr>
              <a:t>7 days on average </a:t>
            </a:r>
            <a:r>
              <a:rPr lang="en" dirty="0">
                <a:solidFill>
                  <a:schemeClr val="dk1"/>
                </a:solidFill>
                <a:latin typeface="Nunito Sans"/>
                <a:ea typeface="Nunito Sans"/>
                <a:cs typeface="Nunito Sans"/>
                <a:sym typeface="Nunito Sans"/>
              </a:rPr>
              <a:t>to be delivered.</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Scenario 2: No duplicates, business days</a:t>
            </a:r>
            <a:endParaRPr dirty="0">
              <a:solidFill>
                <a:schemeClr val="dk1"/>
              </a:solidFill>
              <a:latin typeface="Nunito Sans"/>
              <a:ea typeface="Nunito Sans"/>
              <a:cs typeface="Nunito Sans"/>
              <a:sym typeface="Nunito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6"/>
        <p:cNvGrpSpPr/>
        <p:nvPr/>
      </p:nvGrpSpPr>
      <p:grpSpPr>
        <a:xfrm>
          <a:off x="0" y="0"/>
          <a:ext cx="0" cy="0"/>
          <a:chOff x="0" y="0"/>
          <a:chExt cx="0" cy="0"/>
        </a:xfrm>
      </p:grpSpPr>
      <p:sp>
        <p:nvSpPr>
          <p:cNvPr id="1067" name="Google Shape;1067;p114"/>
          <p:cNvSpPr txBox="1">
            <a:spLocks noGrp="1"/>
          </p:cNvSpPr>
          <p:nvPr>
            <p:ph type="title"/>
          </p:nvPr>
        </p:nvSpPr>
        <p:spPr>
          <a:xfrm>
            <a:off x="228600" y="256925"/>
            <a:ext cx="71811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Total Delivery Time:</a:t>
            </a:r>
            <a:endParaRPr/>
          </a:p>
          <a:p>
            <a:pPr marL="0" lvl="0" indent="0" algn="l" rtl="0">
              <a:spcBef>
                <a:spcPts val="0"/>
              </a:spcBef>
              <a:spcAft>
                <a:spcPts val="0"/>
              </a:spcAft>
              <a:buNone/>
            </a:pPr>
            <a:r>
              <a:rPr lang="en"/>
              <a:t>by </a:t>
            </a:r>
            <a:r>
              <a:rPr lang="en">
                <a:solidFill>
                  <a:srgbClr val="EA9999"/>
                </a:solidFill>
              </a:rPr>
              <a:t>region</a:t>
            </a:r>
            <a:endParaRPr>
              <a:solidFill>
                <a:srgbClr val="EA9999"/>
              </a:solidFill>
            </a:endParaRPr>
          </a:p>
        </p:txBody>
      </p:sp>
      <p:sp>
        <p:nvSpPr>
          <p:cNvPr id="1068" name="Google Shape;1068;p114"/>
          <p:cNvSpPr txBox="1"/>
          <p:nvPr/>
        </p:nvSpPr>
        <p:spPr>
          <a:xfrm>
            <a:off x="4532251" y="228605"/>
            <a:ext cx="4541100" cy="299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200">
                <a:solidFill>
                  <a:srgbClr val="CCCCCC"/>
                </a:solidFill>
                <a:latin typeface="Courier New"/>
                <a:ea typeface="Courier New"/>
                <a:cs typeface="Courier New"/>
                <a:sym typeface="Courier New"/>
              </a:rPr>
              <a:t>Arrival_scan - Order_date</a:t>
            </a:r>
            <a:endParaRPr sz="1200">
              <a:solidFill>
                <a:srgbClr val="CCCCCC"/>
              </a:solidFill>
              <a:latin typeface="Courier New"/>
              <a:ea typeface="Courier New"/>
              <a:cs typeface="Courier New"/>
              <a:sym typeface="Courier New"/>
            </a:endParaRPr>
          </a:p>
          <a:p>
            <a:pPr marL="0" marR="0" lvl="0" indent="0" algn="l" rtl="0">
              <a:lnSpc>
                <a:spcPct val="100000"/>
              </a:lnSpc>
              <a:spcBef>
                <a:spcPts val="0"/>
              </a:spcBef>
              <a:spcAft>
                <a:spcPts val="0"/>
              </a:spcAft>
              <a:buNone/>
            </a:pPr>
            <a:r>
              <a:rPr lang="en" sz="1200">
                <a:solidFill>
                  <a:srgbClr val="CCCCCC"/>
                </a:solidFill>
                <a:latin typeface="Courier New"/>
                <a:ea typeface="Courier New"/>
                <a:cs typeface="Courier New"/>
                <a:sym typeface="Courier New"/>
              </a:rPr>
              <a:t>n = 333</a:t>
            </a: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300">
              <a:solidFill>
                <a:schemeClr val="dk1"/>
              </a:solidFill>
              <a:latin typeface="Nunito Sans"/>
              <a:ea typeface="Nunito Sans"/>
              <a:cs typeface="Nunito Sans"/>
              <a:sym typeface="Nunito Sans"/>
            </a:endParaRPr>
          </a:p>
        </p:txBody>
      </p:sp>
      <p:pic>
        <p:nvPicPr>
          <p:cNvPr id="1069" name="Google Shape;1069;p114"/>
          <p:cNvPicPr preferRelativeResize="0"/>
          <p:nvPr/>
        </p:nvPicPr>
        <p:blipFill rotWithShape="1">
          <a:blip r:embed="rId3">
            <a:alphaModFix/>
          </a:blip>
          <a:srcRect l="80002"/>
          <a:stretch/>
        </p:blipFill>
        <p:spPr>
          <a:xfrm>
            <a:off x="6589975" y="737100"/>
            <a:ext cx="2268727" cy="4002000"/>
          </a:xfrm>
          <a:prstGeom prst="rect">
            <a:avLst/>
          </a:prstGeom>
          <a:noFill/>
          <a:ln>
            <a:noFill/>
          </a:ln>
        </p:spPr>
      </p:pic>
      <p:sp>
        <p:nvSpPr>
          <p:cNvPr id="1070" name="Google Shape;1070;p114"/>
          <p:cNvSpPr txBox="1"/>
          <p:nvPr/>
        </p:nvSpPr>
        <p:spPr>
          <a:xfrm>
            <a:off x="252000" y="2865275"/>
            <a:ext cx="4343400" cy="17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Business Days Stats:</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	Central	East		South 		West</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count	77		92		49		115</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b="1">
                <a:solidFill>
                  <a:schemeClr val="lt2"/>
                </a:solidFill>
                <a:latin typeface="Courier New"/>
                <a:ea typeface="Courier New"/>
                <a:cs typeface="Courier New"/>
                <a:sym typeface="Courier New"/>
              </a:rPr>
              <a:t>mean	6.9		7.34		7.63		7.68</a:t>
            </a:r>
            <a:endParaRPr sz="1100" b="1">
              <a:solidFill>
                <a:schemeClr val="lt2"/>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std	2.15		2.09		1.79		2.01</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min	1		2		4		3</a:t>
            </a:r>
            <a:endParaRPr sz="11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50%	</a:t>
            </a:r>
            <a:r>
              <a:rPr lang="en" sz="1100" b="1">
                <a:solidFill>
                  <a:schemeClr val="lt2"/>
                </a:solidFill>
                <a:latin typeface="Courier New"/>
                <a:ea typeface="Courier New"/>
                <a:cs typeface="Courier New"/>
                <a:sym typeface="Courier New"/>
              </a:rPr>
              <a:t>7</a:t>
            </a:r>
            <a:r>
              <a:rPr lang="en" sz="1100">
                <a:solidFill>
                  <a:srgbClr val="CCCCCC"/>
                </a:solidFill>
                <a:latin typeface="Courier New"/>
                <a:ea typeface="Courier New"/>
                <a:cs typeface="Courier New"/>
                <a:sym typeface="Courier New"/>
              </a:rPr>
              <a:t>		</a:t>
            </a:r>
            <a:r>
              <a:rPr lang="en" sz="1100" b="1">
                <a:solidFill>
                  <a:srgbClr val="EA9999"/>
                </a:solidFill>
                <a:latin typeface="Courier New"/>
                <a:ea typeface="Courier New"/>
                <a:cs typeface="Courier New"/>
                <a:sym typeface="Courier New"/>
              </a:rPr>
              <a:t>8		8		8</a:t>
            </a:r>
            <a:endParaRPr sz="1100" b="1">
              <a:solidFill>
                <a:srgbClr val="EA9999"/>
              </a:solidFill>
              <a:latin typeface="Courier New"/>
              <a:ea typeface="Courier New"/>
              <a:cs typeface="Courier New"/>
              <a:sym typeface="Courier New"/>
            </a:endParaRPr>
          </a:p>
          <a:p>
            <a:pPr marL="0" lvl="0" indent="0" algn="l" rtl="0">
              <a:spcBef>
                <a:spcPts val="0"/>
              </a:spcBef>
              <a:spcAft>
                <a:spcPts val="0"/>
              </a:spcAft>
              <a:buNone/>
            </a:pPr>
            <a:r>
              <a:rPr lang="en" sz="1100">
                <a:solidFill>
                  <a:srgbClr val="CCCCCC"/>
                </a:solidFill>
                <a:latin typeface="Courier New"/>
                <a:ea typeface="Courier New"/>
                <a:cs typeface="Courier New"/>
                <a:sym typeface="Courier New"/>
              </a:rPr>
              <a:t>Max 	11		12		10		11</a:t>
            </a:r>
            <a:endParaRPr sz="1100">
              <a:solidFill>
                <a:srgbClr val="CCCCCC"/>
              </a:solidFill>
              <a:latin typeface="Courier New"/>
              <a:ea typeface="Courier New"/>
              <a:cs typeface="Courier New"/>
              <a:sym typeface="Courier New"/>
            </a:endParaRPr>
          </a:p>
        </p:txBody>
      </p:sp>
      <p:sp>
        <p:nvSpPr>
          <p:cNvPr id="1071" name="Google Shape;1071;p114"/>
          <p:cNvSpPr txBox="1"/>
          <p:nvPr/>
        </p:nvSpPr>
        <p:spPr>
          <a:xfrm>
            <a:off x="365500" y="1329075"/>
            <a:ext cx="4343400" cy="8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The region (where to the order is supposed to travel) </a:t>
            </a:r>
            <a:r>
              <a:rPr lang="en" b="1" dirty="0">
                <a:solidFill>
                  <a:schemeClr val="lt2"/>
                </a:solidFill>
                <a:latin typeface="Nunito Sans"/>
                <a:ea typeface="Nunito Sans"/>
                <a:cs typeface="Nunito Sans"/>
                <a:sym typeface="Nunito Sans"/>
              </a:rPr>
              <a:t>does not affect</a:t>
            </a:r>
            <a:r>
              <a:rPr lang="en" dirty="0">
                <a:solidFill>
                  <a:schemeClr val="dk1"/>
                </a:solidFill>
                <a:latin typeface="Nunito Sans"/>
                <a:ea typeface="Nunito Sans"/>
                <a:cs typeface="Nunito Sans"/>
                <a:sym typeface="Nunito Sans"/>
              </a:rPr>
              <a:t> much the total delivery time.</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Scenario 2: No duplicates, business days</a:t>
            </a:r>
            <a:endParaRPr dirty="0">
              <a:solidFill>
                <a:schemeClr val="dk1"/>
              </a:solidFill>
              <a:latin typeface="Nunito Sans"/>
              <a:ea typeface="Nunito Sans"/>
              <a:cs typeface="Nunito Sans"/>
              <a:sym typeface="Nuni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5"/>
        <p:cNvGrpSpPr/>
        <p:nvPr/>
      </p:nvGrpSpPr>
      <p:grpSpPr>
        <a:xfrm>
          <a:off x="0" y="0"/>
          <a:ext cx="0" cy="0"/>
          <a:chOff x="0" y="0"/>
          <a:chExt cx="0" cy="0"/>
        </a:xfrm>
      </p:grpSpPr>
      <p:sp>
        <p:nvSpPr>
          <p:cNvPr id="1076" name="Google Shape;1076;p115"/>
          <p:cNvSpPr txBox="1">
            <a:spLocks noGrp="1"/>
          </p:cNvSpPr>
          <p:nvPr>
            <p:ph type="title"/>
          </p:nvPr>
        </p:nvSpPr>
        <p:spPr>
          <a:xfrm>
            <a:off x="228600" y="256925"/>
            <a:ext cx="71811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Total Delivery Time:</a:t>
            </a:r>
            <a:endParaRPr/>
          </a:p>
          <a:p>
            <a:pPr marL="0" lvl="0" indent="0" algn="l" rtl="0">
              <a:spcBef>
                <a:spcPts val="0"/>
              </a:spcBef>
              <a:spcAft>
                <a:spcPts val="0"/>
              </a:spcAft>
              <a:buNone/>
            </a:pPr>
            <a:r>
              <a:rPr lang="en"/>
              <a:t>by </a:t>
            </a:r>
            <a:r>
              <a:rPr lang="en">
                <a:solidFill>
                  <a:srgbClr val="EA9999"/>
                </a:solidFill>
              </a:rPr>
              <a:t>shipment mode*</a:t>
            </a:r>
            <a:endParaRPr>
              <a:solidFill>
                <a:srgbClr val="EA9999"/>
              </a:solidFill>
            </a:endParaRPr>
          </a:p>
        </p:txBody>
      </p:sp>
      <p:sp>
        <p:nvSpPr>
          <p:cNvPr id="1077" name="Google Shape;1077;p115"/>
          <p:cNvSpPr txBox="1"/>
          <p:nvPr/>
        </p:nvSpPr>
        <p:spPr>
          <a:xfrm>
            <a:off x="4587626" y="228605"/>
            <a:ext cx="4541100" cy="29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CCCCCC"/>
                </a:solidFill>
                <a:latin typeface="Courier New"/>
                <a:ea typeface="Courier New"/>
                <a:cs typeface="Courier New"/>
                <a:sym typeface="Courier New"/>
              </a:rPr>
              <a:t>Arrival_scan - Order_date</a:t>
            </a:r>
            <a:endParaRPr sz="12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200">
                <a:solidFill>
                  <a:srgbClr val="CCCCCC"/>
                </a:solidFill>
                <a:latin typeface="Courier New"/>
                <a:ea typeface="Courier New"/>
                <a:cs typeface="Courier New"/>
                <a:sym typeface="Courier New"/>
              </a:rPr>
              <a:t>n = 333</a:t>
            </a:r>
            <a:endParaRPr sz="12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500">
              <a:solidFill>
                <a:schemeClr val="dk1"/>
              </a:solidFill>
              <a:latin typeface="Nunito Sans"/>
              <a:ea typeface="Nunito Sans"/>
              <a:cs typeface="Nunito Sans"/>
              <a:sym typeface="Nunito Sans"/>
            </a:endParaRPr>
          </a:p>
        </p:txBody>
      </p:sp>
      <p:sp>
        <p:nvSpPr>
          <p:cNvPr id="1078" name="Google Shape;1078;p115"/>
          <p:cNvSpPr txBox="1"/>
          <p:nvPr/>
        </p:nvSpPr>
        <p:spPr>
          <a:xfrm>
            <a:off x="252000" y="2971625"/>
            <a:ext cx="4343400" cy="171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000">
                <a:solidFill>
                  <a:srgbClr val="CCCCCC"/>
                </a:solidFill>
                <a:latin typeface="Courier New"/>
                <a:ea typeface="Courier New"/>
                <a:cs typeface="Courier New"/>
                <a:sym typeface="Courier New"/>
              </a:rPr>
              <a:t>Business Days Stats:</a:t>
            </a: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000">
                <a:solidFill>
                  <a:srgbClr val="CCCCCC"/>
                </a:solidFill>
                <a:latin typeface="Courier New"/>
                <a:ea typeface="Courier New"/>
                <a:cs typeface="Courier New"/>
                <a:sym typeface="Courier New"/>
              </a:rPr>
              <a:t>	Express	Standard Processing</a:t>
            </a:r>
            <a:endParaRPr sz="1000">
              <a:solidFill>
                <a:srgbClr val="CCCCCC"/>
              </a:solidFill>
              <a:latin typeface="Courier New"/>
              <a:ea typeface="Courier New"/>
              <a:cs typeface="Courier New"/>
              <a:sym typeface="Courier New"/>
            </a:endParaRPr>
          </a:p>
          <a:p>
            <a:pPr marL="914400" lvl="0" indent="457200" algn="l" rtl="0">
              <a:spcBef>
                <a:spcPts val="0"/>
              </a:spcBef>
              <a:spcAft>
                <a:spcPts val="0"/>
              </a:spcAft>
              <a:buNone/>
            </a:pPr>
            <a:r>
              <a:rPr lang="en" sz="1000">
                <a:solidFill>
                  <a:srgbClr val="CCCCCC"/>
                </a:solidFill>
                <a:latin typeface="Courier New"/>
                <a:ea typeface="Courier New"/>
                <a:cs typeface="Courier New"/>
                <a:sym typeface="Courier New"/>
              </a:rPr>
              <a:t>(First+Second Class)</a:t>
            </a:r>
            <a:endParaRPr sz="1000">
              <a:solidFill>
                <a:srgbClr val="CCCCCC"/>
              </a:solidFill>
              <a:latin typeface="Courier New"/>
              <a:ea typeface="Courier New"/>
              <a:cs typeface="Courier New"/>
              <a:sym typeface="Courier New"/>
            </a:endParaRPr>
          </a:p>
          <a:p>
            <a:pPr marL="914400" lvl="0" indent="457200" algn="l" rtl="0">
              <a:spcBef>
                <a:spcPts val="0"/>
              </a:spcBef>
              <a:spcAft>
                <a:spcPts val="0"/>
              </a:spcAft>
              <a:buNone/>
            </a:pPr>
            <a:r>
              <a:rPr lang="en" sz="1000">
                <a:solidFill>
                  <a:srgbClr val="CCCCCC"/>
                </a:solidFill>
                <a:latin typeface="Courier New"/>
                <a:ea typeface="Courier New"/>
                <a:cs typeface="Courier New"/>
                <a:sym typeface="Courier New"/>
              </a:rPr>
              <a:t>	</a:t>
            </a: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000">
                <a:solidFill>
                  <a:srgbClr val="CCCCCC"/>
                </a:solidFill>
                <a:latin typeface="Courier New"/>
                <a:ea typeface="Courier New"/>
                <a:cs typeface="Courier New"/>
                <a:sym typeface="Courier New"/>
              </a:rPr>
              <a:t>count	75		258</a:t>
            </a: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000" b="1">
                <a:solidFill>
                  <a:srgbClr val="CCCCCC"/>
                </a:solidFill>
                <a:latin typeface="Courier New"/>
                <a:ea typeface="Courier New"/>
                <a:cs typeface="Courier New"/>
                <a:sym typeface="Courier New"/>
              </a:rPr>
              <a:t>mean	</a:t>
            </a:r>
            <a:r>
              <a:rPr lang="en" sz="1000" b="1">
                <a:solidFill>
                  <a:schemeClr val="lt2"/>
                </a:solidFill>
                <a:latin typeface="Courier New"/>
                <a:ea typeface="Courier New"/>
                <a:cs typeface="Courier New"/>
                <a:sym typeface="Courier New"/>
              </a:rPr>
              <a:t>4.8</a:t>
            </a:r>
            <a:r>
              <a:rPr lang="en" sz="1000">
                <a:solidFill>
                  <a:srgbClr val="CCCCCC"/>
                </a:solidFill>
                <a:latin typeface="Courier New"/>
                <a:ea typeface="Courier New"/>
                <a:cs typeface="Courier New"/>
                <a:sym typeface="Courier New"/>
              </a:rPr>
              <a:t>		</a:t>
            </a:r>
            <a:r>
              <a:rPr lang="en" sz="1000" b="1">
                <a:solidFill>
                  <a:srgbClr val="EA9999"/>
                </a:solidFill>
                <a:latin typeface="Courier New"/>
                <a:ea typeface="Courier New"/>
                <a:cs typeface="Courier New"/>
                <a:sym typeface="Courier New"/>
              </a:rPr>
              <a:t>8.2</a:t>
            </a:r>
            <a:r>
              <a:rPr lang="en" sz="1000">
                <a:solidFill>
                  <a:srgbClr val="CCCCCC"/>
                </a:solidFill>
                <a:latin typeface="Courier New"/>
                <a:ea typeface="Courier New"/>
                <a:cs typeface="Courier New"/>
                <a:sym typeface="Courier New"/>
              </a:rPr>
              <a:t>	</a:t>
            </a: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000">
                <a:solidFill>
                  <a:srgbClr val="CCCCCC"/>
                </a:solidFill>
                <a:latin typeface="Courier New"/>
                <a:ea typeface="Courier New"/>
                <a:cs typeface="Courier New"/>
                <a:sym typeface="Courier New"/>
              </a:rPr>
              <a:t>std	1.52		1.49</a:t>
            </a: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000">
                <a:solidFill>
                  <a:srgbClr val="CCCCCC"/>
                </a:solidFill>
                <a:latin typeface="Courier New"/>
                <a:ea typeface="Courier New"/>
                <a:cs typeface="Courier New"/>
                <a:sym typeface="Courier New"/>
              </a:rPr>
              <a:t>min	1		4</a:t>
            </a:r>
            <a:endParaRPr sz="1000">
              <a:solidFill>
                <a:srgbClr val="CCCCCC"/>
              </a:solidFill>
              <a:latin typeface="Courier New"/>
              <a:ea typeface="Courier New"/>
              <a:cs typeface="Courier New"/>
              <a:sym typeface="Courier New"/>
            </a:endParaRPr>
          </a:p>
          <a:p>
            <a:pPr marL="0" lvl="0" indent="0" algn="l" rtl="0">
              <a:spcBef>
                <a:spcPts val="0"/>
              </a:spcBef>
              <a:spcAft>
                <a:spcPts val="0"/>
              </a:spcAft>
              <a:buNone/>
            </a:pPr>
            <a:r>
              <a:rPr lang="en" sz="1000" b="1">
                <a:solidFill>
                  <a:srgbClr val="CCCCCC"/>
                </a:solidFill>
                <a:latin typeface="Courier New"/>
                <a:ea typeface="Courier New"/>
                <a:cs typeface="Courier New"/>
                <a:sym typeface="Courier New"/>
              </a:rPr>
              <a:t>50%</a:t>
            </a:r>
            <a:r>
              <a:rPr lang="en" sz="1000">
                <a:solidFill>
                  <a:srgbClr val="CCCCCC"/>
                </a:solidFill>
                <a:latin typeface="Courier New"/>
                <a:ea typeface="Courier New"/>
                <a:cs typeface="Courier New"/>
                <a:sym typeface="Courier New"/>
              </a:rPr>
              <a:t>	</a:t>
            </a:r>
            <a:r>
              <a:rPr lang="en" sz="1000" b="1">
                <a:solidFill>
                  <a:schemeClr val="lt2"/>
                </a:solidFill>
                <a:latin typeface="Courier New"/>
                <a:ea typeface="Courier New"/>
                <a:cs typeface="Courier New"/>
                <a:sym typeface="Courier New"/>
              </a:rPr>
              <a:t>5</a:t>
            </a:r>
            <a:r>
              <a:rPr lang="en" sz="1000">
                <a:solidFill>
                  <a:srgbClr val="CCCCCC"/>
                </a:solidFill>
                <a:latin typeface="Courier New"/>
                <a:ea typeface="Courier New"/>
                <a:cs typeface="Courier New"/>
                <a:sym typeface="Courier New"/>
              </a:rPr>
              <a:t>		</a:t>
            </a:r>
            <a:r>
              <a:rPr lang="en" sz="1000" b="1">
                <a:solidFill>
                  <a:srgbClr val="EA9999"/>
                </a:solidFill>
                <a:latin typeface="Courier New"/>
                <a:ea typeface="Courier New"/>
                <a:cs typeface="Courier New"/>
                <a:sym typeface="Courier New"/>
              </a:rPr>
              <a:t>8</a:t>
            </a:r>
            <a:endParaRPr sz="1000" b="1">
              <a:solidFill>
                <a:srgbClr val="EA9999"/>
              </a:solidFill>
              <a:latin typeface="Courier New"/>
              <a:ea typeface="Courier New"/>
              <a:cs typeface="Courier New"/>
              <a:sym typeface="Courier New"/>
            </a:endParaRPr>
          </a:p>
          <a:p>
            <a:pPr marL="0" lvl="0" indent="0" algn="l" rtl="0">
              <a:spcBef>
                <a:spcPts val="0"/>
              </a:spcBef>
              <a:spcAft>
                <a:spcPts val="0"/>
              </a:spcAft>
              <a:buNone/>
            </a:pPr>
            <a:r>
              <a:rPr lang="en" sz="1000">
                <a:solidFill>
                  <a:srgbClr val="CCCCCC"/>
                </a:solidFill>
                <a:latin typeface="Courier New"/>
                <a:ea typeface="Courier New"/>
                <a:cs typeface="Courier New"/>
                <a:sym typeface="Courier New"/>
              </a:rPr>
              <a:t>max 	9		12</a:t>
            </a:r>
            <a:endParaRPr sz="1000">
              <a:solidFill>
                <a:srgbClr val="CCCCCC"/>
              </a:solidFill>
              <a:latin typeface="Courier New"/>
              <a:ea typeface="Courier New"/>
              <a:cs typeface="Courier New"/>
              <a:sym typeface="Courier New"/>
            </a:endParaRPr>
          </a:p>
        </p:txBody>
      </p:sp>
      <p:pic>
        <p:nvPicPr>
          <p:cNvPr id="1079" name="Google Shape;1079;p115"/>
          <p:cNvPicPr preferRelativeResize="0"/>
          <p:nvPr/>
        </p:nvPicPr>
        <p:blipFill rotWithShape="1">
          <a:blip r:embed="rId3">
            <a:alphaModFix/>
          </a:blip>
          <a:srcRect t="66702" r="48726"/>
          <a:stretch/>
        </p:blipFill>
        <p:spPr>
          <a:xfrm>
            <a:off x="4885536" y="2119525"/>
            <a:ext cx="3945277" cy="2564200"/>
          </a:xfrm>
          <a:prstGeom prst="rect">
            <a:avLst/>
          </a:prstGeom>
          <a:noFill/>
          <a:ln>
            <a:noFill/>
          </a:ln>
        </p:spPr>
      </p:pic>
      <p:sp>
        <p:nvSpPr>
          <p:cNvPr id="1080" name="Google Shape;1080;p115"/>
          <p:cNvSpPr txBox="1"/>
          <p:nvPr/>
        </p:nvSpPr>
        <p:spPr>
          <a:xfrm>
            <a:off x="365500" y="1329075"/>
            <a:ext cx="4253400" cy="8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 Truck Company and Muesli Company use </a:t>
            </a:r>
            <a:r>
              <a:rPr lang="en" b="1" dirty="0">
                <a:solidFill>
                  <a:schemeClr val="dk1"/>
                </a:solidFill>
                <a:latin typeface="Nunito Sans"/>
                <a:ea typeface="Nunito Sans"/>
                <a:cs typeface="Nunito Sans"/>
                <a:sym typeface="Nunito Sans"/>
              </a:rPr>
              <a:t>two </a:t>
            </a:r>
            <a:r>
              <a:rPr lang="en" b="1" dirty="0">
                <a:solidFill>
                  <a:srgbClr val="EA9999"/>
                </a:solidFill>
                <a:latin typeface="Nunito Sans"/>
                <a:ea typeface="Nunito Sans"/>
                <a:cs typeface="Nunito Sans"/>
                <a:sym typeface="Nunito Sans"/>
              </a:rPr>
              <a:t>different approaches</a:t>
            </a:r>
            <a:r>
              <a:rPr lang="en" dirty="0">
                <a:solidFill>
                  <a:srgbClr val="EA9999"/>
                </a:solidFill>
                <a:latin typeface="Nunito Sans"/>
                <a:ea typeface="Nunito Sans"/>
                <a:cs typeface="Nunito Sans"/>
                <a:sym typeface="Nunito Sans"/>
              </a:rPr>
              <a:t> </a:t>
            </a:r>
            <a:r>
              <a:rPr lang="en" dirty="0">
                <a:solidFill>
                  <a:schemeClr val="dk1"/>
                </a:solidFill>
                <a:latin typeface="Nunito Sans"/>
                <a:ea typeface="Nunito Sans"/>
                <a:cs typeface="Nunito Sans"/>
                <a:sym typeface="Nunito Sans"/>
              </a:rPr>
              <a:t>to the shipment mode:</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000" dirty="0">
                <a:solidFill>
                  <a:schemeClr val="tx1">
                    <a:lumMod val="95000"/>
                  </a:schemeClr>
                </a:solidFill>
                <a:latin typeface="Nunito Sans"/>
                <a:ea typeface="Nunito Sans"/>
                <a:cs typeface="Nunito Sans"/>
                <a:sym typeface="Nunito Sans"/>
              </a:rPr>
              <a:t>Muesli company has </a:t>
            </a:r>
            <a:r>
              <a:rPr lang="en" sz="1000" b="1" dirty="0">
                <a:solidFill>
                  <a:schemeClr val="tx1">
                    <a:lumMod val="95000"/>
                  </a:schemeClr>
                </a:solidFill>
                <a:latin typeface="Nunito Sans"/>
                <a:ea typeface="Nunito Sans"/>
                <a:cs typeface="Nunito Sans"/>
                <a:sym typeface="Nunito Sans"/>
              </a:rPr>
              <a:t>three options</a:t>
            </a:r>
            <a:r>
              <a:rPr lang="en" sz="1000" dirty="0">
                <a:solidFill>
                  <a:schemeClr val="tx1">
                    <a:lumMod val="95000"/>
                  </a:schemeClr>
                </a:solidFill>
                <a:latin typeface="Nunito Sans"/>
                <a:ea typeface="Nunito Sans"/>
                <a:cs typeface="Nunito Sans"/>
                <a:sym typeface="Nunito Sans"/>
              </a:rPr>
              <a:t> (First Class, Second Class, Standard Class) and Truck company has </a:t>
            </a:r>
            <a:r>
              <a:rPr lang="en" sz="1000" b="1" dirty="0">
                <a:solidFill>
                  <a:schemeClr val="tx1">
                    <a:lumMod val="95000"/>
                  </a:schemeClr>
                </a:solidFill>
                <a:latin typeface="Nunito Sans"/>
                <a:ea typeface="Nunito Sans"/>
                <a:cs typeface="Nunito Sans"/>
                <a:sym typeface="Nunito Sans"/>
              </a:rPr>
              <a:t>two options </a:t>
            </a:r>
            <a:r>
              <a:rPr lang="en" sz="1000" dirty="0">
                <a:solidFill>
                  <a:schemeClr val="tx1">
                    <a:lumMod val="95000"/>
                  </a:schemeClr>
                </a:solidFill>
                <a:latin typeface="Nunito Sans"/>
                <a:ea typeface="Nunito Sans"/>
                <a:cs typeface="Nunito Sans"/>
                <a:sym typeface="Nunito Sans"/>
              </a:rPr>
              <a:t>(Express and Standard Processing)</a:t>
            </a:r>
            <a:endParaRPr sz="1000" dirty="0">
              <a:solidFill>
                <a:schemeClr val="tx1">
                  <a:lumMod val="95000"/>
                </a:schemeClr>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Scenario 2: No duplicates, business days</a:t>
            </a:r>
            <a:endParaRPr dirty="0">
              <a:solidFill>
                <a:schemeClr val="dk1"/>
              </a:solidFill>
              <a:latin typeface="Nunito Sans"/>
              <a:ea typeface="Nunito Sans"/>
              <a:cs typeface="Nunito Sans"/>
              <a:sym typeface="Nuni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Google Shape;1085;p116"/>
          <p:cNvSpPr txBox="1">
            <a:spLocks noGrp="1"/>
          </p:cNvSpPr>
          <p:nvPr>
            <p:ph type="subTitle" idx="1"/>
          </p:nvPr>
        </p:nvSpPr>
        <p:spPr>
          <a:xfrm>
            <a:off x="228600" y="2568175"/>
            <a:ext cx="2834700" cy="400200"/>
          </a:xfrm>
          <a:prstGeom prst="rect">
            <a:avLst/>
          </a:prstGeom>
        </p:spPr>
        <p:txBody>
          <a:bodyPr spcFirstLastPara="1" wrap="square" lIns="274300" tIns="0" rIns="274300" bIns="0" anchor="ctr" anchorCtr="0">
            <a:noAutofit/>
          </a:bodyPr>
          <a:lstStyle/>
          <a:p>
            <a:pPr marL="0" lvl="0" indent="0" algn="l" rtl="0">
              <a:spcBef>
                <a:spcPts val="0"/>
              </a:spcBef>
              <a:spcAft>
                <a:spcPts val="0"/>
              </a:spcAft>
              <a:buNone/>
            </a:pPr>
            <a:endParaRPr/>
          </a:p>
        </p:txBody>
      </p:sp>
      <p:sp>
        <p:nvSpPr>
          <p:cNvPr id="1086" name="Google Shape;1086;p116"/>
          <p:cNvSpPr txBox="1">
            <a:spLocks noGrp="1"/>
          </p:cNvSpPr>
          <p:nvPr>
            <p:ph type="subTitle" idx="2"/>
          </p:nvPr>
        </p:nvSpPr>
        <p:spPr>
          <a:xfrm>
            <a:off x="3156613" y="2568175"/>
            <a:ext cx="2834700" cy="400200"/>
          </a:xfrm>
          <a:prstGeom prst="rect">
            <a:avLst/>
          </a:prstGeom>
        </p:spPr>
        <p:txBody>
          <a:bodyPr spcFirstLastPara="1" wrap="square" lIns="274300" tIns="0" rIns="274300" bIns="0" anchor="ctr" anchorCtr="0">
            <a:noAutofit/>
          </a:bodyPr>
          <a:lstStyle/>
          <a:p>
            <a:pPr marL="0" lvl="0" indent="0" algn="l" rtl="0">
              <a:spcBef>
                <a:spcPts val="0"/>
              </a:spcBef>
              <a:spcAft>
                <a:spcPts val="0"/>
              </a:spcAft>
              <a:buNone/>
            </a:pPr>
            <a:endParaRPr/>
          </a:p>
        </p:txBody>
      </p:sp>
      <p:sp>
        <p:nvSpPr>
          <p:cNvPr id="1087" name="Google Shape;1087;p116"/>
          <p:cNvSpPr txBox="1">
            <a:spLocks noGrp="1"/>
          </p:cNvSpPr>
          <p:nvPr>
            <p:ph type="subTitle" idx="3"/>
          </p:nvPr>
        </p:nvSpPr>
        <p:spPr>
          <a:xfrm>
            <a:off x="6084638" y="2568175"/>
            <a:ext cx="2834700" cy="400200"/>
          </a:xfrm>
          <a:prstGeom prst="rect">
            <a:avLst/>
          </a:prstGeom>
        </p:spPr>
        <p:txBody>
          <a:bodyPr spcFirstLastPara="1" wrap="square" lIns="274300" tIns="0" rIns="274300" bIns="0" anchor="ctr" anchorCtr="0">
            <a:noAutofit/>
          </a:bodyPr>
          <a:lstStyle/>
          <a:p>
            <a:pPr marL="0" lvl="0" indent="0" algn="l" rtl="0">
              <a:spcBef>
                <a:spcPts val="0"/>
              </a:spcBef>
              <a:spcAft>
                <a:spcPts val="0"/>
              </a:spcAft>
              <a:buNone/>
            </a:pPr>
            <a:endParaRPr/>
          </a:p>
        </p:txBody>
      </p:sp>
      <p:sp>
        <p:nvSpPr>
          <p:cNvPr id="1088" name="Google Shape;1088;p116"/>
          <p:cNvSpPr txBox="1">
            <a:spLocks noGrp="1"/>
          </p:cNvSpPr>
          <p:nvPr>
            <p:ph type="title"/>
          </p:nvPr>
        </p:nvSpPr>
        <p:spPr>
          <a:xfrm>
            <a:off x="228600" y="228600"/>
            <a:ext cx="5707200" cy="6156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04 KPIs summary</a:t>
            </a:r>
            <a:endParaRPr/>
          </a:p>
        </p:txBody>
      </p:sp>
      <p:sp>
        <p:nvSpPr>
          <p:cNvPr id="1089" name="Google Shape;1089;p116"/>
          <p:cNvSpPr txBox="1">
            <a:spLocks noGrp="1"/>
          </p:cNvSpPr>
          <p:nvPr>
            <p:ph type="subTitle" idx="7"/>
          </p:nvPr>
        </p:nvSpPr>
        <p:spPr>
          <a:xfrm>
            <a:off x="228600" y="4407325"/>
            <a:ext cx="8089200" cy="61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 Scenario 1 takes into account </a:t>
            </a:r>
            <a:r>
              <a:rPr lang="en" sz="1200" b="1" dirty="0"/>
              <a:t>calendar</a:t>
            </a:r>
            <a:r>
              <a:rPr lang="en" sz="1200" dirty="0"/>
              <a:t> days</a:t>
            </a:r>
            <a:endParaRPr sz="1200" dirty="0"/>
          </a:p>
          <a:p>
            <a:pPr marL="0" lvl="0" indent="0" algn="l" rtl="0">
              <a:spcBef>
                <a:spcPts val="0"/>
              </a:spcBef>
              <a:spcAft>
                <a:spcPts val="0"/>
              </a:spcAft>
              <a:buNone/>
            </a:pPr>
            <a:r>
              <a:rPr lang="en" sz="1200" dirty="0"/>
              <a:t>** Scenario 2 calculates the averages based on </a:t>
            </a:r>
            <a:r>
              <a:rPr lang="en" sz="1200" b="1" dirty="0"/>
              <a:t>business</a:t>
            </a:r>
            <a:r>
              <a:rPr lang="en" sz="1200" dirty="0"/>
              <a:t> days</a:t>
            </a:r>
            <a:endParaRPr sz="1200" dirty="0"/>
          </a:p>
          <a:p>
            <a:pPr marL="0" lvl="0" indent="0" algn="l" rtl="0">
              <a:spcBef>
                <a:spcPts val="0"/>
              </a:spcBef>
              <a:spcAft>
                <a:spcPts val="0"/>
              </a:spcAft>
              <a:buNone/>
            </a:pPr>
            <a:r>
              <a:rPr lang="en" sz="1200" b="1" dirty="0">
                <a:solidFill>
                  <a:srgbClr val="EA9999"/>
                </a:solidFill>
              </a:rPr>
              <a:t>*** Total delivery time varies significantly by the shipment mode: 4.8 vs. 8.2!!</a:t>
            </a:r>
            <a:endParaRPr sz="1200" b="1" dirty="0">
              <a:solidFill>
                <a:srgbClr val="EA9999"/>
              </a:solidFill>
            </a:endParaRPr>
          </a:p>
        </p:txBody>
      </p:sp>
      <p:graphicFrame>
        <p:nvGraphicFramePr>
          <p:cNvPr id="1090" name="Google Shape;1090;p116"/>
          <p:cNvGraphicFramePr/>
          <p:nvPr/>
        </p:nvGraphicFramePr>
        <p:xfrm>
          <a:off x="377900" y="1325450"/>
          <a:ext cx="8388200" cy="2377260"/>
        </p:xfrm>
        <a:graphic>
          <a:graphicData uri="http://schemas.openxmlformats.org/drawingml/2006/table">
            <a:tbl>
              <a:tblPr>
                <a:noFill/>
                <a:tableStyleId>{E9A93264-B889-4CC9-B6D9-3ED02D0A5889}</a:tableStyleId>
              </a:tblPr>
              <a:tblGrid>
                <a:gridCol w="2097050">
                  <a:extLst>
                    <a:ext uri="{9D8B030D-6E8A-4147-A177-3AD203B41FA5}">
                      <a16:colId xmlns:a16="http://schemas.microsoft.com/office/drawing/2014/main" val="20000"/>
                    </a:ext>
                  </a:extLst>
                </a:gridCol>
                <a:gridCol w="2097050">
                  <a:extLst>
                    <a:ext uri="{9D8B030D-6E8A-4147-A177-3AD203B41FA5}">
                      <a16:colId xmlns:a16="http://schemas.microsoft.com/office/drawing/2014/main" val="20001"/>
                    </a:ext>
                  </a:extLst>
                </a:gridCol>
                <a:gridCol w="2097050">
                  <a:extLst>
                    <a:ext uri="{9D8B030D-6E8A-4147-A177-3AD203B41FA5}">
                      <a16:colId xmlns:a16="http://schemas.microsoft.com/office/drawing/2014/main" val="20002"/>
                    </a:ext>
                  </a:extLst>
                </a:gridCol>
                <a:gridCol w="2097050">
                  <a:extLst>
                    <a:ext uri="{9D8B030D-6E8A-4147-A177-3AD203B41FA5}">
                      <a16:colId xmlns:a16="http://schemas.microsoft.com/office/drawing/2014/main" val="20003"/>
                    </a:ext>
                  </a:extLst>
                </a:gridCol>
              </a:tblGrid>
              <a:tr h="381000">
                <a:tc>
                  <a:txBody>
                    <a:bodyPr/>
                    <a:lstStyle/>
                    <a:p>
                      <a:pPr marL="0" marR="0" lvl="0" indent="0" algn="l" rtl="0">
                        <a:lnSpc>
                          <a:spcPct val="100000"/>
                        </a:lnSpc>
                        <a:spcBef>
                          <a:spcPts val="0"/>
                        </a:spcBef>
                        <a:spcAft>
                          <a:spcPts val="0"/>
                        </a:spcAft>
                        <a:buNone/>
                      </a:pPr>
                      <a:r>
                        <a:rPr lang="en" b="1" dirty="0">
                          <a:solidFill>
                            <a:schemeClr val="dk1"/>
                          </a:solidFill>
                          <a:latin typeface="Nunito Sans"/>
                          <a:ea typeface="Nunito Sans"/>
                          <a:cs typeface="Nunito Sans"/>
                          <a:sym typeface="Nunito Sans"/>
                        </a:rPr>
                        <a:t>Stages</a:t>
                      </a:r>
                      <a:endParaRPr b="1" dirty="0">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Company claim</a:t>
                      </a:r>
                      <a:endParaRPr b="1">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Average (Scenario 1)*</a:t>
                      </a:r>
                      <a:endParaRPr b="1">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Average (Scenario 2)**</a:t>
                      </a:r>
                      <a:endParaRPr b="1">
                        <a:solidFill>
                          <a:schemeClr val="dk1"/>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Warehouse processing</a:t>
                      </a:r>
                      <a:endParaRPr b="1">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~2 days</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rgbClr val="EA9999"/>
                          </a:solidFill>
                          <a:latin typeface="Nunito Sans"/>
                          <a:ea typeface="Nunito Sans"/>
                          <a:cs typeface="Nunito Sans"/>
                          <a:sym typeface="Nunito Sans"/>
                        </a:rPr>
                        <a:t>4.3 days</a:t>
                      </a:r>
                      <a:endParaRPr>
                        <a:solidFill>
                          <a:srgbClr val="EA9999"/>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rgbClr val="EA9999"/>
                          </a:solidFill>
                          <a:latin typeface="Nunito Sans"/>
                          <a:ea typeface="Nunito Sans"/>
                          <a:cs typeface="Nunito Sans"/>
                          <a:sym typeface="Nunito Sans"/>
                        </a:rPr>
                        <a:t>2.8 days</a:t>
                      </a:r>
                      <a:endParaRPr>
                        <a:solidFill>
                          <a:srgbClr val="EA9999"/>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Waiting for truck</a:t>
                      </a:r>
                      <a:endParaRPr b="1">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1 day</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rgbClr val="EA9999"/>
                          </a:solidFill>
                          <a:latin typeface="Nunito Sans"/>
                          <a:ea typeface="Nunito Sans"/>
                          <a:cs typeface="Nunito Sans"/>
                          <a:sym typeface="Nunito Sans"/>
                        </a:rPr>
                        <a:t>1.8 days</a:t>
                      </a:r>
                      <a:endParaRPr>
                        <a:solidFill>
                          <a:srgbClr val="EA9999"/>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lt2"/>
                          </a:solidFill>
                          <a:latin typeface="Nunito Sans"/>
                          <a:ea typeface="Nunito Sans"/>
                          <a:cs typeface="Nunito Sans"/>
                          <a:sym typeface="Nunito Sans"/>
                        </a:rPr>
                        <a:t>~1.36 days</a:t>
                      </a:r>
                      <a:endParaRPr>
                        <a:solidFill>
                          <a:schemeClr val="lt2"/>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Full warehouse time</a:t>
                      </a:r>
                      <a:endParaRPr b="1">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3-4 days</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rgbClr val="EA9999"/>
                          </a:solidFill>
                          <a:latin typeface="Nunito Sans"/>
                          <a:ea typeface="Nunito Sans"/>
                          <a:cs typeface="Nunito Sans"/>
                          <a:sym typeface="Nunito Sans"/>
                        </a:rPr>
                        <a:t>6.1 days</a:t>
                      </a:r>
                      <a:endParaRPr>
                        <a:solidFill>
                          <a:srgbClr val="EA9999"/>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lt2"/>
                          </a:solidFill>
                          <a:latin typeface="Nunito Sans"/>
                          <a:ea typeface="Nunito Sans"/>
                          <a:cs typeface="Nunito Sans"/>
                          <a:sym typeface="Nunito Sans"/>
                        </a:rPr>
                        <a:t>~4 days</a:t>
                      </a:r>
                      <a:endParaRPr>
                        <a:solidFill>
                          <a:schemeClr val="lt2"/>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Delivery</a:t>
                      </a:r>
                      <a:endParaRPr b="1">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~3 days</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rgbClr val="EA9999"/>
                          </a:solidFill>
                          <a:latin typeface="Nunito Sans"/>
                          <a:ea typeface="Nunito Sans"/>
                          <a:cs typeface="Nunito Sans"/>
                          <a:sym typeface="Nunito Sans"/>
                        </a:rPr>
                        <a:t>4.6 days</a:t>
                      </a:r>
                      <a:endParaRPr>
                        <a:solidFill>
                          <a:srgbClr val="EA9999"/>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lt2"/>
                          </a:solidFill>
                          <a:latin typeface="Nunito Sans"/>
                          <a:ea typeface="Nunito Sans"/>
                          <a:cs typeface="Nunito Sans"/>
                          <a:sym typeface="Nunito Sans"/>
                        </a:rPr>
                        <a:t>2.9 days</a:t>
                      </a:r>
                      <a:endParaRPr>
                        <a:solidFill>
                          <a:schemeClr val="lt2"/>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Total delivery time</a:t>
                      </a:r>
                      <a:endParaRPr b="1">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9-10 days</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b="1" dirty="0">
                          <a:solidFill>
                            <a:schemeClr val="dk1"/>
                          </a:solidFill>
                          <a:latin typeface="Nunito Sans"/>
                          <a:ea typeface="Nunito Sans"/>
                          <a:cs typeface="Nunito Sans"/>
                          <a:sym typeface="Nunito Sans"/>
                        </a:rPr>
                        <a:t>7.4*** days</a:t>
                      </a:r>
                      <a:endParaRPr b="1" dirty="0">
                        <a:solidFill>
                          <a:schemeClr val="dk1"/>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117"/>
          <p:cNvSpPr txBox="1">
            <a:spLocks noGrp="1"/>
          </p:cNvSpPr>
          <p:nvPr>
            <p:ph type="title"/>
          </p:nvPr>
        </p:nvSpPr>
        <p:spPr>
          <a:xfrm>
            <a:off x="228600" y="228600"/>
            <a:ext cx="49149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05 Diagnostic analytics - Where are the problems?</a:t>
            </a:r>
            <a:endParaRPr/>
          </a:p>
        </p:txBody>
      </p:sp>
      <p:sp>
        <p:nvSpPr>
          <p:cNvPr id="1096" name="Google Shape;1096;p117"/>
          <p:cNvSpPr txBox="1">
            <a:spLocks noGrp="1"/>
          </p:cNvSpPr>
          <p:nvPr>
            <p:ph type="subTitle" idx="2"/>
          </p:nvPr>
        </p:nvSpPr>
        <p:spPr>
          <a:xfrm>
            <a:off x="3584425" y="192065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7" name="Google Shape;1097;p117"/>
          <p:cNvSpPr txBox="1">
            <a:spLocks noGrp="1"/>
          </p:cNvSpPr>
          <p:nvPr>
            <p:ph type="subTitle" idx="3"/>
          </p:nvPr>
        </p:nvSpPr>
        <p:spPr>
          <a:xfrm>
            <a:off x="3584425" y="3291625"/>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8" name="Google Shape;1098;p117"/>
          <p:cNvSpPr txBox="1">
            <a:spLocks noGrp="1"/>
          </p:cNvSpPr>
          <p:nvPr>
            <p:ph type="subTitle" idx="4"/>
          </p:nvPr>
        </p:nvSpPr>
        <p:spPr>
          <a:xfrm>
            <a:off x="3584425" y="399680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99" name="Google Shape;1099;p117"/>
          <p:cNvSpPr txBox="1">
            <a:spLocks noGrp="1"/>
          </p:cNvSpPr>
          <p:nvPr>
            <p:ph type="subTitle" idx="6"/>
          </p:nvPr>
        </p:nvSpPr>
        <p:spPr>
          <a:xfrm>
            <a:off x="3584425" y="2612700"/>
            <a:ext cx="404100" cy="400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0" name="Google Shape;1100;p117"/>
          <p:cNvSpPr txBox="1"/>
          <p:nvPr/>
        </p:nvSpPr>
        <p:spPr>
          <a:xfrm>
            <a:off x="2625900" y="1922050"/>
            <a:ext cx="5858100" cy="19491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Clr>
                <a:schemeClr val="dk1"/>
              </a:buClr>
              <a:buSzPts val="1400"/>
              <a:buFont typeface="Nunito Sans"/>
              <a:buChar char="❏"/>
            </a:pPr>
            <a:r>
              <a:rPr lang="en" sz="1600" b="1" dirty="0">
                <a:solidFill>
                  <a:schemeClr val="lt2"/>
                </a:solidFill>
                <a:latin typeface="Nunito Sans"/>
                <a:ea typeface="Nunito Sans"/>
                <a:cs typeface="Nunito Sans"/>
                <a:sym typeface="Nunito Sans"/>
              </a:rPr>
              <a:t>Express vs standard </a:t>
            </a:r>
            <a:r>
              <a:rPr lang="en" sz="1600" dirty="0">
                <a:solidFill>
                  <a:schemeClr val="dk1"/>
                </a:solidFill>
                <a:latin typeface="Nunito Sans"/>
                <a:ea typeface="Nunito Sans"/>
                <a:cs typeface="Nunito Sans"/>
                <a:sym typeface="Nunito Sans"/>
              </a:rPr>
              <a:t>- Is express worth it?</a:t>
            </a:r>
            <a:endParaRPr sz="1600"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sz="1600" dirty="0">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sz="1600" dirty="0">
                <a:solidFill>
                  <a:schemeClr val="dk1"/>
                </a:solidFill>
                <a:latin typeface="Nunito Sans"/>
                <a:ea typeface="Nunito Sans"/>
                <a:cs typeface="Nunito Sans"/>
                <a:sym typeface="Nunito Sans"/>
              </a:rPr>
              <a:t>Does </a:t>
            </a:r>
            <a:r>
              <a:rPr lang="en" sz="1600" b="1" dirty="0">
                <a:solidFill>
                  <a:schemeClr val="lt2"/>
                </a:solidFill>
                <a:latin typeface="Nunito Sans"/>
                <a:ea typeface="Nunito Sans"/>
                <a:cs typeface="Nunito Sans"/>
                <a:sym typeface="Nunito Sans"/>
              </a:rPr>
              <a:t>day of order </a:t>
            </a:r>
            <a:r>
              <a:rPr lang="en" sz="1600" dirty="0">
                <a:solidFill>
                  <a:schemeClr val="dk1"/>
                </a:solidFill>
                <a:latin typeface="Nunito Sans"/>
                <a:ea typeface="Nunito Sans"/>
                <a:cs typeface="Nunito Sans"/>
                <a:sym typeface="Nunito Sans"/>
              </a:rPr>
              <a:t>affect warehouse time?</a:t>
            </a:r>
            <a:endParaRPr sz="1600" dirty="0">
              <a:solidFill>
                <a:schemeClr val="dk1"/>
              </a:solidFill>
              <a:latin typeface="Nunito Sans"/>
              <a:ea typeface="Nunito Sans"/>
              <a:cs typeface="Nunito Sans"/>
              <a:sym typeface="Nunito Sans"/>
            </a:endParaRPr>
          </a:p>
          <a:p>
            <a:pPr marL="457200" lvl="0" indent="0" algn="l" rtl="0">
              <a:spcBef>
                <a:spcPts val="0"/>
              </a:spcBef>
              <a:spcAft>
                <a:spcPts val="0"/>
              </a:spcAft>
              <a:buNone/>
            </a:pPr>
            <a:endParaRPr sz="1600" dirty="0">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sz="1600" dirty="0">
                <a:solidFill>
                  <a:schemeClr val="dk1"/>
                </a:solidFill>
                <a:latin typeface="Nunito Sans"/>
                <a:ea typeface="Nunito Sans"/>
                <a:cs typeface="Nunito Sans"/>
                <a:sym typeface="Nunito Sans"/>
              </a:rPr>
              <a:t>Does it matter, </a:t>
            </a:r>
            <a:r>
              <a:rPr lang="en" sz="1600" b="1" dirty="0">
                <a:solidFill>
                  <a:srgbClr val="EA9999"/>
                </a:solidFill>
                <a:latin typeface="Nunito Sans"/>
                <a:ea typeface="Nunito Sans"/>
                <a:cs typeface="Nunito Sans"/>
                <a:sym typeface="Nunito Sans"/>
              </a:rPr>
              <a:t>when to place the order</a:t>
            </a:r>
            <a:r>
              <a:rPr lang="en" sz="1600" dirty="0">
                <a:solidFill>
                  <a:schemeClr val="dk1"/>
                </a:solidFill>
                <a:latin typeface="Nunito Sans"/>
                <a:ea typeface="Nunito Sans"/>
                <a:cs typeface="Nunito Sans"/>
                <a:sym typeface="Nunito Sans"/>
              </a:rPr>
              <a:t>?</a:t>
            </a:r>
            <a:endParaRPr sz="1600" dirty="0">
              <a:solidFill>
                <a:schemeClr val="dk1"/>
              </a:solidFill>
              <a:latin typeface="Nunito Sans"/>
              <a:ea typeface="Nunito Sans"/>
              <a:cs typeface="Nunito Sans"/>
              <a:sym typeface="Nunito Sans"/>
            </a:endParaRPr>
          </a:p>
          <a:p>
            <a:pPr marL="457200" lvl="0" indent="0" algn="l" rtl="0">
              <a:spcBef>
                <a:spcPts val="0"/>
              </a:spcBef>
              <a:spcAft>
                <a:spcPts val="0"/>
              </a:spcAft>
              <a:buNone/>
            </a:pPr>
            <a:endParaRPr sz="1600" dirty="0">
              <a:solidFill>
                <a:schemeClr val="dk1"/>
              </a:solidFill>
              <a:latin typeface="Nunito Sans"/>
              <a:ea typeface="Nunito Sans"/>
              <a:cs typeface="Nunito Sans"/>
              <a:sym typeface="Nunito Sans"/>
            </a:endParaRPr>
          </a:p>
          <a:p>
            <a:pPr marL="457200" lvl="0" indent="-317500" algn="l" rtl="0">
              <a:spcBef>
                <a:spcPts val="0"/>
              </a:spcBef>
              <a:spcAft>
                <a:spcPts val="0"/>
              </a:spcAft>
              <a:buClr>
                <a:schemeClr val="dk1"/>
              </a:buClr>
              <a:buSzPts val="1400"/>
              <a:buFont typeface="Nunito Sans"/>
              <a:buChar char="❏"/>
            </a:pPr>
            <a:r>
              <a:rPr lang="en" sz="1600" dirty="0">
                <a:solidFill>
                  <a:schemeClr val="dk1"/>
                </a:solidFill>
                <a:latin typeface="Nunito Sans"/>
                <a:ea typeface="Nunito Sans"/>
                <a:cs typeface="Nunito Sans"/>
                <a:sym typeface="Nunito Sans"/>
              </a:rPr>
              <a:t>Delivery reliability - How </a:t>
            </a:r>
            <a:r>
              <a:rPr lang="en" sz="1600" b="1" dirty="0">
                <a:solidFill>
                  <a:srgbClr val="EA9999"/>
                </a:solidFill>
                <a:latin typeface="Nunito Sans"/>
                <a:ea typeface="Nunito Sans"/>
                <a:cs typeface="Nunito Sans"/>
                <a:sym typeface="Nunito Sans"/>
              </a:rPr>
              <a:t>consistent</a:t>
            </a:r>
            <a:r>
              <a:rPr lang="en" sz="1600" dirty="0">
                <a:solidFill>
                  <a:schemeClr val="dk1"/>
                </a:solidFill>
                <a:latin typeface="Nunito Sans"/>
                <a:ea typeface="Nunito Sans"/>
                <a:cs typeface="Nunito Sans"/>
                <a:sym typeface="Nunito Sans"/>
              </a:rPr>
              <a:t> is the logistics company?</a:t>
            </a:r>
            <a:endParaRPr sz="1600" dirty="0">
              <a:solidFill>
                <a:schemeClr val="dk1"/>
              </a:solidFill>
              <a:latin typeface="Nunito Sans"/>
              <a:ea typeface="Nunito Sans"/>
              <a:cs typeface="Nunito Sans"/>
              <a:sym typeface="Nuni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04"/>
        <p:cNvGrpSpPr/>
        <p:nvPr/>
      </p:nvGrpSpPr>
      <p:grpSpPr>
        <a:xfrm>
          <a:off x="0" y="0"/>
          <a:ext cx="0" cy="0"/>
          <a:chOff x="0" y="0"/>
          <a:chExt cx="0" cy="0"/>
        </a:xfrm>
      </p:grpSpPr>
      <p:sp>
        <p:nvSpPr>
          <p:cNvPr id="1105" name="Google Shape;1105;p118"/>
          <p:cNvSpPr txBox="1">
            <a:spLocks noGrp="1"/>
          </p:cNvSpPr>
          <p:nvPr>
            <p:ph type="title"/>
          </p:nvPr>
        </p:nvSpPr>
        <p:spPr>
          <a:xfrm>
            <a:off x="228600" y="228600"/>
            <a:ext cx="49149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05 Diagnostic analytics - Where are the problems?</a:t>
            </a:r>
            <a:endParaRPr/>
          </a:p>
        </p:txBody>
      </p:sp>
      <p:pic>
        <p:nvPicPr>
          <p:cNvPr id="1106" name="Google Shape;1106;p118"/>
          <p:cNvPicPr preferRelativeResize="0"/>
          <p:nvPr/>
        </p:nvPicPr>
        <p:blipFill>
          <a:blip r:embed="rId3">
            <a:alphaModFix/>
          </a:blip>
          <a:stretch>
            <a:fillRect/>
          </a:stretch>
        </p:blipFill>
        <p:spPr>
          <a:xfrm>
            <a:off x="152400" y="1684788"/>
            <a:ext cx="8839200" cy="3118220"/>
          </a:xfrm>
          <a:prstGeom prst="rect">
            <a:avLst/>
          </a:prstGeom>
          <a:noFill/>
          <a:ln>
            <a:noFill/>
          </a:ln>
        </p:spPr>
      </p:pic>
      <p:sp>
        <p:nvSpPr>
          <p:cNvPr id="1107" name="Google Shape;1107;p118"/>
          <p:cNvSpPr txBox="1"/>
          <p:nvPr/>
        </p:nvSpPr>
        <p:spPr>
          <a:xfrm>
            <a:off x="228600" y="1275300"/>
            <a:ext cx="6504600" cy="386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b="1">
                <a:solidFill>
                  <a:schemeClr val="dk1"/>
                </a:solidFill>
                <a:latin typeface="Poppins"/>
                <a:ea typeface="Poppins"/>
                <a:cs typeface="Poppins"/>
                <a:sym typeface="Poppins"/>
              </a:rPr>
              <a:t>Express </a:t>
            </a:r>
            <a:r>
              <a:rPr lang="en" b="1">
                <a:solidFill>
                  <a:schemeClr val="lt2"/>
                </a:solidFill>
                <a:latin typeface="Poppins"/>
                <a:ea typeface="Poppins"/>
                <a:cs typeface="Poppins"/>
                <a:sym typeface="Poppins"/>
              </a:rPr>
              <a:t>saves on average 4.5 days</a:t>
            </a:r>
            <a:r>
              <a:rPr lang="en" b="1">
                <a:solidFill>
                  <a:schemeClr val="dk1"/>
                </a:solidFill>
                <a:latin typeface="Poppins"/>
                <a:ea typeface="Poppins"/>
                <a:cs typeface="Poppins"/>
                <a:sym typeface="Poppins"/>
              </a:rPr>
              <a:t> in warehouse time.</a:t>
            </a:r>
            <a:endParaRPr b="1">
              <a:solidFill>
                <a:schemeClr val="dk1"/>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119"/>
          <p:cNvSpPr txBox="1">
            <a:spLocks noGrp="1"/>
          </p:cNvSpPr>
          <p:nvPr>
            <p:ph type="title"/>
          </p:nvPr>
        </p:nvSpPr>
        <p:spPr>
          <a:xfrm>
            <a:off x="228600" y="228600"/>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05 Diagnostic analytics - Where are the problems?</a:t>
            </a:r>
            <a:endParaRPr/>
          </a:p>
        </p:txBody>
      </p:sp>
      <p:pic>
        <p:nvPicPr>
          <p:cNvPr id="1113" name="Google Shape;1113;p119"/>
          <p:cNvPicPr preferRelativeResize="0"/>
          <p:nvPr/>
        </p:nvPicPr>
        <p:blipFill>
          <a:blip r:embed="rId3">
            <a:alphaModFix/>
          </a:blip>
          <a:stretch>
            <a:fillRect/>
          </a:stretch>
        </p:blipFill>
        <p:spPr>
          <a:xfrm>
            <a:off x="1794250" y="1322819"/>
            <a:ext cx="7035726" cy="3478750"/>
          </a:xfrm>
          <a:prstGeom prst="rect">
            <a:avLst/>
          </a:prstGeom>
          <a:noFill/>
          <a:ln>
            <a:noFill/>
          </a:ln>
        </p:spPr>
      </p:pic>
      <p:sp>
        <p:nvSpPr>
          <p:cNvPr id="1114" name="Google Shape;1114;p119"/>
          <p:cNvSpPr txBox="1"/>
          <p:nvPr/>
        </p:nvSpPr>
        <p:spPr>
          <a:xfrm>
            <a:off x="228600" y="1895408"/>
            <a:ext cx="1299900" cy="23397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None/>
            </a:pPr>
            <a:r>
              <a:rPr lang="en" b="1">
                <a:solidFill>
                  <a:schemeClr val="dk1"/>
                </a:solidFill>
                <a:latin typeface="Poppins"/>
                <a:ea typeface="Poppins"/>
                <a:cs typeface="Poppins"/>
                <a:sym typeface="Poppins"/>
              </a:rPr>
              <a:t>Weekend orders should </a:t>
            </a:r>
            <a:r>
              <a:rPr lang="en" b="1">
                <a:solidFill>
                  <a:srgbClr val="EA9999"/>
                </a:solidFill>
                <a:latin typeface="Poppins"/>
                <a:ea typeface="Poppins"/>
                <a:cs typeface="Poppins"/>
                <a:sym typeface="Poppins"/>
              </a:rPr>
              <a:t>take longer </a:t>
            </a:r>
            <a:r>
              <a:rPr lang="en" b="1">
                <a:solidFill>
                  <a:schemeClr val="dk1"/>
                </a:solidFill>
                <a:latin typeface="Poppins"/>
                <a:ea typeface="Poppins"/>
                <a:cs typeface="Poppins"/>
                <a:sym typeface="Poppins"/>
              </a:rPr>
              <a:t>since the warehouse only operates Mon–Fri.</a:t>
            </a:r>
            <a:endParaRPr b="1">
              <a:solidFill>
                <a:schemeClr val="dk1"/>
              </a:solidFill>
              <a:latin typeface="Poppins"/>
              <a:ea typeface="Poppins"/>
              <a:cs typeface="Poppins"/>
              <a:sym typeface="Poppins"/>
            </a:endParaRPr>
          </a:p>
          <a:p>
            <a:pPr marL="0" lvl="0" indent="0" algn="l" rtl="0">
              <a:spcBef>
                <a:spcPts val="0"/>
              </a:spcBef>
              <a:spcAft>
                <a:spcPts val="0"/>
              </a:spcAft>
              <a:buNone/>
            </a:pPr>
            <a:endParaRPr b="1">
              <a:solidFill>
                <a:schemeClr val="dk1"/>
              </a:solidFill>
              <a:latin typeface="Nunito Sans"/>
              <a:ea typeface="Nunito Sans"/>
              <a:cs typeface="Nunito Sans"/>
              <a:sym typeface="Nuni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120"/>
          <p:cNvSpPr txBox="1">
            <a:spLocks noGrp="1"/>
          </p:cNvSpPr>
          <p:nvPr>
            <p:ph type="subTitle" idx="3"/>
          </p:nvPr>
        </p:nvSpPr>
        <p:spPr>
          <a:xfrm>
            <a:off x="6084638" y="2568175"/>
            <a:ext cx="2834700" cy="400200"/>
          </a:xfrm>
          <a:prstGeom prst="rect">
            <a:avLst/>
          </a:prstGeom>
        </p:spPr>
        <p:txBody>
          <a:bodyPr spcFirstLastPara="1" wrap="square" lIns="274300" tIns="0" rIns="274300" bIns="0" anchor="ctr" anchorCtr="0">
            <a:noAutofit/>
          </a:bodyPr>
          <a:lstStyle/>
          <a:p>
            <a:pPr marL="0" lvl="0" indent="0" algn="l" rtl="0">
              <a:spcBef>
                <a:spcPts val="0"/>
              </a:spcBef>
              <a:spcAft>
                <a:spcPts val="0"/>
              </a:spcAft>
              <a:buNone/>
            </a:pPr>
            <a:endParaRPr/>
          </a:p>
        </p:txBody>
      </p:sp>
      <p:sp>
        <p:nvSpPr>
          <p:cNvPr id="1120" name="Google Shape;1120;p120"/>
          <p:cNvSpPr txBox="1"/>
          <p:nvPr/>
        </p:nvSpPr>
        <p:spPr>
          <a:xfrm>
            <a:off x="228600" y="1895400"/>
            <a:ext cx="3333600" cy="2401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solidFill>
                  <a:schemeClr val="dk1"/>
                </a:solidFill>
                <a:latin typeface="Nunito Sans"/>
                <a:ea typeface="Nunito Sans"/>
                <a:cs typeface="Nunito Sans"/>
                <a:sym typeface="Nunito Sans"/>
              </a:rPr>
              <a:t>Does it matter, when a client place their order? Apparently, </a:t>
            </a:r>
            <a:r>
              <a:rPr lang="en" b="1" dirty="0">
                <a:solidFill>
                  <a:schemeClr val="lt2"/>
                </a:solidFill>
                <a:latin typeface="Nunito Sans"/>
                <a:ea typeface="Nunito Sans"/>
                <a:cs typeface="Nunito Sans"/>
                <a:sym typeface="Nunito Sans"/>
              </a:rPr>
              <a:t>yes!</a:t>
            </a:r>
            <a:endParaRPr b="1" dirty="0">
              <a:solidFill>
                <a:schemeClr val="lt2"/>
              </a:solidFill>
              <a:latin typeface="Nunito Sans"/>
              <a:ea typeface="Nunito Sans"/>
              <a:cs typeface="Nunito Sans"/>
              <a:sym typeface="Nunito Sans"/>
            </a:endParaRPr>
          </a:p>
          <a:p>
            <a:pPr marL="0" lvl="0" indent="0" algn="l" rtl="0">
              <a:lnSpc>
                <a:spcPct val="115000"/>
              </a:lnSpc>
              <a:spcBef>
                <a:spcPts val="800"/>
              </a:spcBef>
              <a:spcAft>
                <a:spcPts val="0"/>
              </a:spcAft>
              <a:buNone/>
            </a:pPr>
            <a:endParaRPr b="1" dirty="0">
              <a:solidFill>
                <a:schemeClr val="lt2"/>
              </a:solidFill>
              <a:latin typeface="Nunito Sans"/>
              <a:ea typeface="Nunito Sans"/>
              <a:cs typeface="Nunito Sans"/>
              <a:sym typeface="Nunito Sans"/>
            </a:endParaRPr>
          </a:p>
          <a:p>
            <a:pPr marL="0" marR="0" lvl="0" indent="0" algn="l" rtl="0">
              <a:lnSpc>
                <a:spcPct val="115000"/>
              </a:lnSpc>
              <a:spcBef>
                <a:spcPts val="800"/>
              </a:spcBef>
              <a:spcAft>
                <a:spcPts val="0"/>
              </a:spcAft>
              <a:buNone/>
            </a:pPr>
            <a:r>
              <a:rPr lang="en" dirty="0">
                <a:solidFill>
                  <a:schemeClr val="dk1"/>
                </a:solidFill>
                <a:latin typeface="Nunito Sans"/>
                <a:ea typeface="Nunito Sans"/>
                <a:cs typeface="Nunito Sans"/>
                <a:sym typeface="Nunito Sans"/>
              </a:rPr>
              <a:t>The graph shows how many days the delivery is going to take depending on the order day.</a:t>
            </a:r>
            <a:endParaRPr dirty="0">
              <a:solidFill>
                <a:schemeClr val="dk1"/>
              </a:solidFill>
              <a:latin typeface="Nunito Sans"/>
              <a:ea typeface="Nunito Sans"/>
              <a:cs typeface="Nunito Sans"/>
              <a:sym typeface="Nunito Sans"/>
            </a:endParaRPr>
          </a:p>
          <a:p>
            <a:pPr marL="0" marR="0" lvl="0" indent="0" algn="l" rtl="0">
              <a:lnSpc>
                <a:spcPct val="115000"/>
              </a:lnSpc>
              <a:spcBef>
                <a:spcPts val="800"/>
              </a:spcBef>
              <a:spcAft>
                <a:spcPts val="0"/>
              </a:spcAft>
              <a:buNone/>
            </a:pPr>
            <a:endParaRPr dirty="0">
              <a:solidFill>
                <a:schemeClr val="dk1"/>
              </a:solidFill>
              <a:latin typeface="Nunito Sans"/>
              <a:ea typeface="Nunito Sans"/>
              <a:cs typeface="Nunito Sans"/>
              <a:sym typeface="Nunito Sans"/>
            </a:endParaRPr>
          </a:p>
          <a:p>
            <a:pPr marL="0" marR="0" lvl="0" indent="0" algn="l" rtl="0">
              <a:lnSpc>
                <a:spcPct val="115000"/>
              </a:lnSpc>
              <a:spcBef>
                <a:spcPts val="800"/>
              </a:spcBef>
              <a:spcAft>
                <a:spcPts val="0"/>
              </a:spcAft>
              <a:buNone/>
            </a:pPr>
            <a:r>
              <a:rPr lang="en" dirty="0">
                <a:solidFill>
                  <a:schemeClr val="dk1"/>
                </a:solidFill>
                <a:latin typeface="Nunito Sans"/>
                <a:ea typeface="Nunito Sans"/>
                <a:cs typeface="Nunito Sans"/>
                <a:sym typeface="Nunito Sans"/>
              </a:rPr>
              <a:t>If you ordered a product on Monday, it will be travelling appx. for </a:t>
            </a:r>
            <a:r>
              <a:rPr lang="en" b="1" dirty="0">
                <a:solidFill>
                  <a:srgbClr val="EA9999"/>
                </a:solidFill>
                <a:latin typeface="Nunito Sans"/>
                <a:ea typeface="Nunito Sans"/>
                <a:cs typeface="Nunito Sans"/>
                <a:sym typeface="Nunito Sans"/>
              </a:rPr>
              <a:t>8.2 days.</a:t>
            </a:r>
            <a:endParaRPr b="1" dirty="0">
              <a:solidFill>
                <a:srgbClr val="EA9999"/>
              </a:solidFill>
              <a:latin typeface="Nunito Sans"/>
              <a:ea typeface="Nunito Sans"/>
              <a:cs typeface="Nunito Sans"/>
              <a:sym typeface="Nunito Sans"/>
            </a:endParaRPr>
          </a:p>
          <a:p>
            <a:pPr marL="0" lvl="0" indent="0" algn="l" rtl="0">
              <a:spcBef>
                <a:spcPts val="800"/>
              </a:spcBef>
              <a:spcAft>
                <a:spcPts val="0"/>
              </a:spcAft>
              <a:buNone/>
            </a:pPr>
            <a:endParaRPr dirty="0">
              <a:solidFill>
                <a:schemeClr val="dk1"/>
              </a:solidFill>
              <a:latin typeface="Nunito Sans"/>
              <a:ea typeface="Nunito Sans"/>
              <a:cs typeface="Nunito Sans"/>
              <a:sym typeface="Nunito Sans"/>
            </a:endParaRPr>
          </a:p>
        </p:txBody>
      </p:sp>
      <p:pic>
        <p:nvPicPr>
          <p:cNvPr id="1121" name="Google Shape;1121;p120"/>
          <p:cNvPicPr preferRelativeResize="0"/>
          <p:nvPr/>
        </p:nvPicPr>
        <p:blipFill>
          <a:blip r:embed="rId3">
            <a:alphaModFix/>
          </a:blip>
          <a:stretch>
            <a:fillRect/>
          </a:stretch>
        </p:blipFill>
        <p:spPr>
          <a:xfrm>
            <a:off x="3865425" y="1612408"/>
            <a:ext cx="4707074" cy="3263000"/>
          </a:xfrm>
          <a:prstGeom prst="rect">
            <a:avLst/>
          </a:prstGeom>
          <a:noFill/>
          <a:ln>
            <a:noFill/>
          </a:ln>
        </p:spPr>
      </p:pic>
      <p:sp>
        <p:nvSpPr>
          <p:cNvPr id="1122" name="Google Shape;1122;p120"/>
          <p:cNvSpPr txBox="1">
            <a:spLocks noGrp="1"/>
          </p:cNvSpPr>
          <p:nvPr>
            <p:ph type="title"/>
          </p:nvPr>
        </p:nvSpPr>
        <p:spPr>
          <a:xfrm>
            <a:off x="228600" y="228600"/>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05 Diagnostic analytics - Where are the problems?</a:t>
            </a:r>
            <a:endParaRPr/>
          </a:p>
        </p:txBody>
      </p:sp>
      <p:sp>
        <p:nvSpPr>
          <p:cNvPr id="1123" name="Google Shape;1123;p120"/>
          <p:cNvSpPr txBox="1"/>
          <p:nvPr/>
        </p:nvSpPr>
        <p:spPr>
          <a:xfrm>
            <a:off x="228597" y="1495204"/>
            <a:ext cx="3554700" cy="400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b="1">
                <a:solidFill>
                  <a:schemeClr val="dk1"/>
                </a:solidFill>
                <a:latin typeface="Poppins"/>
                <a:ea typeface="Poppins"/>
                <a:cs typeface="Poppins"/>
                <a:sym typeface="Poppins"/>
              </a:rPr>
              <a:t>Order date vs. Total delivery</a:t>
            </a:r>
            <a:endParaRPr b="1">
              <a:solidFill>
                <a:schemeClr val="dk1"/>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27"/>
        <p:cNvGrpSpPr/>
        <p:nvPr/>
      </p:nvGrpSpPr>
      <p:grpSpPr>
        <a:xfrm>
          <a:off x="0" y="0"/>
          <a:ext cx="0" cy="0"/>
          <a:chOff x="0" y="0"/>
          <a:chExt cx="0" cy="0"/>
        </a:xfrm>
      </p:grpSpPr>
      <p:sp>
        <p:nvSpPr>
          <p:cNvPr id="1128" name="Google Shape;1128;p121"/>
          <p:cNvSpPr txBox="1">
            <a:spLocks noGrp="1"/>
          </p:cNvSpPr>
          <p:nvPr>
            <p:ph type="subTitle" idx="1"/>
          </p:nvPr>
        </p:nvSpPr>
        <p:spPr>
          <a:xfrm>
            <a:off x="228600" y="2568175"/>
            <a:ext cx="2834700" cy="400200"/>
          </a:xfrm>
          <a:prstGeom prst="rect">
            <a:avLst/>
          </a:prstGeom>
        </p:spPr>
        <p:txBody>
          <a:bodyPr spcFirstLastPara="1" wrap="square" lIns="274300" tIns="0" rIns="274300" bIns="0" anchor="ctr" anchorCtr="0">
            <a:noAutofit/>
          </a:bodyPr>
          <a:lstStyle/>
          <a:p>
            <a:pPr marL="0" lvl="0" indent="0" algn="l" rtl="0">
              <a:spcBef>
                <a:spcPts val="0"/>
              </a:spcBef>
              <a:spcAft>
                <a:spcPts val="0"/>
              </a:spcAft>
              <a:buNone/>
            </a:pPr>
            <a:endParaRPr/>
          </a:p>
        </p:txBody>
      </p:sp>
      <p:sp>
        <p:nvSpPr>
          <p:cNvPr id="1129" name="Google Shape;1129;p121"/>
          <p:cNvSpPr txBox="1">
            <a:spLocks noGrp="1"/>
          </p:cNvSpPr>
          <p:nvPr>
            <p:ph type="subTitle" idx="3"/>
          </p:nvPr>
        </p:nvSpPr>
        <p:spPr>
          <a:xfrm>
            <a:off x="6084638" y="2568175"/>
            <a:ext cx="2834700" cy="400200"/>
          </a:xfrm>
          <a:prstGeom prst="rect">
            <a:avLst/>
          </a:prstGeom>
        </p:spPr>
        <p:txBody>
          <a:bodyPr spcFirstLastPara="1" wrap="square" lIns="274300" tIns="0" rIns="274300" bIns="0" anchor="ctr" anchorCtr="0">
            <a:noAutofit/>
          </a:bodyPr>
          <a:lstStyle/>
          <a:p>
            <a:pPr marL="0" lvl="0" indent="0" algn="l" rtl="0">
              <a:spcBef>
                <a:spcPts val="0"/>
              </a:spcBef>
              <a:spcAft>
                <a:spcPts val="0"/>
              </a:spcAft>
              <a:buNone/>
            </a:pPr>
            <a:endParaRPr/>
          </a:p>
        </p:txBody>
      </p:sp>
      <p:sp>
        <p:nvSpPr>
          <p:cNvPr id="1130" name="Google Shape;1130;p121"/>
          <p:cNvSpPr txBox="1">
            <a:spLocks noGrp="1"/>
          </p:cNvSpPr>
          <p:nvPr>
            <p:ph type="title"/>
          </p:nvPr>
        </p:nvSpPr>
        <p:spPr>
          <a:xfrm>
            <a:off x="228600" y="228600"/>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05 Diagnostic analytics - Where are the problems?</a:t>
            </a:r>
            <a:endParaRPr/>
          </a:p>
        </p:txBody>
      </p:sp>
      <p:sp>
        <p:nvSpPr>
          <p:cNvPr id="1131" name="Google Shape;1131;p121"/>
          <p:cNvSpPr txBox="1">
            <a:spLocks noGrp="1"/>
          </p:cNvSpPr>
          <p:nvPr>
            <p:ph type="title"/>
          </p:nvPr>
        </p:nvSpPr>
        <p:spPr>
          <a:xfrm>
            <a:off x="228600" y="228600"/>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05 Diagnostic analytics - Where are the problems?</a:t>
            </a:r>
            <a:endParaRPr/>
          </a:p>
        </p:txBody>
      </p:sp>
      <p:pic>
        <p:nvPicPr>
          <p:cNvPr id="1132" name="Google Shape;1132;p121"/>
          <p:cNvPicPr preferRelativeResize="0"/>
          <p:nvPr/>
        </p:nvPicPr>
        <p:blipFill>
          <a:blip r:embed="rId3">
            <a:alphaModFix/>
          </a:blip>
          <a:stretch>
            <a:fillRect/>
          </a:stretch>
        </p:blipFill>
        <p:spPr>
          <a:xfrm>
            <a:off x="504100" y="1383958"/>
            <a:ext cx="7770601" cy="2994325"/>
          </a:xfrm>
          <a:prstGeom prst="rect">
            <a:avLst/>
          </a:prstGeom>
          <a:noFill/>
          <a:ln>
            <a:noFill/>
          </a:ln>
        </p:spPr>
      </p:pic>
      <p:sp>
        <p:nvSpPr>
          <p:cNvPr id="1133" name="Google Shape;1133;p121"/>
          <p:cNvSpPr txBox="1"/>
          <p:nvPr/>
        </p:nvSpPr>
        <p:spPr>
          <a:xfrm>
            <a:off x="5426250" y="457199"/>
            <a:ext cx="3554700" cy="532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r>
              <a:rPr lang="en" b="1">
                <a:solidFill>
                  <a:schemeClr val="dk1"/>
                </a:solidFill>
                <a:latin typeface="Poppins"/>
                <a:ea typeface="Poppins"/>
                <a:cs typeface="Poppins"/>
                <a:sym typeface="Poppins"/>
              </a:rPr>
              <a:t>Delivery reliability - Is the logistics company consistent enough?</a:t>
            </a:r>
            <a:endParaRPr b="1">
              <a:solidFill>
                <a:schemeClr val="dk1"/>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grpSp>
        <p:nvGrpSpPr>
          <p:cNvPr id="1138" name="Google Shape;1138;p122"/>
          <p:cNvGrpSpPr/>
          <p:nvPr/>
        </p:nvGrpSpPr>
        <p:grpSpPr>
          <a:xfrm rot="831550">
            <a:off x="1700391" y="251813"/>
            <a:ext cx="6884005" cy="5509149"/>
            <a:chOff x="536925" y="238125"/>
            <a:chExt cx="6546125" cy="5238750"/>
          </a:xfrm>
        </p:grpSpPr>
        <p:sp>
          <p:nvSpPr>
            <p:cNvPr id="1139" name="Google Shape;1139;p122"/>
            <p:cNvSpPr/>
            <p:nvPr/>
          </p:nvSpPr>
          <p:spPr>
            <a:xfrm>
              <a:off x="536925" y="238125"/>
              <a:ext cx="6546125" cy="5238750"/>
            </a:xfrm>
            <a:custGeom>
              <a:avLst/>
              <a:gdLst/>
              <a:ahLst/>
              <a:cxnLst/>
              <a:rect l="l" t="t" r="r" b="b"/>
              <a:pathLst>
                <a:path w="261845" h="209550" extrusionOk="0">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rgbClr val="EA9999"/>
            </a:solidFill>
            <a:ln>
              <a:noFill/>
            </a:ln>
          </p:spPr>
          <p:txBody>
            <a:bodyPr spcFirstLastPara="1" wrap="square" lIns="144400" tIns="144400" rIns="144400" bIns="144400" anchor="ctr" anchorCtr="0">
              <a:noAutofit/>
            </a:bodyPr>
            <a:lstStyle/>
            <a:p>
              <a:pPr marL="0" lvl="0" indent="0" algn="l" rtl="0">
                <a:spcBef>
                  <a:spcPts val="0"/>
                </a:spcBef>
                <a:spcAft>
                  <a:spcPts val="0"/>
                </a:spcAft>
                <a:buNone/>
              </a:pPr>
              <a:endParaRPr sz="2211">
                <a:solidFill>
                  <a:srgbClr val="EA9999"/>
                </a:solidFill>
                <a:latin typeface="Nunito Sans"/>
                <a:ea typeface="Nunito Sans"/>
                <a:cs typeface="Nunito Sans"/>
                <a:sym typeface="Nunito Sans"/>
              </a:endParaRPr>
            </a:p>
          </p:txBody>
        </p:sp>
        <p:sp>
          <p:nvSpPr>
            <p:cNvPr id="1140" name="Google Shape;1140;p122"/>
            <p:cNvSpPr/>
            <p:nvPr/>
          </p:nvSpPr>
          <p:spPr>
            <a:xfrm>
              <a:off x="536925" y="582450"/>
              <a:ext cx="3622025" cy="1145375"/>
            </a:xfrm>
            <a:custGeom>
              <a:avLst/>
              <a:gdLst/>
              <a:ahLst/>
              <a:cxnLst/>
              <a:rect l="l" t="t" r="r" b="b"/>
              <a:pathLst>
                <a:path w="144881" h="45815" extrusionOk="0">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rgbClr val="EA9999"/>
            </a:solidFill>
            <a:ln>
              <a:noFill/>
            </a:ln>
          </p:spPr>
          <p:txBody>
            <a:bodyPr spcFirstLastPara="1" wrap="square" lIns="144400" tIns="144400" rIns="144400" bIns="144400" anchor="ctr" anchorCtr="0">
              <a:noAutofit/>
            </a:bodyPr>
            <a:lstStyle/>
            <a:p>
              <a:pPr marL="0" lvl="0" indent="0" algn="l" rtl="0">
                <a:spcBef>
                  <a:spcPts val="0"/>
                </a:spcBef>
                <a:spcAft>
                  <a:spcPts val="0"/>
                </a:spcAft>
                <a:buNone/>
              </a:pPr>
              <a:endParaRPr sz="2211">
                <a:solidFill>
                  <a:srgbClr val="EA9999"/>
                </a:solidFill>
                <a:latin typeface="Nunito Sans"/>
                <a:ea typeface="Nunito Sans"/>
                <a:cs typeface="Nunito Sans"/>
                <a:sym typeface="Nunito Sans"/>
              </a:endParaRPr>
            </a:p>
          </p:txBody>
        </p:sp>
        <p:sp>
          <p:nvSpPr>
            <p:cNvPr id="1141" name="Google Shape;1141;p122"/>
            <p:cNvSpPr/>
            <p:nvPr/>
          </p:nvSpPr>
          <p:spPr>
            <a:xfrm>
              <a:off x="536925" y="4742150"/>
              <a:ext cx="1172975" cy="583750"/>
            </a:xfrm>
            <a:custGeom>
              <a:avLst/>
              <a:gdLst/>
              <a:ahLst/>
              <a:cxnLst/>
              <a:rect l="l" t="t" r="r" b="b"/>
              <a:pathLst>
                <a:path w="46919" h="23350" extrusionOk="0">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rgbClr val="EA9999"/>
            </a:solidFill>
            <a:ln>
              <a:noFill/>
            </a:ln>
          </p:spPr>
          <p:txBody>
            <a:bodyPr spcFirstLastPara="1" wrap="square" lIns="144400" tIns="144400" rIns="144400" bIns="144400" anchor="ctr" anchorCtr="0">
              <a:noAutofit/>
            </a:bodyPr>
            <a:lstStyle/>
            <a:p>
              <a:pPr marL="0" lvl="0" indent="0" algn="l" rtl="0">
                <a:spcBef>
                  <a:spcPts val="0"/>
                </a:spcBef>
                <a:spcAft>
                  <a:spcPts val="0"/>
                </a:spcAft>
                <a:buNone/>
              </a:pPr>
              <a:endParaRPr sz="2211">
                <a:solidFill>
                  <a:srgbClr val="EA9999"/>
                </a:solidFill>
                <a:latin typeface="Nunito Sans"/>
                <a:ea typeface="Nunito Sans"/>
                <a:cs typeface="Nunito Sans"/>
                <a:sym typeface="Nunito Sans"/>
              </a:endParaRPr>
            </a:p>
          </p:txBody>
        </p:sp>
      </p:grpSp>
      <p:sp>
        <p:nvSpPr>
          <p:cNvPr id="1142" name="Google Shape;1142;p122"/>
          <p:cNvSpPr txBox="1">
            <a:spLocks noGrp="1"/>
          </p:cNvSpPr>
          <p:nvPr>
            <p:ph type="title"/>
          </p:nvPr>
        </p:nvSpPr>
        <p:spPr>
          <a:xfrm>
            <a:off x="275400" y="228603"/>
            <a:ext cx="42966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EA9999"/>
                </a:solidFill>
              </a:rPr>
              <a:t>CONCLUSIONS:</a:t>
            </a:r>
            <a:endParaRPr>
              <a:solidFill>
                <a:srgbClr val="EA9999"/>
              </a:solidFill>
            </a:endParaRPr>
          </a:p>
          <a:p>
            <a:pPr marL="0" lvl="0" indent="0" algn="l" rtl="0">
              <a:spcBef>
                <a:spcPts val="0"/>
              </a:spcBef>
              <a:spcAft>
                <a:spcPts val="0"/>
              </a:spcAft>
              <a:buNone/>
            </a:pPr>
            <a:r>
              <a:rPr lang="en">
                <a:solidFill>
                  <a:srgbClr val="EA9999"/>
                </a:solidFill>
              </a:rPr>
              <a:t>Scenario 1</a:t>
            </a:r>
            <a:endParaRPr>
              <a:solidFill>
                <a:srgbClr val="EA9999"/>
              </a:solidFill>
            </a:endParaRPr>
          </a:p>
        </p:txBody>
      </p:sp>
      <p:sp>
        <p:nvSpPr>
          <p:cNvPr id="1143" name="Google Shape;1143;p122"/>
          <p:cNvSpPr txBox="1"/>
          <p:nvPr/>
        </p:nvSpPr>
        <p:spPr>
          <a:xfrm>
            <a:off x="1801725" y="1103379"/>
            <a:ext cx="8248800" cy="37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1/ Warehouse is the biggest bottleneck.</a:t>
            </a:r>
            <a:endParaRPr sz="1700"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Processing takes </a:t>
            </a:r>
            <a:r>
              <a:rPr lang="en" b="1">
                <a:solidFill>
                  <a:srgbClr val="EA9999"/>
                </a:solidFill>
                <a:latin typeface="Nunito Sans"/>
                <a:ea typeface="Nunito Sans"/>
                <a:cs typeface="Nunito Sans"/>
                <a:sym typeface="Nunito Sans"/>
              </a:rPr>
              <a:t>more than double the claimed 2 days.</a:t>
            </a:r>
            <a:endParaRPr b="1">
              <a:solidFill>
                <a:srgbClr val="EA9999"/>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2/ Logistics company is also underperforming.</a:t>
            </a:r>
            <a:endParaRPr sz="1700"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Delivery takes </a:t>
            </a:r>
            <a:r>
              <a:rPr lang="en" b="1">
                <a:solidFill>
                  <a:srgbClr val="EA9999"/>
                </a:solidFill>
                <a:latin typeface="Nunito Sans"/>
                <a:ea typeface="Nunito Sans"/>
                <a:cs typeface="Nunito Sans"/>
                <a:sym typeface="Nunito Sans"/>
              </a:rPr>
              <a:t>4.6 days on average</a:t>
            </a:r>
            <a:r>
              <a:rPr lang="en">
                <a:solidFill>
                  <a:schemeClr val="dk1"/>
                </a:solidFill>
                <a:latin typeface="Nunito Sans"/>
                <a:ea typeface="Nunito Sans"/>
                <a:cs typeface="Nunito Sans"/>
                <a:sym typeface="Nunito Sans"/>
              </a:rPr>
              <a:t>. Only ~21% of orders arrive within </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the promised 3 days.</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3/ Express processing is effective.</a:t>
            </a:r>
            <a:endParaRPr sz="1700"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It </a:t>
            </a:r>
            <a:r>
              <a:rPr lang="en" b="1">
                <a:solidFill>
                  <a:schemeClr val="lt2"/>
                </a:solidFill>
                <a:latin typeface="Nunito Sans"/>
                <a:ea typeface="Nunito Sans"/>
                <a:cs typeface="Nunito Sans"/>
                <a:sym typeface="Nunito Sans"/>
              </a:rPr>
              <a:t>reduces total warehouse time</a:t>
            </a:r>
            <a:r>
              <a:rPr lang="en">
                <a:solidFill>
                  <a:schemeClr val="dk1"/>
                </a:solidFill>
                <a:latin typeface="Nunito Sans"/>
                <a:ea typeface="Nunito Sans"/>
                <a:cs typeface="Nunito Sans"/>
                <a:sym typeface="Nunito Sans"/>
              </a:rPr>
              <a:t>. Worth investigating, </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if it could be offered more broadly.</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4/ Weekend orders add delay</a:t>
            </a:r>
            <a:endParaRPr sz="1700"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b="1">
                <a:solidFill>
                  <a:srgbClr val="EA9999"/>
                </a:solidFill>
                <a:latin typeface="Nunito Sans"/>
                <a:ea typeface="Nunito Sans"/>
                <a:cs typeface="Nunito Sans"/>
                <a:sym typeface="Nunito Sans"/>
              </a:rPr>
              <a:t>~15% of orders</a:t>
            </a:r>
            <a:r>
              <a:rPr lang="en">
                <a:solidFill>
                  <a:schemeClr val="dk1"/>
                </a:solidFill>
                <a:latin typeface="Nunito Sans"/>
                <a:ea typeface="Nunito Sans"/>
                <a:cs typeface="Nunito Sans"/>
                <a:sym typeface="Nunito Sans"/>
              </a:rPr>
              <a:t> are placed on the weekends.  </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Naturally takes longer since the warehouse is closed.</a:t>
            </a:r>
            <a:endParaRPr>
              <a:solidFill>
                <a:schemeClr val="dk1"/>
              </a:solidFill>
              <a:latin typeface="Nunito Sans"/>
              <a:ea typeface="Nunito Sans"/>
              <a:cs typeface="Nunito Sans"/>
              <a:sym typeface="Nunito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grpSp>
        <p:nvGrpSpPr>
          <p:cNvPr id="1148" name="Google Shape;1148;p123"/>
          <p:cNvGrpSpPr/>
          <p:nvPr/>
        </p:nvGrpSpPr>
        <p:grpSpPr>
          <a:xfrm rot="361129">
            <a:off x="1789137" y="10751"/>
            <a:ext cx="6998419" cy="5600713"/>
            <a:chOff x="536925" y="238125"/>
            <a:chExt cx="6546125" cy="5238750"/>
          </a:xfrm>
        </p:grpSpPr>
        <p:sp>
          <p:nvSpPr>
            <p:cNvPr id="1149" name="Google Shape;1149;p123"/>
            <p:cNvSpPr/>
            <p:nvPr/>
          </p:nvSpPr>
          <p:spPr>
            <a:xfrm>
              <a:off x="536925" y="238125"/>
              <a:ext cx="6546125" cy="5238750"/>
            </a:xfrm>
            <a:custGeom>
              <a:avLst/>
              <a:gdLst/>
              <a:ahLst/>
              <a:cxnLst/>
              <a:rect l="l" t="t" r="r" b="b"/>
              <a:pathLst>
                <a:path w="261845" h="209550" extrusionOk="0">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spcFirstLastPara="1" wrap="square" lIns="146825" tIns="146825" rIns="146825" bIns="146825" anchor="ctr" anchorCtr="0">
              <a:noAutofit/>
            </a:bodyPr>
            <a:lstStyle/>
            <a:p>
              <a:pPr marL="0" lvl="0" indent="0" algn="l" rtl="0">
                <a:spcBef>
                  <a:spcPts val="0"/>
                </a:spcBef>
                <a:spcAft>
                  <a:spcPts val="0"/>
                </a:spcAft>
                <a:buNone/>
              </a:pPr>
              <a:endParaRPr sz="2248">
                <a:solidFill>
                  <a:schemeClr val="lt2"/>
                </a:solidFill>
                <a:latin typeface="Nunito Sans"/>
                <a:ea typeface="Nunito Sans"/>
                <a:cs typeface="Nunito Sans"/>
                <a:sym typeface="Nunito Sans"/>
              </a:endParaRPr>
            </a:p>
          </p:txBody>
        </p:sp>
        <p:sp>
          <p:nvSpPr>
            <p:cNvPr id="1150" name="Google Shape;1150;p123"/>
            <p:cNvSpPr/>
            <p:nvPr/>
          </p:nvSpPr>
          <p:spPr>
            <a:xfrm>
              <a:off x="536925" y="582450"/>
              <a:ext cx="3622025" cy="1145375"/>
            </a:xfrm>
            <a:custGeom>
              <a:avLst/>
              <a:gdLst/>
              <a:ahLst/>
              <a:cxnLst/>
              <a:rect l="l" t="t" r="r" b="b"/>
              <a:pathLst>
                <a:path w="144881" h="45815" extrusionOk="0">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spcFirstLastPara="1" wrap="square" lIns="146825" tIns="146825" rIns="146825" bIns="146825" anchor="ctr" anchorCtr="0">
              <a:noAutofit/>
            </a:bodyPr>
            <a:lstStyle/>
            <a:p>
              <a:pPr marL="0" lvl="0" indent="0" algn="l" rtl="0">
                <a:spcBef>
                  <a:spcPts val="0"/>
                </a:spcBef>
                <a:spcAft>
                  <a:spcPts val="0"/>
                </a:spcAft>
                <a:buNone/>
              </a:pPr>
              <a:endParaRPr sz="2248">
                <a:solidFill>
                  <a:schemeClr val="lt2"/>
                </a:solidFill>
                <a:latin typeface="Nunito Sans"/>
                <a:ea typeface="Nunito Sans"/>
                <a:cs typeface="Nunito Sans"/>
                <a:sym typeface="Nunito Sans"/>
              </a:endParaRPr>
            </a:p>
          </p:txBody>
        </p:sp>
        <p:sp>
          <p:nvSpPr>
            <p:cNvPr id="1151" name="Google Shape;1151;p123"/>
            <p:cNvSpPr/>
            <p:nvPr/>
          </p:nvSpPr>
          <p:spPr>
            <a:xfrm>
              <a:off x="536925" y="4742150"/>
              <a:ext cx="1172975" cy="583750"/>
            </a:xfrm>
            <a:custGeom>
              <a:avLst/>
              <a:gdLst/>
              <a:ahLst/>
              <a:cxnLst/>
              <a:rect l="l" t="t" r="r" b="b"/>
              <a:pathLst>
                <a:path w="46919" h="23350" extrusionOk="0">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spcFirstLastPara="1" wrap="square" lIns="146825" tIns="146825" rIns="146825" bIns="146825" anchor="ctr" anchorCtr="0">
              <a:noAutofit/>
            </a:bodyPr>
            <a:lstStyle/>
            <a:p>
              <a:pPr marL="0" lvl="0" indent="0" algn="l" rtl="0">
                <a:spcBef>
                  <a:spcPts val="0"/>
                </a:spcBef>
                <a:spcAft>
                  <a:spcPts val="0"/>
                </a:spcAft>
                <a:buNone/>
              </a:pPr>
              <a:endParaRPr sz="2248">
                <a:solidFill>
                  <a:schemeClr val="lt2"/>
                </a:solidFill>
                <a:latin typeface="Nunito Sans"/>
                <a:ea typeface="Nunito Sans"/>
                <a:cs typeface="Nunito Sans"/>
                <a:sym typeface="Nunito Sans"/>
              </a:endParaRPr>
            </a:p>
          </p:txBody>
        </p:sp>
      </p:grpSp>
      <p:sp>
        <p:nvSpPr>
          <p:cNvPr id="1152" name="Google Shape;1152;p123"/>
          <p:cNvSpPr txBox="1">
            <a:spLocks noGrp="1"/>
          </p:cNvSpPr>
          <p:nvPr>
            <p:ph type="title"/>
          </p:nvPr>
        </p:nvSpPr>
        <p:spPr>
          <a:xfrm>
            <a:off x="275400" y="228603"/>
            <a:ext cx="4296600" cy="9234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CONCLUSIONS:</a:t>
            </a:r>
            <a:endParaRPr/>
          </a:p>
          <a:p>
            <a:pPr marL="0" lvl="0" indent="0" algn="l" rtl="0">
              <a:spcBef>
                <a:spcPts val="0"/>
              </a:spcBef>
              <a:spcAft>
                <a:spcPts val="0"/>
              </a:spcAft>
              <a:buNone/>
            </a:pPr>
            <a:r>
              <a:rPr lang="en"/>
              <a:t>Scenario 2</a:t>
            </a:r>
            <a:endParaRPr/>
          </a:p>
        </p:txBody>
      </p:sp>
      <p:sp>
        <p:nvSpPr>
          <p:cNvPr id="1153" name="Google Shape;1153;p123"/>
          <p:cNvSpPr txBox="1"/>
          <p:nvPr/>
        </p:nvSpPr>
        <p:spPr>
          <a:xfrm>
            <a:off x="1078725" y="1375951"/>
            <a:ext cx="8248800" cy="373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1/ Warehouse processes too many orders on Mondays.</a:t>
            </a:r>
            <a:endParaRPr sz="1700"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Only </a:t>
            </a:r>
            <a:r>
              <a:rPr lang="en" b="1">
                <a:solidFill>
                  <a:schemeClr val="dk1"/>
                </a:solidFill>
                <a:highlight>
                  <a:srgbClr val="EA9999"/>
                </a:highlight>
                <a:latin typeface="Nunito Sans"/>
                <a:ea typeface="Nunito Sans"/>
                <a:cs typeface="Nunito Sans"/>
                <a:sym typeface="Nunito Sans"/>
              </a:rPr>
              <a:t>25% of all orders</a:t>
            </a:r>
            <a:r>
              <a:rPr lang="en">
                <a:solidFill>
                  <a:schemeClr val="dk1"/>
                </a:solidFill>
                <a:latin typeface="Nunito Sans"/>
                <a:ea typeface="Nunito Sans"/>
                <a:cs typeface="Nunito Sans"/>
                <a:sym typeface="Nunito Sans"/>
              </a:rPr>
              <a:t> are processed in 2 days or less.</a:t>
            </a:r>
            <a:endParaRPr b="1">
              <a:solidFill>
                <a:srgbClr val="EA9999"/>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2/ Overall performance of the truck company is satisfactory.</a:t>
            </a:r>
            <a:endParaRPr sz="1700"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But only </a:t>
            </a:r>
            <a:r>
              <a:rPr lang="en" b="1">
                <a:solidFill>
                  <a:schemeClr val="dk1"/>
                </a:solidFill>
                <a:highlight>
                  <a:schemeClr val="lt2"/>
                </a:highlight>
                <a:latin typeface="Nunito Sans"/>
                <a:ea typeface="Nunito Sans"/>
                <a:cs typeface="Nunito Sans"/>
                <a:sym typeface="Nunito Sans"/>
              </a:rPr>
              <a:t>First Class</a:t>
            </a:r>
            <a:r>
              <a:rPr lang="en">
                <a:solidFill>
                  <a:schemeClr val="dk1"/>
                </a:solidFill>
                <a:latin typeface="Nunito Sans"/>
                <a:ea typeface="Nunito Sans"/>
                <a:cs typeface="Nunito Sans"/>
                <a:sym typeface="Nunito Sans"/>
              </a:rPr>
              <a:t> deliveries are picked up in the promised range of time.</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3/ Information about truck arrivals is inconsistent.</a:t>
            </a:r>
            <a:endParaRPr sz="1700"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Both warehouse interns and truck company own scan data shows that trucks</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perform pick ups on </a:t>
            </a:r>
            <a:r>
              <a:rPr lang="en" b="1">
                <a:solidFill>
                  <a:schemeClr val="dk1"/>
                </a:solidFill>
                <a:highlight>
                  <a:srgbClr val="EA9999"/>
                </a:highlight>
                <a:latin typeface="Nunito Sans"/>
                <a:ea typeface="Nunito Sans"/>
                <a:cs typeface="Nunito Sans"/>
                <a:sym typeface="Nunito Sans"/>
              </a:rPr>
              <a:t>Tue and Thu</a:t>
            </a:r>
            <a:r>
              <a:rPr lang="en">
                <a:solidFill>
                  <a:schemeClr val="dk1"/>
                </a:solidFill>
                <a:latin typeface="Nunito Sans"/>
                <a:ea typeface="Nunito Sans"/>
                <a:cs typeface="Nunito Sans"/>
                <a:sym typeface="Nunito Sans"/>
              </a:rPr>
              <a:t>.</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sz="1700" b="1">
                <a:solidFill>
                  <a:schemeClr val="dk1"/>
                </a:solidFill>
                <a:latin typeface="Nunito Sans"/>
                <a:ea typeface="Nunito Sans"/>
                <a:cs typeface="Nunito Sans"/>
                <a:sym typeface="Nunito Sans"/>
              </a:rPr>
              <a:t>4/ Average delivery time is about 7 days.</a:t>
            </a:r>
            <a:endParaRPr sz="1700" b="1">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a:solidFill>
                  <a:schemeClr val="dk1"/>
                </a:solidFill>
                <a:latin typeface="Nunito Sans"/>
                <a:ea typeface="Nunito Sans"/>
                <a:cs typeface="Nunito Sans"/>
                <a:sym typeface="Nunito Sans"/>
              </a:rPr>
              <a:t>But the difference between shipment modes is almost doubled: </a:t>
            </a:r>
            <a:endParaRPr>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b="1">
                <a:solidFill>
                  <a:schemeClr val="dk1"/>
                </a:solidFill>
                <a:highlight>
                  <a:schemeClr val="lt2"/>
                </a:highlight>
                <a:latin typeface="Nunito Sans"/>
                <a:ea typeface="Nunito Sans"/>
                <a:cs typeface="Nunito Sans"/>
                <a:sym typeface="Nunito Sans"/>
              </a:rPr>
              <a:t>4.8 for express </a:t>
            </a:r>
            <a:r>
              <a:rPr lang="en">
                <a:solidFill>
                  <a:schemeClr val="dk1"/>
                </a:solidFill>
                <a:latin typeface="Nunito Sans"/>
                <a:ea typeface="Nunito Sans"/>
                <a:cs typeface="Nunito Sans"/>
                <a:sym typeface="Nunito Sans"/>
              </a:rPr>
              <a:t>and </a:t>
            </a:r>
            <a:r>
              <a:rPr lang="en" b="1">
                <a:solidFill>
                  <a:schemeClr val="dk1"/>
                </a:solidFill>
                <a:highlight>
                  <a:srgbClr val="EA9999"/>
                </a:highlight>
                <a:latin typeface="Nunito Sans"/>
                <a:ea typeface="Nunito Sans"/>
                <a:cs typeface="Nunito Sans"/>
                <a:sym typeface="Nunito Sans"/>
              </a:rPr>
              <a:t>8.2 for standard</a:t>
            </a:r>
            <a:r>
              <a:rPr lang="en">
                <a:solidFill>
                  <a:schemeClr val="dk1"/>
                </a:solidFill>
                <a:latin typeface="Nunito Sans"/>
                <a:ea typeface="Nunito Sans"/>
                <a:cs typeface="Nunito Sans"/>
                <a:sym typeface="Nunito Sans"/>
              </a:rPr>
              <a:t> delivery.</a:t>
            </a:r>
            <a:endParaRPr>
              <a:solidFill>
                <a:schemeClr val="dk1"/>
              </a:solidFill>
              <a:latin typeface="Nunito Sans"/>
              <a:ea typeface="Nunito Sans"/>
              <a:cs typeface="Nunito Sans"/>
              <a:sym typeface="Nunito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grpSp>
        <p:nvGrpSpPr>
          <p:cNvPr id="1158" name="Google Shape;1158;p124"/>
          <p:cNvGrpSpPr/>
          <p:nvPr/>
        </p:nvGrpSpPr>
        <p:grpSpPr>
          <a:xfrm>
            <a:off x="1344312" y="526062"/>
            <a:ext cx="6154012" cy="4924949"/>
            <a:chOff x="536925" y="238125"/>
            <a:chExt cx="6546125" cy="5238750"/>
          </a:xfrm>
        </p:grpSpPr>
        <p:sp>
          <p:nvSpPr>
            <p:cNvPr id="1159" name="Google Shape;1159;p124"/>
            <p:cNvSpPr/>
            <p:nvPr/>
          </p:nvSpPr>
          <p:spPr>
            <a:xfrm>
              <a:off x="536925" y="238125"/>
              <a:ext cx="6546125" cy="5238750"/>
            </a:xfrm>
            <a:custGeom>
              <a:avLst/>
              <a:gdLst/>
              <a:ahLst/>
              <a:cxnLst/>
              <a:rect l="l" t="t" r="r" b="b"/>
              <a:pathLst>
                <a:path w="261845" h="209550" extrusionOk="0">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spcFirstLastPara="1" wrap="square" lIns="129100" tIns="129100" rIns="129100" bIns="129100" anchor="ctr" anchorCtr="0">
              <a:noAutofit/>
            </a:bodyPr>
            <a:lstStyle/>
            <a:p>
              <a:pPr marL="0" lvl="0" indent="0" algn="l" rtl="0">
                <a:spcBef>
                  <a:spcPts val="0"/>
                </a:spcBef>
                <a:spcAft>
                  <a:spcPts val="0"/>
                </a:spcAft>
                <a:buNone/>
              </a:pPr>
              <a:endParaRPr sz="1976">
                <a:solidFill>
                  <a:schemeClr val="lt2"/>
                </a:solidFill>
                <a:latin typeface="Nunito Sans"/>
                <a:ea typeface="Nunito Sans"/>
                <a:cs typeface="Nunito Sans"/>
                <a:sym typeface="Nunito Sans"/>
              </a:endParaRPr>
            </a:p>
          </p:txBody>
        </p:sp>
        <p:sp>
          <p:nvSpPr>
            <p:cNvPr id="1160" name="Google Shape;1160;p124"/>
            <p:cNvSpPr/>
            <p:nvPr/>
          </p:nvSpPr>
          <p:spPr>
            <a:xfrm>
              <a:off x="536925" y="582450"/>
              <a:ext cx="3622025" cy="1145375"/>
            </a:xfrm>
            <a:custGeom>
              <a:avLst/>
              <a:gdLst/>
              <a:ahLst/>
              <a:cxnLst/>
              <a:rect l="l" t="t" r="r" b="b"/>
              <a:pathLst>
                <a:path w="144881" h="45815" extrusionOk="0">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spcFirstLastPara="1" wrap="square" lIns="129100" tIns="129100" rIns="129100" bIns="129100" anchor="ctr" anchorCtr="0">
              <a:noAutofit/>
            </a:bodyPr>
            <a:lstStyle/>
            <a:p>
              <a:pPr marL="0" lvl="0" indent="0" algn="l" rtl="0">
                <a:spcBef>
                  <a:spcPts val="0"/>
                </a:spcBef>
                <a:spcAft>
                  <a:spcPts val="0"/>
                </a:spcAft>
                <a:buNone/>
              </a:pPr>
              <a:endParaRPr sz="1976">
                <a:solidFill>
                  <a:schemeClr val="lt2"/>
                </a:solidFill>
                <a:latin typeface="Nunito Sans"/>
                <a:ea typeface="Nunito Sans"/>
                <a:cs typeface="Nunito Sans"/>
                <a:sym typeface="Nunito Sans"/>
              </a:endParaRPr>
            </a:p>
          </p:txBody>
        </p:sp>
        <p:sp>
          <p:nvSpPr>
            <p:cNvPr id="1161" name="Google Shape;1161;p124"/>
            <p:cNvSpPr/>
            <p:nvPr/>
          </p:nvSpPr>
          <p:spPr>
            <a:xfrm>
              <a:off x="536925" y="4742150"/>
              <a:ext cx="1172975" cy="583750"/>
            </a:xfrm>
            <a:custGeom>
              <a:avLst/>
              <a:gdLst/>
              <a:ahLst/>
              <a:cxnLst/>
              <a:rect l="l" t="t" r="r" b="b"/>
              <a:pathLst>
                <a:path w="46919" h="23350" extrusionOk="0">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spcFirstLastPara="1" wrap="square" lIns="129100" tIns="129100" rIns="129100" bIns="129100" anchor="ctr" anchorCtr="0">
              <a:noAutofit/>
            </a:bodyPr>
            <a:lstStyle/>
            <a:p>
              <a:pPr marL="0" lvl="0" indent="0" algn="l" rtl="0">
                <a:spcBef>
                  <a:spcPts val="0"/>
                </a:spcBef>
                <a:spcAft>
                  <a:spcPts val="0"/>
                </a:spcAft>
                <a:buNone/>
              </a:pPr>
              <a:endParaRPr sz="1976">
                <a:solidFill>
                  <a:schemeClr val="lt2"/>
                </a:solidFill>
                <a:latin typeface="Nunito Sans"/>
                <a:ea typeface="Nunito Sans"/>
                <a:cs typeface="Nunito Sans"/>
                <a:sym typeface="Nunito Sans"/>
              </a:endParaRPr>
            </a:p>
          </p:txBody>
        </p:sp>
      </p:grpSp>
      <p:sp>
        <p:nvSpPr>
          <p:cNvPr id="1162" name="Google Shape;1162;p124"/>
          <p:cNvSpPr txBox="1">
            <a:spLocks noGrp="1"/>
          </p:cNvSpPr>
          <p:nvPr>
            <p:ph type="title"/>
          </p:nvPr>
        </p:nvSpPr>
        <p:spPr>
          <a:xfrm>
            <a:off x="158092" y="228603"/>
            <a:ext cx="4296600" cy="5541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RECOMMENDATIONS</a:t>
            </a:r>
            <a:endParaRPr/>
          </a:p>
        </p:txBody>
      </p:sp>
      <p:graphicFrame>
        <p:nvGraphicFramePr>
          <p:cNvPr id="1163" name="Google Shape;1163;p124"/>
          <p:cNvGraphicFramePr/>
          <p:nvPr/>
        </p:nvGraphicFramePr>
        <p:xfrm>
          <a:off x="1403174" y="1870345"/>
          <a:ext cx="6154050" cy="2590620"/>
        </p:xfrm>
        <a:graphic>
          <a:graphicData uri="http://schemas.openxmlformats.org/drawingml/2006/table">
            <a:tbl>
              <a:tblPr>
                <a:noFill/>
                <a:tableStyleId>{E9A93264-B889-4CC9-B6D9-3ED02D0A5889}</a:tableStyleId>
              </a:tblPr>
              <a:tblGrid>
                <a:gridCol w="3077025">
                  <a:extLst>
                    <a:ext uri="{9D8B030D-6E8A-4147-A177-3AD203B41FA5}">
                      <a16:colId xmlns:a16="http://schemas.microsoft.com/office/drawing/2014/main" val="20000"/>
                    </a:ext>
                  </a:extLst>
                </a:gridCol>
                <a:gridCol w="3077025">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KPI</a:t>
                      </a:r>
                      <a:endParaRPr b="1">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b="1">
                          <a:solidFill>
                            <a:schemeClr val="dk1"/>
                          </a:solidFill>
                          <a:latin typeface="Nunito Sans"/>
                          <a:ea typeface="Nunito Sans"/>
                          <a:cs typeface="Nunito Sans"/>
                          <a:sym typeface="Nunito Sans"/>
                        </a:rPr>
                        <a:t>Target</a:t>
                      </a:r>
                      <a:endParaRPr b="1">
                        <a:solidFill>
                          <a:schemeClr val="dk1"/>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Average warehouse processing time </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 2 days</a:t>
                      </a:r>
                      <a:endParaRPr>
                        <a:solidFill>
                          <a:schemeClr val="dk1"/>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 orders processed within 2 days</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 80%</a:t>
                      </a:r>
                      <a:endParaRPr>
                        <a:solidFill>
                          <a:schemeClr val="dk1"/>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Average delivery time</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 3 days</a:t>
                      </a:r>
                      <a:endParaRPr>
                        <a:solidFill>
                          <a:schemeClr val="dk1"/>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 orders delivered within 3 days</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 80%</a:t>
                      </a:r>
                      <a:endParaRPr>
                        <a:solidFill>
                          <a:schemeClr val="dk1"/>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Express vs standard time saving</a:t>
                      </a:r>
                      <a:endParaRPr>
                        <a:solidFill>
                          <a:schemeClr val="dk1"/>
                        </a:solidFill>
                        <a:latin typeface="Nunito Sans"/>
                        <a:ea typeface="Nunito Sans"/>
                        <a:cs typeface="Nunito Sans"/>
                        <a:sym typeface="Nunito Sans"/>
                      </a:endParaRPr>
                    </a:p>
                  </a:txBody>
                  <a:tcPr marL="91425" marR="91425" marT="91425" marB="91425"/>
                </a:tc>
                <a:tc>
                  <a:txBody>
                    <a:bodyPr/>
                    <a:lstStyle/>
                    <a:p>
                      <a:pPr marL="0" marR="0" lvl="0" indent="0" algn="l" rtl="0">
                        <a:lnSpc>
                          <a:spcPct val="100000"/>
                        </a:lnSpc>
                        <a:spcBef>
                          <a:spcPts val="0"/>
                        </a:spcBef>
                        <a:spcAft>
                          <a:spcPts val="0"/>
                        </a:spcAft>
                        <a:buNone/>
                      </a:pPr>
                      <a:r>
                        <a:rPr lang="en">
                          <a:solidFill>
                            <a:schemeClr val="dk1"/>
                          </a:solidFill>
                          <a:latin typeface="Nunito Sans"/>
                          <a:ea typeface="Nunito Sans"/>
                          <a:cs typeface="Nunito Sans"/>
                          <a:sym typeface="Nunito Sans"/>
                        </a:rPr>
                        <a:t>Monitor monthly</a:t>
                      </a:r>
                      <a:endParaRPr>
                        <a:solidFill>
                          <a:schemeClr val="dk1"/>
                        </a:solidFill>
                        <a:latin typeface="Nunito Sans"/>
                        <a:ea typeface="Nunito Sans"/>
                        <a:cs typeface="Nunito Sans"/>
                        <a:sym typeface="Nunito Sans"/>
                      </a:endParaRPr>
                    </a:p>
                  </a:txBody>
                  <a:tcPr marL="91425" marR="91425" marT="91425" marB="91425"/>
                </a:tc>
                <a:extLst>
                  <a:ext uri="{0D108BD9-81ED-4DB2-BD59-A6C34878D82A}">
                    <a16:rowId xmlns:a16="http://schemas.microsoft.com/office/drawing/2014/main" val="10005"/>
                  </a:ext>
                </a:extLst>
              </a:tr>
            </a:tbl>
          </a:graphicData>
        </a:graphic>
      </p:graphicFrame>
      <p:sp>
        <p:nvSpPr>
          <p:cNvPr id="1164" name="Google Shape;1164;p124"/>
          <p:cNvSpPr txBox="1"/>
          <p:nvPr/>
        </p:nvSpPr>
        <p:spPr>
          <a:xfrm>
            <a:off x="2571425" y="1154104"/>
            <a:ext cx="49269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800" b="1">
                <a:solidFill>
                  <a:schemeClr val="dk1"/>
                </a:solidFill>
                <a:latin typeface="Nunito Sans"/>
                <a:ea typeface="Nunito Sans"/>
                <a:cs typeface="Nunito Sans"/>
                <a:sym typeface="Nunito Sans"/>
              </a:rPr>
              <a:t>KPIs to track going forward…</a:t>
            </a:r>
            <a:endParaRPr sz="1600" b="1">
              <a:solidFill>
                <a:schemeClr val="dk1"/>
              </a:solidFill>
              <a:latin typeface="Nunito Sans"/>
              <a:ea typeface="Nunito Sans"/>
              <a:cs typeface="Nunito Sans"/>
              <a:sym typeface="Nuni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68"/>
        <p:cNvGrpSpPr/>
        <p:nvPr/>
      </p:nvGrpSpPr>
      <p:grpSpPr>
        <a:xfrm>
          <a:off x="0" y="0"/>
          <a:ext cx="0" cy="0"/>
          <a:chOff x="0" y="0"/>
          <a:chExt cx="0" cy="0"/>
        </a:xfrm>
      </p:grpSpPr>
      <p:sp>
        <p:nvSpPr>
          <p:cNvPr id="1169" name="Google Shape;1169;p125"/>
          <p:cNvSpPr/>
          <p:nvPr/>
        </p:nvSpPr>
        <p:spPr>
          <a:xfrm>
            <a:off x="3448117" y="3693650"/>
            <a:ext cx="2247900" cy="400200"/>
          </a:xfrm>
          <a:prstGeom prst="roundRect">
            <a:avLst>
              <a:gd name="adj" fmla="val 5000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000">
              <a:solidFill>
                <a:schemeClr val="dk2"/>
              </a:solidFill>
              <a:latin typeface="Nunito Sans SemiBold"/>
              <a:ea typeface="Nunito Sans SemiBold"/>
              <a:cs typeface="Nunito Sans SemiBold"/>
              <a:sym typeface="Nunito Sans SemiBold"/>
            </a:endParaRPr>
          </a:p>
        </p:txBody>
      </p:sp>
      <p:sp>
        <p:nvSpPr>
          <p:cNvPr id="1170" name="Google Shape;1170;p125"/>
          <p:cNvSpPr txBox="1">
            <a:spLocks noGrp="1"/>
          </p:cNvSpPr>
          <p:nvPr>
            <p:ph type="title"/>
          </p:nvPr>
        </p:nvSpPr>
        <p:spPr>
          <a:xfrm>
            <a:off x="1230200" y="1930281"/>
            <a:ext cx="6683700" cy="172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 you!</a:t>
            </a:r>
            <a:endParaRPr/>
          </a:p>
        </p:txBody>
      </p:sp>
      <p:sp>
        <p:nvSpPr>
          <p:cNvPr id="1171" name="Google Shape;1171;p125"/>
          <p:cNvSpPr txBox="1">
            <a:spLocks noGrp="1"/>
          </p:cNvSpPr>
          <p:nvPr>
            <p:ph type="subTitle" idx="1"/>
          </p:nvPr>
        </p:nvSpPr>
        <p:spPr>
          <a:xfrm>
            <a:off x="2398650" y="3667400"/>
            <a:ext cx="4346700" cy="45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Contact our team</a:t>
            </a:r>
            <a:endParaRPr/>
          </a:p>
        </p:txBody>
      </p:sp>
      <p:sp>
        <p:nvSpPr>
          <p:cNvPr id="1172" name="Google Shape;1172;p125"/>
          <p:cNvSpPr/>
          <p:nvPr/>
        </p:nvSpPr>
        <p:spPr>
          <a:xfrm>
            <a:off x="5282039" y="2736692"/>
            <a:ext cx="1182446" cy="37237"/>
          </a:xfrm>
          <a:custGeom>
            <a:avLst/>
            <a:gdLst/>
            <a:ahLst/>
            <a:cxnLst/>
            <a:rect l="l" t="t" r="r" b="b"/>
            <a:pathLst>
              <a:path w="57603" h="1814" extrusionOk="0">
                <a:moveTo>
                  <a:pt x="0" y="1814"/>
                </a:moveTo>
                <a:cubicBezTo>
                  <a:pt x="19211" y="1814"/>
                  <a:pt x="38392" y="0"/>
                  <a:pt x="57603" y="0"/>
                </a:cubicBezTo>
              </a:path>
            </a:pathLst>
          </a:custGeom>
          <a:noFill/>
          <a:ln w="19050" cap="flat" cmpd="sng">
            <a:solidFill>
              <a:schemeClr val="dk2"/>
            </a:solidFill>
            <a:prstDash val="solid"/>
            <a:round/>
            <a:headEnd type="none" w="med" len="med"/>
            <a:tailEnd type="none" w="med" len="med"/>
          </a:ln>
        </p:spPr>
        <p:txBody>
          <a:bodyPr/>
          <a:lstStyle/>
          <a:p>
            <a:endParaRPr lang="en-DE"/>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6"/>
        <p:cNvGrpSpPr/>
        <p:nvPr/>
      </p:nvGrpSpPr>
      <p:grpSpPr>
        <a:xfrm>
          <a:off x="0" y="0"/>
          <a:ext cx="0" cy="0"/>
          <a:chOff x="0" y="0"/>
          <a:chExt cx="0" cy="0"/>
        </a:xfrm>
      </p:grpSpPr>
      <p:sp>
        <p:nvSpPr>
          <p:cNvPr id="1177" name="Google Shape;1177;p126"/>
          <p:cNvSpPr txBox="1">
            <a:spLocks noGrp="1"/>
          </p:cNvSpPr>
          <p:nvPr>
            <p:ph type="title"/>
          </p:nvPr>
        </p:nvSpPr>
        <p:spPr>
          <a:xfrm>
            <a:off x="228600" y="256925"/>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Size of an Order:</a:t>
            </a:r>
            <a:endParaRPr/>
          </a:p>
          <a:p>
            <a:pPr marL="0" lvl="0" indent="0" algn="l" rtl="0">
              <a:spcBef>
                <a:spcPts val="0"/>
              </a:spcBef>
              <a:spcAft>
                <a:spcPts val="0"/>
              </a:spcAft>
              <a:buNone/>
            </a:pPr>
            <a:r>
              <a:rPr lang="en">
                <a:solidFill>
                  <a:srgbClr val="EA9999"/>
                </a:solidFill>
              </a:rPr>
              <a:t>doesn't matter</a:t>
            </a:r>
            <a:endParaRPr>
              <a:solidFill>
                <a:srgbClr val="EA9999"/>
              </a:solidFill>
            </a:endParaRPr>
          </a:p>
        </p:txBody>
      </p:sp>
      <p:pic>
        <p:nvPicPr>
          <p:cNvPr id="1178" name="Google Shape;1178;p126"/>
          <p:cNvPicPr preferRelativeResize="0"/>
          <p:nvPr/>
        </p:nvPicPr>
        <p:blipFill rotWithShape="1">
          <a:blip r:embed="rId3">
            <a:alphaModFix/>
          </a:blip>
          <a:srcRect b="50956"/>
          <a:stretch/>
        </p:blipFill>
        <p:spPr>
          <a:xfrm>
            <a:off x="228600" y="1303625"/>
            <a:ext cx="5925749" cy="1733750"/>
          </a:xfrm>
          <a:prstGeom prst="rect">
            <a:avLst/>
          </a:prstGeom>
          <a:noFill/>
          <a:ln>
            <a:noFill/>
          </a:ln>
        </p:spPr>
      </p:pic>
      <p:pic>
        <p:nvPicPr>
          <p:cNvPr id="1179" name="Google Shape;1179;p126"/>
          <p:cNvPicPr preferRelativeResize="0"/>
          <p:nvPr/>
        </p:nvPicPr>
        <p:blipFill rotWithShape="1">
          <a:blip r:embed="rId4">
            <a:alphaModFix/>
          </a:blip>
          <a:srcRect t="3362" r="66387" b="47123"/>
          <a:stretch/>
        </p:blipFill>
        <p:spPr>
          <a:xfrm>
            <a:off x="6484232" y="1303625"/>
            <a:ext cx="2143647" cy="1793750"/>
          </a:xfrm>
          <a:prstGeom prst="rect">
            <a:avLst/>
          </a:prstGeom>
          <a:noFill/>
          <a:ln>
            <a:noFill/>
          </a:ln>
        </p:spPr>
      </p:pic>
      <p:sp>
        <p:nvSpPr>
          <p:cNvPr id="1180" name="Google Shape;1180;p126"/>
          <p:cNvSpPr txBox="1"/>
          <p:nvPr/>
        </p:nvSpPr>
        <p:spPr>
          <a:xfrm>
            <a:off x="228600" y="3555250"/>
            <a:ext cx="6782400" cy="12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There are many small orders (below 10) and very few pretty big orders (probably, just outliers), and we wanted to check if the size of the order affects the warehouse processing time.</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b="1" dirty="0">
                <a:solidFill>
                  <a:srgbClr val="EA9999"/>
                </a:solidFill>
                <a:latin typeface="Nunito Sans"/>
                <a:ea typeface="Nunito Sans"/>
                <a:cs typeface="Nunito Sans"/>
                <a:sym typeface="Nunito Sans"/>
              </a:rPr>
              <a:t>Nope</a:t>
            </a:r>
            <a:r>
              <a:rPr lang="en" dirty="0">
                <a:solidFill>
                  <a:schemeClr val="dk1"/>
                </a:solidFill>
                <a:latin typeface="Nunito Sans"/>
                <a:ea typeface="Nunito Sans"/>
                <a:cs typeface="Nunito Sans"/>
                <a:sym typeface="Nunito Sans"/>
              </a:rPr>
              <a:t>! It doesn't really.</a:t>
            </a:r>
            <a:endParaRPr dirty="0">
              <a:solidFill>
                <a:schemeClr val="dk1"/>
              </a:solidFill>
              <a:latin typeface="Nunito Sans"/>
              <a:ea typeface="Nunito Sans"/>
              <a:cs typeface="Nunito Sans"/>
              <a:sym typeface="Nunito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84"/>
        <p:cNvGrpSpPr/>
        <p:nvPr/>
      </p:nvGrpSpPr>
      <p:grpSpPr>
        <a:xfrm>
          <a:off x="0" y="0"/>
          <a:ext cx="0" cy="0"/>
          <a:chOff x="0" y="0"/>
          <a:chExt cx="0" cy="0"/>
        </a:xfrm>
      </p:grpSpPr>
      <p:sp>
        <p:nvSpPr>
          <p:cNvPr id="1185" name="Google Shape;1185;p127"/>
          <p:cNvSpPr txBox="1">
            <a:spLocks noGrp="1"/>
          </p:cNvSpPr>
          <p:nvPr>
            <p:ph type="title"/>
          </p:nvPr>
        </p:nvSpPr>
        <p:spPr>
          <a:xfrm>
            <a:off x="228600" y="256925"/>
            <a:ext cx="5707200" cy="10467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
              <a:t>Do We Need More Truck Days?</a:t>
            </a:r>
            <a:endParaRPr/>
          </a:p>
          <a:p>
            <a:pPr marL="0" lvl="0" indent="0" algn="l" rtl="0">
              <a:spcBef>
                <a:spcPts val="0"/>
              </a:spcBef>
              <a:spcAft>
                <a:spcPts val="0"/>
              </a:spcAft>
              <a:buNone/>
            </a:pPr>
            <a:r>
              <a:rPr lang="en">
                <a:solidFill>
                  <a:schemeClr val="lt2"/>
                </a:solidFill>
              </a:rPr>
              <a:t>maybe</a:t>
            </a:r>
            <a:endParaRPr>
              <a:solidFill>
                <a:schemeClr val="lt2"/>
              </a:solidFill>
            </a:endParaRPr>
          </a:p>
        </p:txBody>
      </p:sp>
      <p:sp>
        <p:nvSpPr>
          <p:cNvPr id="1186" name="Google Shape;1186;p127"/>
          <p:cNvSpPr txBox="1"/>
          <p:nvPr/>
        </p:nvSpPr>
        <p:spPr>
          <a:xfrm>
            <a:off x="4784650" y="1456025"/>
            <a:ext cx="3732600" cy="327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latin typeface="Nunito Sans"/>
                <a:ea typeface="Nunito Sans"/>
                <a:cs typeface="Nunito Sans"/>
                <a:sym typeface="Nunito Sans"/>
              </a:rPr>
              <a:t>The most orders are being picked up on Monday (</a:t>
            </a:r>
            <a:r>
              <a:rPr lang="en" dirty="0">
                <a:solidFill>
                  <a:schemeClr val="lt2"/>
                </a:solidFill>
                <a:latin typeface="Nunito Sans"/>
                <a:ea typeface="Nunito Sans"/>
                <a:cs typeface="Nunito Sans"/>
                <a:sym typeface="Nunito Sans"/>
              </a:rPr>
              <a:t>45.6% of </a:t>
            </a:r>
            <a:r>
              <a:rPr lang="en" b="1" dirty="0">
                <a:solidFill>
                  <a:schemeClr val="lt2"/>
                </a:solidFill>
                <a:latin typeface="Nunito Sans"/>
                <a:ea typeface="Nunito Sans"/>
                <a:cs typeface="Nunito Sans"/>
                <a:sym typeface="Nunito Sans"/>
              </a:rPr>
              <a:t>all orders</a:t>
            </a:r>
            <a:r>
              <a:rPr lang="en" dirty="0">
                <a:solidFill>
                  <a:schemeClr val="dk1"/>
                </a:solidFill>
                <a:latin typeface="Nunito Sans"/>
                <a:ea typeface="Nunito Sans"/>
                <a:cs typeface="Nunito Sans"/>
                <a:sym typeface="Nunito Sans"/>
              </a:rPr>
              <a:t>). </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It would be nice either to process weekend orders on Sat or Sunday</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OR</a:t>
            </a: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endParaRPr dirty="0">
              <a:solidFill>
                <a:schemeClr val="dk1"/>
              </a:solidFill>
              <a:latin typeface="Nunito Sans"/>
              <a:ea typeface="Nunito Sans"/>
              <a:cs typeface="Nunito Sans"/>
              <a:sym typeface="Nunito Sans"/>
            </a:endParaRPr>
          </a:p>
          <a:p>
            <a:pPr marL="0" lvl="0" indent="0" algn="l" rtl="0">
              <a:spcBef>
                <a:spcPts val="0"/>
              </a:spcBef>
              <a:spcAft>
                <a:spcPts val="0"/>
              </a:spcAft>
              <a:buNone/>
            </a:pPr>
            <a:r>
              <a:rPr lang="en" dirty="0">
                <a:solidFill>
                  <a:schemeClr val="dk1"/>
                </a:solidFill>
                <a:latin typeface="Nunito Sans"/>
                <a:ea typeface="Nunito Sans"/>
                <a:cs typeface="Nunito Sans"/>
                <a:sym typeface="Nunito Sans"/>
              </a:rPr>
              <a:t>Have pick ups on Tuesday as well.</a:t>
            </a:r>
            <a:endParaRPr dirty="0">
              <a:solidFill>
                <a:schemeClr val="dk1"/>
              </a:solidFill>
              <a:latin typeface="Nunito Sans"/>
              <a:ea typeface="Nunito Sans"/>
              <a:cs typeface="Nunito Sans"/>
              <a:sym typeface="Nunito Sans"/>
            </a:endParaRPr>
          </a:p>
        </p:txBody>
      </p:sp>
      <p:pic>
        <p:nvPicPr>
          <p:cNvPr id="1187" name="Google Shape;1187;p127"/>
          <p:cNvPicPr preferRelativeResize="0"/>
          <p:nvPr/>
        </p:nvPicPr>
        <p:blipFill>
          <a:blip r:embed="rId3">
            <a:alphaModFix/>
          </a:blip>
          <a:stretch>
            <a:fillRect/>
          </a:stretch>
        </p:blipFill>
        <p:spPr>
          <a:xfrm>
            <a:off x="351750" y="1522478"/>
            <a:ext cx="4341075" cy="2974200"/>
          </a:xfrm>
          <a:prstGeom prst="rect">
            <a:avLst/>
          </a:prstGeom>
          <a:noFill/>
          <a:ln>
            <a:noFill/>
          </a:ln>
        </p:spPr>
      </p:pic>
    </p:spTree>
  </p:cSld>
  <p:clrMapOvr>
    <a:masterClrMapping/>
  </p:clrMapOvr>
</p:sld>
</file>

<file path=ppt/theme/theme1.xml><?xml version="1.0" encoding="utf-8"?>
<a:theme xmlns:a="http://schemas.openxmlformats.org/drawingml/2006/main" name="Market Research Review | Bento">
  <a:themeElements>
    <a:clrScheme name="Simple Light">
      <a:dk1>
        <a:srgbClr val="F0F0F0"/>
      </a:dk1>
      <a:lt1>
        <a:srgbClr val="3D3D3D"/>
      </a:lt1>
      <a:dk2>
        <a:srgbClr val="FFBDE9"/>
      </a:dk2>
      <a:lt2>
        <a:srgbClr val="FFFCFA"/>
      </a:lt2>
      <a:accent1>
        <a:srgbClr val="FE5418"/>
      </a:accent1>
      <a:accent2>
        <a:srgbClr val="5237E6"/>
      </a:accent2>
      <a:accent3>
        <a:srgbClr val="7DDA92"/>
      </a:accent3>
      <a:accent4>
        <a:srgbClr val="B8A7FF"/>
      </a:accent4>
      <a:accent5>
        <a:srgbClr val="039366"/>
      </a:accent5>
      <a:accent6>
        <a:srgbClr val="E992D5"/>
      </a:accent6>
      <a:hlink>
        <a:srgbClr val="E1E5E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2159</Words>
  <Application>Microsoft Macintosh PowerPoint</Application>
  <PresentationFormat>On-screen Show (16:9)</PresentationFormat>
  <Paragraphs>463</Paragraphs>
  <Slides>34</Slides>
  <Notes>34</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34</vt:i4>
      </vt:variant>
    </vt:vector>
  </HeadingPairs>
  <TitlesOfParts>
    <vt:vector size="48" baseType="lpstr">
      <vt:lpstr>Outfit</vt:lpstr>
      <vt:lpstr>Instrument Sans</vt:lpstr>
      <vt:lpstr>Arial</vt:lpstr>
      <vt:lpstr>Poppins Medium</vt:lpstr>
      <vt:lpstr>Poppins SemiBold</vt:lpstr>
      <vt:lpstr>Poppins</vt:lpstr>
      <vt:lpstr>Nunito Sans</vt:lpstr>
      <vt:lpstr>Instrument Sans Medium</vt:lpstr>
      <vt:lpstr>Courier New</vt:lpstr>
      <vt:lpstr>Outfit SemiBold</vt:lpstr>
      <vt:lpstr>Instrument Sans SemiBold</vt:lpstr>
      <vt:lpstr>Nunito Sans SemiBold</vt:lpstr>
      <vt:lpstr>Market Research Review | Bento</vt:lpstr>
      <vt:lpstr>Marketing Plan Presentation [Style 1]</vt:lpstr>
      <vt:lpstr>Muesli Delivery EDA</vt:lpstr>
      <vt:lpstr>Agenda</vt:lpstr>
      <vt:lpstr>01 Data Overview and Cleaning</vt:lpstr>
      <vt:lpstr>01 Data Overview &amp; Cleaning</vt:lpstr>
      <vt:lpstr>02 Delivery Process: Flow &amp; Steps</vt:lpstr>
      <vt:lpstr>Order &gt;&gt;&gt; Warehouse &gt;&gt;&gt; PickUp &gt;&gt;&gt;</vt:lpstr>
      <vt:lpstr>You Order Is on the Way &gt;&gt;&gt; Delivery!</vt:lpstr>
      <vt:lpstr>Our Approach:  Calendar Days vs.  Business Days</vt:lpstr>
      <vt:lpstr>04 Main KPIs Explained</vt:lpstr>
      <vt:lpstr>04 Warehouse Processing Time</vt:lpstr>
      <vt:lpstr>04 Warehouse Processing Time</vt:lpstr>
      <vt:lpstr>04 Warehouse Processing Time by shipment mode</vt:lpstr>
      <vt:lpstr>04 Waiting for Truck</vt:lpstr>
      <vt:lpstr>04 Waiting for Truck Time</vt:lpstr>
      <vt:lpstr>04 Waiting for Truck Time by shipment mode</vt:lpstr>
      <vt:lpstr>04 Full Warehouse Time</vt:lpstr>
      <vt:lpstr>04 Full Warehouse Time: warehouse vs. truck company</vt:lpstr>
      <vt:lpstr>04 Delivery (Transportation) Time</vt:lpstr>
      <vt:lpstr>04 Delivery (Transportation) time</vt:lpstr>
      <vt:lpstr>04 Total Delivery Time</vt:lpstr>
      <vt:lpstr>04 Total Delivery Time: by region</vt:lpstr>
      <vt:lpstr>04 Total Delivery Time: by shipment mode*</vt:lpstr>
      <vt:lpstr>04 KPIs summary</vt:lpstr>
      <vt:lpstr>05 Diagnostic analytics - Where are the problems?</vt:lpstr>
      <vt:lpstr>05 Diagnostic analytics - Where are the problems?</vt:lpstr>
      <vt:lpstr>05 Diagnostic analytics - Where are the problems?</vt:lpstr>
      <vt:lpstr>05 Diagnostic analytics - Where are the problems?</vt:lpstr>
      <vt:lpstr>05 Diagnostic analytics - Where are the problems?</vt:lpstr>
      <vt:lpstr>CONCLUSIONS: Scenario 1</vt:lpstr>
      <vt:lpstr>CONCLUSIONS: Scenario 2</vt:lpstr>
      <vt:lpstr>RECOMMENDATIONS</vt:lpstr>
      <vt:lpstr>Thank you!</vt:lpstr>
      <vt:lpstr>Size of an Order: doesn't matter</vt:lpstr>
      <vt:lpstr>Do We Need More Truck Days? maybe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Daria Skibo</cp:lastModifiedBy>
  <cp:revision>2</cp:revision>
  <dcterms:modified xsi:type="dcterms:W3CDTF">2026-10-28T17:20:41Z</dcterms:modified>
</cp:coreProperties>
</file>