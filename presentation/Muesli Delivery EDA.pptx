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49.xml"/>
  <Override ContentType="application/vnd.openxmlformats-officedocument.presentationml.slideLayout+xml" PartName="/ppt/slideLayouts/slideLayout7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83.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82.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39" r:id="rId5"/>
    <p:sldMasterId id="2147483740"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y="5143500" cx="9144000"/>
  <p:notesSz cx="6858000" cy="9144000"/>
  <p:embeddedFontLst>
    <p:embeddedFont>
      <p:font typeface="Poppins"/>
      <p:regular r:id="rId42"/>
      <p:bold r:id="rId43"/>
      <p:italic r:id="rId44"/>
      <p:boldItalic r:id="rId45"/>
    </p:embeddedFont>
    <p:embeddedFont>
      <p:font typeface="Instrument Sans Medium"/>
      <p:regular r:id="rId46"/>
      <p:bold r:id="rId47"/>
      <p:italic r:id="rId48"/>
      <p:boldItalic r:id="rId49"/>
    </p:embeddedFont>
    <p:embeddedFont>
      <p:font typeface="Instrument Sans SemiBold"/>
      <p:regular r:id="rId50"/>
      <p:bold r:id="rId51"/>
      <p:italic r:id="rId52"/>
      <p:boldItalic r:id="rId53"/>
    </p:embeddedFont>
    <p:embeddedFont>
      <p:font typeface="Outfit"/>
      <p:regular r:id="rId54"/>
      <p:bold r:id="rId55"/>
    </p:embeddedFont>
    <p:embeddedFont>
      <p:font typeface="Instrument Sans"/>
      <p:regular r:id="rId56"/>
      <p:bold r:id="rId57"/>
      <p:italic r:id="rId58"/>
      <p:boldItalic r:id="rId59"/>
    </p:embeddedFont>
    <p:embeddedFont>
      <p:font typeface="Poppins Medium"/>
      <p:regular r:id="rId60"/>
      <p:bold r:id="rId61"/>
      <p:italic r:id="rId62"/>
      <p:boldItalic r:id="rId63"/>
    </p:embeddedFont>
    <p:embeddedFont>
      <p:font typeface="Outfit SemiBold"/>
      <p:regular r:id="rId64"/>
      <p:bold r:id="rId65"/>
    </p:embeddedFont>
    <p:embeddedFont>
      <p:font typeface="Nunito Sans SemiBold"/>
      <p:regular r:id="rId66"/>
      <p:bold r:id="rId67"/>
      <p:italic r:id="rId68"/>
      <p:boldItalic r:id="rId69"/>
    </p:embeddedFont>
    <p:embeddedFont>
      <p:font typeface="Poppins SemiBold"/>
      <p:regular r:id="rId70"/>
      <p:bold r:id="rId71"/>
      <p:italic r:id="rId72"/>
      <p:boldItalic r:id="rId73"/>
    </p:embeddedFont>
    <p:embeddedFont>
      <p:font typeface="Nunito Sans"/>
      <p:regular r:id="rId74"/>
      <p:bold r:id="rId75"/>
      <p:italic r:id="rId76"/>
      <p:boldItalic r:id="rId7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9A93264-B889-4CC9-B6D9-3ED02D0A5889}">
  <a:tblStyle styleId="{E9A93264-B889-4CC9-B6D9-3ED02D0A588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font" Target="fonts/Poppins-regular.fntdata"/><Relationship Id="rId41" Type="http://schemas.openxmlformats.org/officeDocument/2006/relationships/slide" Target="slides/slide34.xml"/><Relationship Id="rId44" Type="http://schemas.openxmlformats.org/officeDocument/2006/relationships/font" Target="fonts/Poppins-italic.fntdata"/><Relationship Id="rId43" Type="http://schemas.openxmlformats.org/officeDocument/2006/relationships/font" Target="fonts/Poppins-bold.fntdata"/><Relationship Id="rId46" Type="http://schemas.openxmlformats.org/officeDocument/2006/relationships/font" Target="fonts/InstrumentSansMedium-regular.fntdata"/><Relationship Id="rId45" Type="http://schemas.openxmlformats.org/officeDocument/2006/relationships/font" Target="fonts/Poppins-boldItalic.fntdata"/><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font" Target="fonts/InstrumentSansMedium-italic.fntdata"/><Relationship Id="rId47" Type="http://schemas.openxmlformats.org/officeDocument/2006/relationships/font" Target="fonts/InstrumentSansMedium-bold.fntdata"/><Relationship Id="rId49" Type="http://schemas.openxmlformats.org/officeDocument/2006/relationships/font" Target="fonts/InstrumentSansMedium-boldItalic.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font" Target="fonts/PoppinsSemiBold-boldItalic.fntdata"/><Relationship Id="rId72" Type="http://schemas.openxmlformats.org/officeDocument/2006/relationships/font" Target="fonts/PoppinsSemiBold-italic.fntdata"/><Relationship Id="rId31" Type="http://schemas.openxmlformats.org/officeDocument/2006/relationships/slide" Target="slides/slide24.xml"/><Relationship Id="rId75" Type="http://schemas.openxmlformats.org/officeDocument/2006/relationships/font" Target="fonts/NunitoSans-bold.fntdata"/><Relationship Id="rId30" Type="http://schemas.openxmlformats.org/officeDocument/2006/relationships/slide" Target="slides/slide23.xml"/><Relationship Id="rId74" Type="http://schemas.openxmlformats.org/officeDocument/2006/relationships/font" Target="fonts/NunitoSans-regular.fntdata"/><Relationship Id="rId33" Type="http://schemas.openxmlformats.org/officeDocument/2006/relationships/slide" Target="slides/slide26.xml"/><Relationship Id="rId77" Type="http://schemas.openxmlformats.org/officeDocument/2006/relationships/font" Target="fonts/NunitoSans-boldItalic.fntdata"/><Relationship Id="rId32" Type="http://schemas.openxmlformats.org/officeDocument/2006/relationships/slide" Target="slides/slide25.xml"/><Relationship Id="rId76" Type="http://schemas.openxmlformats.org/officeDocument/2006/relationships/font" Target="fonts/NunitoSans-italic.fntdata"/><Relationship Id="rId35" Type="http://schemas.openxmlformats.org/officeDocument/2006/relationships/slide" Target="slides/slide28.xml"/><Relationship Id="rId34" Type="http://schemas.openxmlformats.org/officeDocument/2006/relationships/slide" Target="slides/slide27.xml"/><Relationship Id="rId71" Type="http://schemas.openxmlformats.org/officeDocument/2006/relationships/font" Target="fonts/PoppinsSemiBold-bold.fntdata"/><Relationship Id="rId70" Type="http://schemas.openxmlformats.org/officeDocument/2006/relationships/font" Target="fonts/PoppinsSemiBold-regular.fntdata"/><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font" Target="fonts/PoppinsMedium-italic.fntdata"/><Relationship Id="rId61" Type="http://schemas.openxmlformats.org/officeDocument/2006/relationships/font" Target="fonts/PoppinsMedium-bold.fntdata"/><Relationship Id="rId20" Type="http://schemas.openxmlformats.org/officeDocument/2006/relationships/slide" Target="slides/slide13.xml"/><Relationship Id="rId64" Type="http://schemas.openxmlformats.org/officeDocument/2006/relationships/font" Target="fonts/OutfitSemiBold-regular.fntdata"/><Relationship Id="rId63" Type="http://schemas.openxmlformats.org/officeDocument/2006/relationships/font" Target="fonts/PoppinsMedium-boldItalic.fntdata"/><Relationship Id="rId22" Type="http://schemas.openxmlformats.org/officeDocument/2006/relationships/slide" Target="slides/slide15.xml"/><Relationship Id="rId66" Type="http://schemas.openxmlformats.org/officeDocument/2006/relationships/font" Target="fonts/NunitoSansSemiBold-regular.fntdata"/><Relationship Id="rId21" Type="http://schemas.openxmlformats.org/officeDocument/2006/relationships/slide" Target="slides/slide14.xml"/><Relationship Id="rId65" Type="http://schemas.openxmlformats.org/officeDocument/2006/relationships/font" Target="fonts/OutfitSemiBold-bold.fntdata"/><Relationship Id="rId24" Type="http://schemas.openxmlformats.org/officeDocument/2006/relationships/slide" Target="slides/slide17.xml"/><Relationship Id="rId68" Type="http://schemas.openxmlformats.org/officeDocument/2006/relationships/font" Target="fonts/NunitoSansSemiBold-italic.fntdata"/><Relationship Id="rId23" Type="http://schemas.openxmlformats.org/officeDocument/2006/relationships/slide" Target="slides/slide16.xml"/><Relationship Id="rId67" Type="http://schemas.openxmlformats.org/officeDocument/2006/relationships/font" Target="fonts/NunitoSansSemiBold-bold.fntdata"/><Relationship Id="rId60" Type="http://schemas.openxmlformats.org/officeDocument/2006/relationships/font" Target="fonts/PoppinsMedium-regular.fntdata"/><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font" Target="fonts/NunitoSansSemiBold-boldItalic.fntdata"/><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font" Target="fonts/InstrumentSansSemiBold-bold.fntdata"/><Relationship Id="rId50" Type="http://schemas.openxmlformats.org/officeDocument/2006/relationships/font" Target="fonts/InstrumentSansSemiBold-regular.fntdata"/><Relationship Id="rId53" Type="http://schemas.openxmlformats.org/officeDocument/2006/relationships/font" Target="fonts/InstrumentSansSemiBold-boldItalic.fntdata"/><Relationship Id="rId52" Type="http://schemas.openxmlformats.org/officeDocument/2006/relationships/font" Target="fonts/InstrumentSansSemiBold-italic.fntdata"/><Relationship Id="rId11" Type="http://schemas.openxmlformats.org/officeDocument/2006/relationships/slide" Target="slides/slide4.xml"/><Relationship Id="rId55" Type="http://schemas.openxmlformats.org/officeDocument/2006/relationships/font" Target="fonts/Outfit-bold.fntdata"/><Relationship Id="rId10" Type="http://schemas.openxmlformats.org/officeDocument/2006/relationships/slide" Target="slides/slide3.xml"/><Relationship Id="rId54" Type="http://schemas.openxmlformats.org/officeDocument/2006/relationships/font" Target="fonts/Outfit-regular.fntdata"/><Relationship Id="rId13" Type="http://schemas.openxmlformats.org/officeDocument/2006/relationships/slide" Target="slides/slide6.xml"/><Relationship Id="rId57" Type="http://schemas.openxmlformats.org/officeDocument/2006/relationships/font" Target="fonts/InstrumentSans-bold.fntdata"/><Relationship Id="rId12" Type="http://schemas.openxmlformats.org/officeDocument/2006/relationships/slide" Target="slides/slide5.xml"/><Relationship Id="rId56" Type="http://schemas.openxmlformats.org/officeDocument/2006/relationships/font" Target="fonts/InstrumentSans-regular.fntdata"/><Relationship Id="rId15" Type="http://schemas.openxmlformats.org/officeDocument/2006/relationships/slide" Target="slides/slide8.xml"/><Relationship Id="rId59" Type="http://schemas.openxmlformats.org/officeDocument/2006/relationships/font" Target="fonts/InstrumentSans-boldItalic.fntdata"/><Relationship Id="rId14" Type="http://schemas.openxmlformats.org/officeDocument/2006/relationships/slide" Target="slides/slide7.xml"/><Relationship Id="rId58" Type="http://schemas.openxmlformats.org/officeDocument/2006/relationships/font" Target="fonts/InstrumentSans-italic.fntdata"/><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g3d04a3d2547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g3d04a3d2547_0_4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2" name="Shape 842"/>
        <p:cNvGrpSpPr/>
        <p:nvPr/>
      </p:nvGrpSpPr>
      <p:grpSpPr>
        <a:xfrm>
          <a:off x="0" y="0"/>
          <a:ext cx="0" cy="0"/>
          <a:chOff x="0" y="0"/>
          <a:chExt cx="0" cy="0"/>
        </a:xfrm>
      </p:grpSpPr>
      <p:sp>
        <p:nvSpPr>
          <p:cNvPr id="843" name="Google Shape;843;g3d04a3d2547_0_8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4" name="Google Shape;844;g3d04a3d2547_0_8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g3d04a3d2547_0_9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3" name="Google Shape;873;g3d04a3d2547_0_9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g3d04a3d2547_0_9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4" name="Google Shape;894;g3d04a3d2547_0_9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1" name="Shape 901"/>
        <p:cNvGrpSpPr/>
        <p:nvPr/>
      </p:nvGrpSpPr>
      <p:grpSpPr>
        <a:xfrm>
          <a:off x="0" y="0"/>
          <a:ext cx="0" cy="0"/>
          <a:chOff x="0" y="0"/>
          <a:chExt cx="0" cy="0"/>
        </a:xfrm>
      </p:grpSpPr>
      <p:sp>
        <p:nvSpPr>
          <p:cNvPr id="902" name="Google Shape;902;g3d04a3d2547_0_10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3" name="Google Shape;903;g3d04a3d2547_0_10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6" name="Shape 936"/>
        <p:cNvGrpSpPr/>
        <p:nvPr/>
      </p:nvGrpSpPr>
      <p:grpSpPr>
        <a:xfrm>
          <a:off x="0" y="0"/>
          <a:ext cx="0" cy="0"/>
          <a:chOff x="0" y="0"/>
          <a:chExt cx="0" cy="0"/>
        </a:xfrm>
      </p:grpSpPr>
      <p:sp>
        <p:nvSpPr>
          <p:cNvPr id="937" name="Google Shape;937;g3d04a3d2547_0_1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8" name="Google Shape;938;g3d04a3d2547_0_1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3d04a3d2547_0_1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3d04a3d2547_0_11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g3d04a3d2547_0_10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0" name="Google Shape;950;g3d04a3d2547_0_10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d04a3d2547_0_10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d04a3d2547_0_10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g3d04a3d2547_0_10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2" name="Google Shape;972;g3d04a3d2547_0_10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3d04a3d2547_0_1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3d04a3d2547_0_1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Even the optimistic scenario (business days only) does not support the warehouse claim about 2 processing days.</a:t>
            </a:r>
            <a:endParaRPr>
              <a:solidFill>
                <a:schemeClr val="dk1"/>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7" name="Shape 987"/>
        <p:cNvGrpSpPr/>
        <p:nvPr/>
      </p:nvGrpSpPr>
      <p:grpSpPr>
        <a:xfrm>
          <a:off x="0" y="0"/>
          <a:ext cx="0" cy="0"/>
          <a:chOff x="0" y="0"/>
          <a:chExt cx="0" cy="0"/>
        </a:xfrm>
      </p:grpSpPr>
      <p:sp>
        <p:nvSpPr>
          <p:cNvPr id="988" name="Google Shape;988;g3d04a3d2547_0_11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9" name="Google Shape;989;g3d04a3d2547_0_1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Even the optimistic scenario (business days only) does not support the warehouse claim about 2 processing days.</a:t>
            </a: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5" name="Shape 995"/>
        <p:cNvGrpSpPr/>
        <p:nvPr/>
      </p:nvGrpSpPr>
      <p:grpSpPr>
        <a:xfrm>
          <a:off x="0" y="0"/>
          <a:ext cx="0" cy="0"/>
          <a:chOff x="0" y="0"/>
          <a:chExt cx="0" cy="0"/>
        </a:xfrm>
      </p:grpSpPr>
      <p:sp>
        <p:nvSpPr>
          <p:cNvPr id="996" name="Google Shape;996;g3d04a3d2547_0_10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7" name="Google Shape;997;g3d04a3d2547_0_10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g3d04a3d2547_0_12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5" name="Google Shape;1005;g3d04a3d2547_0_12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2" name="Shape 1012"/>
        <p:cNvGrpSpPr/>
        <p:nvPr/>
      </p:nvGrpSpPr>
      <p:grpSpPr>
        <a:xfrm>
          <a:off x="0" y="0"/>
          <a:ext cx="0" cy="0"/>
          <a:chOff x="0" y="0"/>
          <a:chExt cx="0" cy="0"/>
        </a:xfrm>
      </p:grpSpPr>
      <p:sp>
        <p:nvSpPr>
          <p:cNvPr id="1013" name="Google Shape;1013;g3d04a3d2547_0_12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4" name="Google Shape;1014;g3d04a3d2547_0_12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3d04a3d2547_0_1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2" name="Google Shape;1022;g3d04a3d2547_0_1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g3d04a3d2547_0_12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0" name="Google Shape;1030;g3d04a3d2547_0_12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3d04a3d2547_0_10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3d04a3d2547_0_10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g3d04a3d2547_0_12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7" name="Google Shape;1047;g3d04a3d2547_0_12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g3d04a3d2547_0_1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6" name="Google Shape;1056;g3d04a3d2547_0_1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Calendar:</a:t>
            </a:r>
            <a:endParaRPr sz="900">
              <a:solidFill>
                <a:schemeClr val="dk1"/>
              </a:solidFill>
              <a:latin typeface="Courier New"/>
              <a:ea typeface="Courier New"/>
              <a:cs typeface="Courier New"/>
              <a:sym typeface="Courier New"/>
            </a:endParaRPr>
          </a:p>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count    333.000000</a:t>
            </a:r>
            <a:endParaRPr sz="900">
              <a:solidFill>
                <a:schemeClr val="dk1"/>
              </a:solidFill>
              <a:latin typeface="Courier New"/>
              <a:ea typeface="Courier New"/>
              <a:cs typeface="Courier New"/>
              <a:sym typeface="Courier New"/>
            </a:endParaRPr>
          </a:p>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mean      10.834835</a:t>
            </a:r>
            <a:endParaRPr sz="900">
              <a:solidFill>
                <a:schemeClr val="dk1"/>
              </a:solidFill>
              <a:latin typeface="Courier New"/>
              <a:ea typeface="Courier New"/>
              <a:cs typeface="Courier New"/>
              <a:sym typeface="Courier New"/>
            </a:endParaRPr>
          </a:p>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std        2.862257</a:t>
            </a:r>
            <a:endParaRPr sz="900">
              <a:solidFill>
                <a:schemeClr val="dk1"/>
              </a:solidFill>
              <a:latin typeface="Courier New"/>
              <a:ea typeface="Courier New"/>
              <a:cs typeface="Courier New"/>
              <a:sym typeface="Courier New"/>
            </a:endParaRPr>
          </a:p>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min        3.000000</a:t>
            </a:r>
            <a:endParaRPr sz="900">
              <a:solidFill>
                <a:schemeClr val="dk1"/>
              </a:solidFill>
              <a:latin typeface="Courier New"/>
              <a:ea typeface="Courier New"/>
              <a:cs typeface="Courier New"/>
              <a:sym typeface="Courier New"/>
            </a:endParaRPr>
          </a:p>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25%        9.000000</a:t>
            </a:r>
            <a:endParaRPr sz="900">
              <a:solidFill>
                <a:schemeClr val="dk1"/>
              </a:solidFill>
              <a:latin typeface="Courier New"/>
              <a:ea typeface="Courier New"/>
              <a:cs typeface="Courier New"/>
              <a:sym typeface="Courier New"/>
            </a:endParaRPr>
          </a:p>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50%       11.000000</a:t>
            </a:r>
            <a:endParaRPr sz="900">
              <a:solidFill>
                <a:schemeClr val="dk1"/>
              </a:solidFill>
              <a:latin typeface="Courier New"/>
              <a:ea typeface="Courier New"/>
              <a:cs typeface="Courier New"/>
              <a:sym typeface="Courier New"/>
            </a:endParaRPr>
          </a:p>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75%       13.000000</a:t>
            </a:r>
            <a:endParaRPr sz="900">
              <a:solidFill>
                <a:schemeClr val="dk1"/>
              </a:solidFill>
              <a:latin typeface="Courier New"/>
              <a:ea typeface="Courier New"/>
              <a:cs typeface="Courier New"/>
              <a:sym typeface="Courier New"/>
            </a:endParaRPr>
          </a:p>
          <a:p>
            <a:pPr indent="0" lvl="0" marL="0" rtl="0" algn="l">
              <a:spcBef>
                <a:spcPts val="0"/>
              </a:spcBef>
              <a:spcAft>
                <a:spcPts val="0"/>
              </a:spcAft>
              <a:buClr>
                <a:schemeClr val="dk1"/>
              </a:buClr>
              <a:buSzPts val="1100"/>
              <a:buFont typeface="Arial"/>
              <a:buNone/>
            </a:pPr>
            <a:r>
              <a:rPr lang="en" sz="900">
                <a:solidFill>
                  <a:schemeClr val="dk1"/>
                </a:solidFill>
                <a:latin typeface="Courier New"/>
                <a:ea typeface="Courier New"/>
                <a:cs typeface="Courier New"/>
                <a:sym typeface="Courier New"/>
              </a:rPr>
              <a:t>max       17.000000</a:t>
            </a:r>
            <a:endParaRPr sz="900">
              <a:solidFill>
                <a:schemeClr val="dk1"/>
              </a:solidFill>
              <a:latin typeface="Courier New"/>
              <a:ea typeface="Courier New"/>
              <a:cs typeface="Courier New"/>
              <a:sym typeface="Courier New"/>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g3d04a3d2547_0_1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5" name="Google Shape;1065;g3d04a3d2547_0_1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d04a3d2547_0_1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4" name="Google Shape;1074;g3d04a3d2547_0_1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3d04ba8c98a_1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3d04ba8c98a_1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1" name="Shape 1091"/>
        <p:cNvGrpSpPr/>
        <p:nvPr/>
      </p:nvGrpSpPr>
      <p:grpSpPr>
        <a:xfrm>
          <a:off x="0" y="0"/>
          <a:ext cx="0" cy="0"/>
          <a:chOff x="0" y="0"/>
          <a:chExt cx="0" cy="0"/>
        </a:xfrm>
      </p:grpSpPr>
      <p:sp>
        <p:nvSpPr>
          <p:cNvPr id="1092" name="Google Shape;1092;g3d04ba8c98a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3" name="Google Shape;1093;g3d04ba8c98a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1" name="Shape 1101"/>
        <p:cNvGrpSpPr/>
        <p:nvPr/>
      </p:nvGrpSpPr>
      <p:grpSpPr>
        <a:xfrm>
          <a:off x="0" y="0"/>
          <a:ext cx="0" cy="0"/>
          <a:chOff x="0" y="0"/>
          <a:chExt cx="0" cy="0"/>
        </a:xfrm>
      </p:grpSpPr>
      <p:sp>
        <p:nvSpPr>
          <p:cNvPr id="1102" name="Google Shape;1102;g3d04ba8c98a_3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3" name="Google Shape;1103;g3d04ba8c98a_3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8" name="Shape 1108"/>
        <p:cNvGrpSpPr/>
        <p:nvPr/>
      </p:nvGrpSpPr>
      <p:grpSpPr>
        <a:xfrm>
          <a:off x="0" y="0"/>
          <a:ext cx="0" cy="0"/>
          <a:chOff x="0" y="0"/>
          <a:chExt cx="0" cy="0"/>
        </a:xfrm>
      </p:grpSpPr>
      <p:sp>
        <p:nvSpPr>
          <p:cNvPr id="1109" name="Google Shape;1109;g3d04ba8c98a_3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0" name="Google Shape;1110;g3d04ba8c98a_3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04a3d2547_0_12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7" name="Google Shape;1117;g3d04a3d2547_0_12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4" name="Shape 1124"/>
        <p:cNvGrpSpPr/>
        <p:nvPr/>
      </p:nvGrpSpPr>
      <p:grpSpPr>
        <a:xfrm>
          <a:off x="0" y="0"/>
          <a:ext cx="0" cy="0"/>
          <a:chOff x="0" y="0"/>
          <a:chExt cx="0" cy="0"/>
        </a:xfrm>
      </p:grpSpPr>
      <p:sp>
        <p:nvSpPr>
          <p:cNvPr id="1125" name="Google Shape;1125;g3d04ba8c98a_3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6" name="Google Shape;1126;g3d04ba8c98a_3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3d04a3d2547_0_12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3d04a3d2547_0_12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g3d04a3d2547_0_13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6" name="Google Shape;1146;g3d04a3d2547_0_13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4" name="Shape 1154"/>
        <p:cNvGrpSpPr/>
        <p:nvPr/>
      </p:nvGrpSpPr>
      <p:grpSpPr>
        <a:xfrm>
          <a:off x="0" y="0"/>
          <a:ext cx="0" cy="0"/>
          <a:chOff x="0" y="0"/>
          <a:chExt cx="0" cy="0"/>
        </a:xfrm>
      </p:grpSpPr>
      <p:sp>
        <p:nvSpPr>
          <p:cNvPr id="1155" name="Google Shape;1155;g3d04ba8c98a_3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6" name="Google Shape;1156;g3d04ba8c98a_3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5" name="Shape 1165"/>
        <p:cNvGrpSpPr/>
        <p:nvPr/>
      </p:nvGrpSpPr>
      <p:grpSpPr>
        <a:xfrm>
          <a:off x="0" y="0"/>
          <a:ext cx="0" cy="0"/>
          <a:chOff x="0" y="0"/>
          <a:chExt cx="0" cy="0"/>
        </a:xfrm>
      </p:grpSpPr>
      <p:sp>
        <p:nvSpPr>
          <p:cNvPr id="1166" name="Google Shape;1166;g3d04a3d2547_0_13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7" name="Google Shape;1167;g3d04a3d2547_0_13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3" name="Shape 1173"/>
        <p:cNvGrpSpPr/>
        <p:nvPr/>
      </p:nvGrpSpPr>
      <p:grpSpPr>
        <a:xfrm>
          <a:off x="0" y="0"/>
          <a:ext cx="0" cy="0"/>
          <a:chOff x="0" y="0"/>
          <a:chExt cx="0" cy="0"/>
        </a:xfrm>
      </p:grpSpPr>
      <p:sp>
        <p:nvSpPr>
          <p:cNvPr id="1174" name="Google Shape;1174;g3d04a3d2547_0_12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5" name="Google Shape;1175;g3d04a3d2547_0_12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d04a3d2547_0_12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d04a3d2547_0_12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BLANK_3">
    <p:spTree>
      <p:nvGrpSpPr>
        <p:cNvPr id="8" name="Shape 8"/>
        <p:cNvGrpSpPr/>
        <p:nvPr/>
      </p:nvGrpSpPr>
      <p:grpSpPr>
        <a:xfrm>
          <a:off x="0" y="0"/>
          <a:ext cx="0" cy="0"/>
          <a:chOff x="0" y="0"/>
          <a:chExt cx="0" cy="0"/>
        </a:xfrm>
      </p:grpSpPr>
      <p:sp>
        <p:nvSpPr>
          <p:cNvPr id="9" name="Google Shape;9;p2"/>
          <p:cNvSpPr/>
          <p:nvPr/>
        </p:nvSpPr>
        <p:spPr>
          <a:xfrm flipH="1">
            <a:off x="575775" y="282900"/>
            <a:ext cx="6489000" cy="4574400"/>
          </a:xfrm>
          <a:prstGeom prst="round2DiagRect">
            <a:avLst>
              <a:gd fmla="val 6071"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
        <p:nvSpPr>
          <p:cNvPr id="10" name="Google Shape;10;p2"/>
          <p:cNvSpPr/>
          <p:nvPr/>
        </p:nvSpPr>
        <p:spPr>
          <a:xfrm rot="5400000">
            <a:off x="7817600" y="-468900"/>
            <a:ext cx="291000" cy="1794600"/>
          </a:xfrm>
          <a:prstGeom prst="roundRect">
            <a:avLst>
              <a:gd fmla="val 50000" name="adj"/>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
        <p:nvSpPr>
          <p:cNvPr id="11" name="Google Shape;11;p2"/>
          <p:cNvSpPr/>
          <p:nvPr/>
        </p:nvSpPr>
        <p:spPr>
          <a:xfrm>
            <a:off x="284775" y="282900"/>
            <a:ext cx="291000" cy="4574400"/>
          </a:xfrm>
          <a:prstGeom prst="roundRect">
            <a:avLst>
              <a:gd fmla="val 50000" name="adj"/>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
        <p:nvSpPr>
          <p:cNvPr id="12" name="Google Shape;12;p2"/>
          <p:cNvSpPr txBox="1"/>
          <p:nvPr>
            <p:ph idx="1" type="subTitle"/>
          </p:nvPr>
        </p:nvSpPr>
        <p:spPr>
          <a:xfrm>
            <a:off x="1008000" y="4285050"/>
            <a:ext cx="1573800" cy="333300"/>
          </a:xfrm>
          <a:prstGeom prst="rect">
            <a:avLst/>
          </a:prstGeom>
        </p:spPr>
        <p:txBody>
          <a:bodyPr anchorCtr="0" anchor="b" bIns="0" lIns="0" spcFirstLastPara="1" rIns="0" wrap="square" tIns="0">
            <a:noAutofit/>
          </a:bodyPr>
          <a:lstStyle>
            <a:lvl1pPr lvl="0">
              <a:spcBef>
                <a:spcPts val="0"/>
              </a:spcBef>
              <a:spcAft>
                <a:spcPts val="0"/>
              </a:spcAft>
              <a:buSzPts val="800"/>
              <a:buFont typeface="Outfit"/>
              <a:buNone/>
              <a:defRPr sz="800">
                <a:latin typeface="Outfit"/>
                <a:ea typeface="Outfit"/>
                <a:cs typeface="Outfit"/>
                <a:sym typeface="Outfit"/>
              </a:defRPr>
            </a:lvl1pPr>
            <a:lvl2pPr lvl="1">
              <a:spcBef>
                <a:spcPts val="0"/>
              </a:spcBef>
              <a:spcAft>
                <a:spcPts val="0"/>
              </a:spcAft>
              <a:buSzPts val="800"/>
              <a:buFont typeface="Outfit"/>
              <a:buNone/>
              <a:defRPr sz="800">
                <a:latin typeface="Outfit"/>
                <a:ea typeface="Outfit"/>
                <a:cs typeface="Outfit"/>
                <a:sym typeface="Outfit"/>
              </a:defRPr>
            </a:lvl2pPr>
            <a:lvl3pPr lvl="2">
              <a:spcBef>
                <a:spcPts val="0"/>
              </a:spcBef>
              <a:spcAft>
                <a:spcPts val="0"/>
              </a:spcAft>
              <a:buSzPts val="800"/>
              <a:buFont typeface="Outfit"/>
              <a:buNone/>
              <a:defRPr sz="800">
                <a:latin typeface="Outfit"/>
                <a:ea typeface="Outfit"/>
                <a:cs typeface="Outfit"/>
                <a:sym typeface="Outfit"/>
              </a:defRPr>
            </a:lvl3pPr>
            <a:lvl4pPr lvl="3">
              <a:spcBef>
                <a:spcPts val="0"/>
              </a:spcBef>
              <a:spcAft>
                <a:spcPts val="0"/>
              </a:spcAft>
              <a:buSzPts val="800"/>
              <a:buFont typeface="Outfit"/>
              <a:buNone/>
              <a:defRPr sz="800">
                <a:latin typeface="Outfit"/>
                <a:ea typeface="Outfit"/>
                <a:cs typeface="Outfit"/>
                <a:sym typeface="Outfit"/>
              </a:defRPr>
            </a:lvl4pPr>
            <a:lvl5pPr lvl="4">
              <a:spcBef>
                <a:spcPts val="0"/>
              </a:spcBef>
              <a:spcAft>
                <a:spcPts val="0"/>
              </a:spcAft>
              <a:buSzPts val="800"/>
              <a:buFont typeface="Outfit"/>
              <a:buNone/>
              <a:defRPr sz="800">
                <a:latin typeface="Outfit"/>
                <a:ea typeface="Outfit"/>
                <a:cs typeface="Outfit"/>
                <a:sym typeface="Outfit"/>
              </a:defRPr>
            </a:lvl5pPr>
            <a:lvl6pPr lvl="5">
              <a:spcBef>
                <a:spcPts val="0"/>
              </a:spcBef>
              <a:spcAft>
                <a:spcPts val="0"/>
              </a:spcAft>
              <a:buSzPts val="800"/>
              <a:buFont typeface="Outfit"/>
              <a:buNone/>
              <a:defRPr sz="800">
                <a:latin typeface="Outfit"/>
                <a:ea typeface="Outfit"/>
                <a:cs typeface="Outfit"/>
                <a:sym typeface="Outfit"/>
              </a:defRPr>
            </a:lvl6pPr>
            <a:lvl7pPr lvl="6">
              <a:spcBef>
                <a:spcPts val="0"/>
              </a:spcBef>
              <a:spcAft>
                <a:spcPts val="0"/>
              </a:spcAft>
              <a:buSzPts val="800"/>
              <a:buFont typeface="Outfit"/>
              <a:buNone/>
              <a:defRPr sz="800">
                <a:latin typeface="Outfit"/>
                <a:ea typeface="Outfit"/>
                <a:cs typeface="Outfit"/>
                <a:sym typeface="Outfit"/>
              </a:defRPr>
            </a:lvl7pPr>
            <a:lvl8pPr lvl="7">
              <a:spcBef>
                <a:spcPts val="0"/>
              </a:spcBef>
              <a:spcAft>
                <a:spcPts val="0"/>
              </a:spcAft>
              <a:buSzPts val="800"/>
              <a:buFont typeface="Outfit"/>
              <a:buNone/>
              <a:defRPr sz="800">
                <a:latin typeface="Outfit"/>
                <a:ea typeface="Outfit"/>
                <a:cs typeface="Outfit"/>
                <a:sym typeface="Outfit"/>
              </a:defRPr>
            </a:lvl8pPr>
            <a:lvl9pPr lvl="8">
              <a:spcBef>
                <a:spcPts val="0"/>
              </a:spcBef>
              <a:spcAft>
                <a:spcPts val="0"/>
              </a:spcAft>
              <a:buSzPts val="800"/>
              <a:buFont typeface="Outfit"/>
              <a:buNone/>
              <a:defRPr sz="800">
                <a:latin typeface="Outfit"/>
                <a:ea typeface="Outfit"/>
                <a:cs typeface="Outfit"/>
                <a:sym typeface="Outfit"/>
              </a:defRPr>
            </a:lvl9pPr>
          </a:lstStyle>
          <a:p/>
        </p:txBody>
      </p:sp>
      <p:sp>
        <p:nvSpPr>
          <p:cNvPr id="13" name="Google Shape;13;p2"/>
          <p:cNvSpPr txBox="1"/>
          <p:nvPr>
            <p:ph type="title"/>
          </p:nvPr>
        </p:nvSpPr>
        <p:spPr>
          <a:xfrm>
            <a:off x="1008000" y="587700"/>
            <a:ext cx="4957200" cy="1223400"/>
          </a:xfrm>
          <a:prstGeom prst="rect">
            <a:avLst/>
          </a:prstGeom>
        </p:spPr>
        <p:txBody>
          <a:bodyPr anchorCtr="0" anchor="t" bIns="0" lIns="0" spcFirstLastPara="1" rIns="0" wrap="square" tIns="0">
            <a:noAutofit/>
          </a:bodyPr>
          <a:lstStyle>
            <a:lvl1pPr lvl="0">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p:txBody>
      </p:sp>
      <p:sp>
        <p:nvSpPr>
          <p:cNvPr id="14" name="Google Shape;14;p2"/>
          <p:cNvSpPr/>
          <p:nvPr>
            <p:ph idx="2" type="pic"/>
          </p:nvPr>
        </p:nvSpPr>
        <p:spPr>
          <a:xfrm>
            <a:off x="7064850" y="575175"/>
            <a:ext cx="1794600" cy="4283100"/>
          </a:xfrm>
          <a:prstGeom prst="roundRect">
            <a:avLst>
              <a:gd fmla="val 16555" name="adj"/>
            </a:avLst>
          </a:prstGeom>
          <a:noFill/>
          <a:ln>
            <a:noFill/>
          </a:ln>
        </p:spPr>
      </p:sp>
      <p:sp>
        <p:nvSpPr>
          <p:cNvPr id="15" name="Google Shape;15;p2"/>
          <p:cNvSpPr txBox="1"/>
          <p:nvPr>
            <p:ph idx="3" type="subTitle"/>
          </p:nvPr>
        </p:nvSpPr>
        <p:spPr>
          <a:xfrm>
            <a:off x="3178225" y="4285050"/>
            <a:ext cx="1573800" cy="333300"/>
          </a:xfrm>
          <a:prstGeom prst="rect">
            <a:avLst/>
          </a:prstGeom>
        </p:spPr>
        <p:txBody>
          <a:bodyPr anchorCtr="0" anchor="b" bIns="0" lIns="0" spcFirstLastPara="1" rIns="0" wrap="square" tIns="0">
            <a:noAutofit/>
          </a:bodyPr>
          <a:lstStyle>
            <a:lvl1pPr lvl="0">
              <a:spcBef>
                <a:spcPts val="0"/>
              </a:spcBef>
              <a:spcAft>
                <a:spcPts val="0"/>
              </a:spcAft>
              <a:buClr>
                <a:schemeClr val="lt1"/>
              </a:buClr>
              <a:buSzPts val="800"/>
              <a:buFont typeface="Outfit"/>
              <a:buNone/>
              <a:defRPr sz="800">
                <a:latin typeface="Outfit"/>
                <a:ea typeface="Outfit"/>
                <a:cs typeface="Outfit"/>
                <a:sym typeface="Outfit"/>
              </a:defRPr>
            </a:lvl1pPr>
            <a:lvl2pPr lvl="1">
              <a:spcBef>
                <a:spcPts val="0"/>
              </a:spcBef>
              <a:spcAft>
                <a:spcPts val="0"/>
              </a:spcAft>
              <a:buClr>
                <a:schemeClr val="lt1"/>
              </a:buClr>
              <a:buSzPts val="800"/>
              <a:buFont typeface="Outfit"/>
              <a:buNone/>
              <a:defRPr sz="800">
                <a:latin typeface="Outfit"/>
                <a:ea typeface="Outfit"/>
                <a:cs typeface="Outfit"/>
                <a:sym typeface="Outfit"/>
              </a:defRPr>
            </a:lvl2pPr>
            <a:lvl3pPr lvl="2">
              <a:spcBef>
                <a:spcPts val="0"/>
              </a:spcBef>
              <a:spcAft>
                <a:spcPts val="0"/>
              </a:spcAft>
              <a:buClr>
                <a:schemeClr val="lt1"/>
              </a:buClr>
              <a:buSzPts val="800"/>
              <a:buFont typeface="Outfit"/>
              <a:buNone/>
              <a:defRPr sz="800">
                <a:latin typeface="Outfit"/>
                <a:ea typeface="Outfit"/>
                <a:cs typeface="Outfit"/>
                <a:sym typeface="Outfit"/>
              </a:defRPr>
            </a:lvl3pPr>
            <a:lvl4pPr lvl="3">
              <a:spcBef>
                <a:spcPts val="0"/>
              </a:spcBef>
              <a:spcAft>
                <a:spcPts val="0"/>
              </a:spcAft>
              <a:buClr>
                <a:schemeClr val="lt1"/>
              </a:buClr>
              <a:buSzPts val="800"/>
              <a:buFont typeface="Outfit"/>
              <a:buNone/>
              <a:defRPr sz="800">
                <a:latin typeface="Outfit"/>
                <a:ea typeface="Outfit"/>
                <a:cs typeface="Outfit"/>
                <a:sym typeface="Outfit"/>
              </a:defRPr>
            </a:lvl4pPr>
            <a:lvl5pPr lvl="4">
              <a:spcBef>
                <a:spcPts val="0"/>
              </a:spcBef>
              <a:spcAft>
                <a:spcPts val="0"/>
              </a:spcAft>
              <a:buClr>
                <a:schemeClr val="lt1"/>
              </a:buClr>
              <a:buSzPts val="800"/>
              <a:buFont typeface="Outfit"/>
              <a:buNone/>
              <a:defRPr sz="800">
                <a:latin typeface="Outfit"/>
                <a:ea typeface="Outfit"/>
                <a:cs typeface="Outfit"/>
                <a:sym typeface="Outfit"/>
              </a:defRPr>
            </a:lvl5pPr>
            <a:lvl6pPr lvl="5">
              <a:spcBef>
                <a:spcPts val="0"/>
              </a:spcBef>
              <a:spcAft>
                <a:spcPts val="0"/>
              </a:spcAft>
              <a:buClr>
                <a:schemeClr val="lt1"/>
              </a:buClr>
              <a:buSzPts val="800"/>
              <a:buFont typeface="Outfit"/>
              <a:buNone/>
              <a:defRPr sz="800">
                <a:latin typeface="Outfit"/>
                <a:ea typeface="Outfit"/>
                <a:cs typeface="Outfit"/>
                <a:sym typeface="Outfit"/>
              </a:defRPr>
            </a:lvl6pPr>
            <a:lvl7pPr lvl="6">
              <a:spcBef>
                <a:spcPts val="0"/>
              </a:spcBef>
              <a:spcAft>
                <a:spcPts val="0"/>
              </a:spcAft>
              <a:buClr>
                <a:schemeClr val="lt1"/>
              </a:buClr>
              <a:buSzPts val="800"/>
              <a:buFont typeface="Outfit"/>
              <a:buNone/>
              <a:defRPr sz="800">
                <a:latin typeface="Outfit"/>
                <a:ea typeface="Outfit"/>
                <a:cs typeface="Outfit"/>
                <a:sym typeface="Outfit"/>
              </a:defRPr>
            </a:lvl7pPr>
            <a:lvl8pPr lvl="7">
              <a:spcBef>
                <a:spcPts val="0"/>
              </a:spcBef>
              <a:spcAft>
                <a:spcPts val="0"/>
              </a:spcAft>
              <a:buClr>
                <a:schemeClr val="lt1"/>
              </a:buClr>
              <a:buSzPts val="800"/>
              <a:buFont typeface="Outfit"/>
              <a:buNone/>
              <a:defRPr sz="800">
                <a:latin typeface="Outfit"/>
                <a:ea typeface="Outfit"/>
                <a:cs typeface="Outfit"/>
                <a:sym typeface="Outfit"/>
              </a:defRPr>
            </a:lvl8pPr>
            <a:lvl9pPr lvl="8">
              <a:spcBef>
                <a:spcPts val="0"/>
              </a:spcBef>
              <a:spcAft>
                <a:spcPts val="0"/>
              </a:spcAft>
              <a:buClr>
                <a:schemeClr val="lt1"/>
              </a:buClr>
              <a:buSzPts val="800"/>
              <a:buFont typeface="Outfit"/>
              <a:buNone/>
              <a:defRPr sz="800">
                <a:latin typeface="Outfit"/>
                <a:ea typeface="Outfit"/>
                <a:cs typeface="Outfit"/>
                <a:sym typeface="Outfit"/>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1">
  <p:cSld name="BLANK_1_1_1_1">
    <p:spTree>
      <p:nvGrpSpPr>
        <p:cNvPr id="16" name="Shape 16"/>
        <p:cNvGrpSpPr/>
        <p:nvPr/>
      </p:nvGrpSpPr>
      <p:grpSpPr>
        <a:xfrm>
          <a:off x="0" y="0"/>
          <a:ext cx="0" cy="0"/>
          <a:chOff x="0" y="0"/>
          <a:chExt cx="0" cy="0"/>
        </a:xfrm>
      </p:grpSpPr>
      <p:sp>
        <p:nvSpPr>
          <p:cNvPr id="17" name="Google Shape;17;p3"/>
          <p:cNvSpPr txBox="1"/>
          <p:nvPr>
            <p:ph type="title"/>
          </p:nvPr>
        </p:nvSpPr>
        <p:spPr>
          <a:xfrm>
            <a:off x="1731400" y="282900"/>
            <a:ext cx="71280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18" name="Google Shape;18;p3"/>
          <p:cNvSpPr txBox="1"/>
          <p:nvPr>
            <p:ph idx="1"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Clr>
                <a:schemeClr val="lt1"/>
              </a:buClr>
              <a:buSzPts val="800"/>
              <a:buNone/>
              <a:defRPr sz="800"/>
            </a:lvl2pPr>
            <a:lvl3pPr lvl="2" algn="ctr">
              <a:spcBef>
                <a:spcPts val="0"/>
              </a:spcBef>
              <a:spcAft>
                <a:spcPts val="0"/>
              </a:spcAft>
              <a:buClr>
                <a:schemeClr val="lt1"/>
              </a:buClr>
              <a:buSzPts val="800"/>
              <a:buNone/>
              <a:defRPr sz="800"/>
            </a:lvl3pPr>
            <a:lvl4pPr lvl="3" algn="ctr">
              <a:spcBef>
                <a:spcPts val="0"/>
              </a:spcBef>
              <a:spcAft>
                <a:spcPts val="0"/>
              </a:spcAft>
              <a:buClr>
                <a:schemeClr val="lt1"/>
              </a:buClr>
              <a:buSzPts val="800"/>
              <a:buNone/>
              <a:defRPr sz="800"/>
            </a:lvl4pPr>
            <a:lvl5pPr lvl="4" algn="ctr">
              <a:spcBef>
                <a:spcPts val="0"/>
              </a:spcBef>
              <a:spcAft>
                <a:spcPts val="0"/>
              </a:spcAft>
              <a:buClr>
                <a:schemeClr val="lt1"/>
              </a:buClr>
              <a:buSzPts val="800"/>
              <a:buNone/>
              <a:defRPr sz="800"/>
            </a:lvl5pPr>
            <a:lvl6pPr lvl="5" algn="ctr">
              <a:spcBef>
                <a:spcPts val="0"/>
              </a:spcBef>
              <a:spcAft>
                <a:spcPts val="0"/>
              </a:spcAft>
              <a:buClr>
                <a:schemeClr val="lt1"/>
              </a:buClr>
              <a:buSzPts val="800"/>
              <a:buNone/>
              <a:defRPr sz="800"/>
            </a:lvl6pPr>
            <a:lvl7pPr lvl="6" algn="ctr">
              <a:spcBef>
                <a:spcPts val="0"/>
              </a:spcBef>
              <a:spcAft>
                <a:spcPts val="0"/>
              </a:spcAft>
              <a:buClr>
                <a:schemeClr val="lt1"/>
              </a:buClr>
              <a:buSzPts val="800"/>
              <a:buNone/>
              <a:defRPr sz="800"/>
            </a:lvl7pPr>
            <a:lvl8pPr lvl="7" algn="ctr">
              <a:spcBef>
                <a:spcPts val="0"/>
              </a:spcBef>
              <a:spcAft>
                <a:spcPts val="0"/>
              </a:spcAft>
              <a:buClr>
                <a:schemeClr val="lt1"/>
              </a:buClr>
              <a:buSzPts val="800"/>
              <a:buNone/>
              <a:defRPr sz="800"/>
            </a:lvl8pPr>
            <a:lvl9pPr lvl="8" algn="ctr">
              <a:spcBef>
                <a:spcPts val="0"/>
              </a:spcBef>
              <a:spcAft>
                <a:spcPts val="0"/>
              </a:spcAft>
              <a:buClr>
                <a:schemeClr val="lt1"/>
              </a:buClr>
              <a:buSzPts val="800"/>
              <a:buNone/>
              <a:defRPr sz="800"/>
            </a:lvl9pPr>
          </a:lstStyle>
          <a:p/>
        </p:txBody>
      </p:sp>
      <p:sp>
        <p:nvSpPr>
          <p:cNvPr id="19" name="Google Shape;19;p3"/>
          <p:cNvSpPr txBox="1"/>
          <p:nvPr>
            <p:ph idx="2"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20" name="Google Shape;20;p3"/>
          <p:cNvSpPr txBox="1"/>
          <p:nvPr>
            <p:ph idx="3"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2">
  <p:cSld name="BLANK_1_1_1_1_3">
    <p:spTree>
      <p:nvGrpSpPr>
        <p:cNvPr id="21" name="Shape 21"/>
        <p:cNvGrpSpPr/>
        <p:nvPr/>
      </p:nvGrpSpPr>
      <p:grpSpPr>
        <a:xfrm>
          <a:off x="0" y="0"/>
          <a:ext cx="0" cy="0"/>
          <a:chOff x="0" y="0"/>
          <a:chExt cx="0" cy="0"/>
        </a:xfrm>
      </p:grpSpPr>
      <p:sp>
        <p:nvSpPr>
          <p:cNvPr id="22" name="Google Shape;22;p4"/>
          <p:cNvSpPr txBox="1"/>
          <p:nvPr>
            <p:ph type="title"/>
          </p:nvPr>
        </p:nvSpPr>
        <p:spPr>
          <a:xfrm>
            <a:off x="284775" y="282900"/>
            <a:ext cx="71280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3" name="Google Shape;23;p4"/>
          <p:cNvSpPr txBox="1"/>
          <p:nvPr>
            <p:ph idx="1"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24" name="Google Shape;24;p4"/>
          <p:cNvSpPr txBox="1"/>
          <p:nvPr>
            <p:ph idx="2"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 Alt 2">
  <p:cSld name="BLANK_1_1_1_1_1_1_1_3">
    <p:spTree>
      <p:nvGrpSpPr>
        <p:cNvPr id="25" name="Shape 25"/>
        <p:cNvGrpSpPr/>
        <p:nvPr/>
      </p:nvGrpSpPr>
      <p:grpSpPr>
        <a:xfrm>
          <a:off x="0" y="0"/>
          <a:ext cx="0" cy="0"/>
          <a:chOff x="0" y="0"/>
          <a:chExt cx="0" cy="0"/>
        </a:xfrm>
      </p:grpSpPr>
      <p:sp>
        <p:nvSpPr>
          <p:cNvPr id="26" name="Google Shape;26;p5"/>
          <p:cNvSpPr/>
          <p:nvPr/>
        </p:nvSpPr>
        <p:spPr>
          <a:xfrm flipH="1">
            <a:off x="575775" y="282900"/>
            <a:ext cx="8283600" cy="4574400"/>
          </a:xfrm>
          <a:prstGeom prst="round2DiagRect">
            <a:avLst>
              <a:gd fmla="val 6071"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
        <p:nvSpPr>
          <p:cNvPr id="27" name="Google Shape;27;p5"/>
          <p:cNvSpPr txBox="1"/>
          <p:nvPr>
            <p:ph type="title"/>
          </p:nvPr>
        </p:nvSpPr>
        <p:spPr>
          <a:xfrm>
            <a:off x="779100" y="282900"/>
            <a:ext cx="4234800" cy="4574400"/>
          </a:xfrm>
          <a:prstGeom prst="rect">
            <a:avLst/>
          </a:prstGeom>
        </p:spPr>
        <p:txBody>
          <a:bodyPr anchorCtr="0" anchor="ctr" bIns="0" lIns="0" spcFirstLastPara="1" rIns="0" wrap="square" tIns="0">
            <a:noAutofit/>
          </a:bodyPr>
          <a:lstStyle>
            <a:lvl1pPr lvl="0">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p:txBody>
      </p:sp>
      <p:sp>
        <p:nvSpPr>
          <p:cNvPr id="28" name="Google Shape;28;p5"/>
          <p:cNvSpPr/>
          <p:nvPr/>
        </p:nvSpPr>
        <p:spPr>
          <a:xfrm>
            <a:off x="284775" y="282900"/>
            <a:ext cx="291000" cy="4574400"/>
          </a:xfrm>
          <a:prstGeom prst="roundRect">
            <a:avLst>
              <a:gd fmla="val 50000" name="adj"/>
            </a:avLst>
          </a:prstGeom>
          <a:solidFill>
            <a:schemeClr val="accent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Alt 2">
  <p:cSld name="BLANK_1_1_1_1_1_1_1_1_1_1_3">
    <p:bg>
      <p:bgPr>
        <a:solidFill>
          <a:schemeClr val="lt2"/>
        </a:solidFill>
      </p:bgPr>
    </p:bg>
    <p:spTree>
      <p:nvGrpSpPr>
        <p:cNvPr id="29" name="Shape 29"/>
        <p:cNvGrpSpPr/>
        <p:nvPr/>
      </p:nvGrpSpPr>
      <p:grpSpPr>
        <a:xfrm>
          <a:off x="0" y="0"/>
          <a:ext cx="0" cy="0"/>
          <a:chOff x="0" y="0"/>
          <a:chExt cx="0" cy="0"/>
        </a:xfrm>
      </p:grpSpPr>
      <p:sp>
        <p:nvSpPr>
          <p:cNvPr id="30" name="Google Shape;30;p6"/>
          <p:cNvSpPr txBox="1"/>
          <p:nvPr>
            <p:ph idx="1"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Clr>
                <a:schemeClr val="lt1"/>
              </a:buClr>
              <a:buSzPts val="800"/>
              <a:buNone/>
              <a:defRPr sz="800"/>
            </a:lvl2pPr>
            <a:lvl3pPr lvl="2" algn="ctr">
              <a:spcBef>
                <a:spcPts val="0"/>
              </a:spcBef>
              <a:spcAft>
                <a:spcPts val="0"/>
              </a:spcAft>
              <a:buClr>
                <a:schemeClr val="lt1"/>
              </a:buClr>
              <a:buSzPts val="800"/>
              <a:buNone/>
              <a:defRPr sz="800"/>
            </a:lvl3pPr>
            <a:lvl4pPr lvl="3" algn="ctr">
              <a:spcBef>
                <a:spcPts val="0"/>
              </a:spcBef>
              <a:spcAft>
                <a:spcPts val="0"/>
              </a:spcAft>
              <a:buClr>
                <a:schemeClr val="lt1"/>
              </a:buClr>
              <a:buSzPts val="800"/>
              <a:buNone/>
              <a:defRPr sz="800"/>
            </a:lvl4pPr>
            <a:lvl5pPr lvl="4" algn="ctr">
              <a:spcBef>
                <a:spcPts val="0"/>
              </a:spcBef>
              <a:spcAft>
                <a:spcPts val="0"/>
              </a:spcAft>
              <a:buClr>
                <a:schemeClr val="lt1"/>
              </a:buClr>
              <a:buSzPts val="800"/>
              <a:buNone/>
              <a:defRPr sz="800"/>
            </a:lvl5pPr>
            <a:lvl6pPr lvl="5" algn="ctr">
              <a:spcBef>
                <a:spcPts val="0"/>
              </a:spcBef>
              <a:spcAft>
                <a:spcPts val="0"/>
              </a:spcAft>
              <a:buClr>
                <a:schemeClr val="lt1"/>
              </a:buClr>
              <a:buSzPts val="800"/>
              <a:buNone/>
              <a:defRPr sz="800"/>
            </a:lvl6pPr>
            <a:lvl7pPr lvl="6" algn="ctr">
              <a:spcBef>
                <a:spcPts val="0"/>
              </a:spcBef>
              <a:spcAft>
                <a:spcPts val="0"/>
              </a:spcAft>
              <a:buClr>
                <a:schemeClr val="lt1"/>
              </a:buClr>
              <a:buSzPts val="800"/>
              <a:buNone/>
              <a:defRPr sz="800"/>
            </a:lvl7pPr>
            <a:lvl8pPr lvl="7" algn="ctr">
              <a:spcBef>
                <a:spcPts val="0"/>
              </a:spcBef>
              <a:spcAft>
                <a:spcPts val="0"/>
              </a:spcAft>
              <a:buClr>
                <a:schemeClr val="lt1"/>
              </a:buClr>
              <a:buSzPts val="800"/>
              <a:buNone/>
              <a:defRPr sz="800"/>
            </a:lvl8pPr>
            <a:lvl9pPr lvl="8" algn="ctr">
              <a:spcBef>
                <a:spcPts val="0"/>
              </a:spcBef>
              <a:spcAft>
                <a:spcPts val="0"/>
              </a:spcAft>
              <a:buClr>
                <a:schemeClr val="lt1"/>
              </a:buClr>
              <a:buSzPts val="800"/>
              <a:buNone/>
              <a:defRPr sz="800"/>
            </a:lvl9pPr>
          </a:lstStyle>
          <a:p/>
        </p:txBody>
      </p:sp>
      <p:sp>
        <p:nvSpPr>
          <p:cNvPr id="31" name="Google Shape;31;p6"/>
          <p:cNvSpPr txBox="1"/>
          <p:nvPr>
            <p:ph idx="2"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32" name="Google Shape;32;p6"/>
          <p:cNvSpPr txBox="1"/>
          <p:nvPr>
            <p:ph idx="3"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1">
  <p:cSld name="BLANK_1_1_1_1_1_1_1_1_1_1_1">
    <p:bg>
      <p:bgPr>
        <a:solidFill>
          <a:schemeClr val="lt2"/>
        </a:solidFill>
      </p:bgPr>
    </p:bg>
    <p:spTree>
      <p:nvGrpSpPr>
        <p:cNvPr id="33" name="Shape 33"/>
        <p:cNvGrpSpPr/>
        <p:nvPr/>
      </p:nvGrpSpPr>
      <p:grpSpPr>
        <a:xfrm>
          <a:off x="0" y="0"/>
          <a:ext cx="0" cy="0"/>
          <a:chOff x="0" y="0"/>
          <a:chExt cx="0" cy="0"/>
        </a:xfrm>
      </p:grpSpPr>
      <p:sp>
        <p:nvSpPr>
          <p:cNvPr id="34" name="Google Shape;34;p7"/>
          <p:cNvSpPr txBox="1"/>
          <p:nvPr>
            <p:ph type="title"/>
          </p:nvPr>
        </p:nvSpPr>
        <p:spPr>
          <a:xfrm>
            <a:off x="284775" y="282900"/>
            <a:ext cx="27873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35" name="Google Shape;35;p7"/>
          <p:cNvSpPr txBox="1"/>
          <p:nvPr>
            <p:ph idx="1" type="subTitle"/>
          </p:nvPr>
        </p:nvSpPr>
        <p:spPr>
          <a:xfrm>
            <a:off x="3348525" y="794925"/>
            <a:ext cx="2460000" cy="4527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1800"/>
            </a:lvl1pPr>
            <a:lvl2pPr lvl="1">
              <a:spcBef>
                <a:spcPts val="0"/>
              </a:spcBef>
              <a:spcAft>
                <a:spcPts val="0"/>
              </a:spcAft>
              <a:buSzPts val="1500"/>
              <a:buNone/>
              <a:defRPr sz="1500"/>
            </a:lvl2pPr>
            <a:lvl3pPr lvl="2">
              <a:spcBef>
                <a:spcPts val="0"/>
              </a:spcBef>
              <a:spcAft>
                <a:spcPts val="0"/>
              </a:spcAft>
              <a:buSzPts val="1500"/>
              <a:buNone/>
              <a:defRPr sz="1500"/>
            </a:lvl3pPr>
            <a:lvl4pPr lvl="3">
              <a:spcBef>
                <a:spcPts val="0"/>
              </a:spcBef>
              <a:spcAft>
                <a:spcPts val="0"/>
              </a:spcAft>
              <a:buSzPts val="1500"/>
              <a:buNone/>
              <a:defRPr sz="1500"/>
            </a:lvl4pPr>
            <a:lvl5pPr lvl="4">
              <a:spcBef>
                <a:spcPts val="0"/>
              </a:spcBef>
              <a:spcAft>
                <a:spcPts val="0"/>
              </a:spcAft>
              <a:buSzPts val="1500"/>
              <a:buNone/>
              <a:defRPr sz="1500"/>
            </a:lvl5pPr>
            <a:lvl6pPr lvl="5">
              <a:spcBef>
                <a:spcPts val="0"/>
              </a:spcBef>
              <a:spcAft>
                <a:spcPts val="0"/>
              </a:spcAft>
              <a:buSzPts val="1500"/>
              <a:buNone/>
              <a:defRPr sz="1500"/>
            </a:lvl6pPr>
            <a:lvl7pPr lvl="6">
              <a:spcBef>
                <a:spcPts val="0"/>
              </a:spcBef>
              <a:spcAft>
                <a:spcPts val="0"/>
              </a:spcAft>
              <a:buSzPts val="1500"/>
              <a:buNone/>
              <a:defRPr sz="1500"/>
            </a:lvl7pPr>
            <a:lvl8pPr lvl="7">
              <a:spcBef>
                <a:spcPts val="0"/>
              </a:spcBef>
              <a:spcAft>
                <a:spcPts val="0"/>
              </a:spcAft>
              <a:buSzPts val="1500"/>
              <a:buNone/>
              <a:defRPr sz="1500"/>
            </a:lvl8pPr>
            <a:lvl9pPr lvl="8">
              <a:spcBef>
                <a:spcPts val="0"/>
              </a:spcBef>
              <a:spcAft>
                <a:spcPts val="0"/>
              </a:spcAft>
              <a:buSzPts val="1500"/>
              <a:buNone/>
              <a:defRPr sz="1500"/>
            </a:lvl9pPr>
          </a:lstStyle>
          <a:p/>
        </p:txBody>
      </p:sp>
      <p:sp>
        <p:nvSpPr>
          <p:cNvPr id="36" name="Google Shape;36;p7"/>
          <p:cNvSpPr txBox="1"/>
          <p:nvPr>
            <p:ph idx="2" type="subTitle"/>
          </p:nvPr>
        </p:nvSpPr>
        <p:spPr>
          <a:xfrm>
            <a:off x="6242100" y="794925"/>
            <a:ext cx="2460000" cy="4527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1800"/>
            </a:lvl1pPr>
            <a:lvl2pPr lvl="1">
              <a:spcBef>
                <a:spcPts val="0"/>
              </a:spcBef>
              <a:spcAft>
                <a:spcPts val="0"/>
              </a:spcAft>
              <a:buClr>
                <a:schemeClr val="lt1"/>
              </a:buClr>
              <a:buSzPts val="1500"/>
              <a:buNone/>
              <a:defRPr sz="1500"/>
            </a:lvl2pPr>
            <a:lvl3pPr lvl="2">
              <a:spcBef>
                <a:spcPts val="0"/>
              </a:spcBef>
              <a:spcAft>
                <a:spcPts val="0"/>
              </a:spcAft>
              <a:buClr>
                <a:schemeClr val="lt1"/>
              </a:buClr>
              <a:buSzPts val="1500"/>
              <a:buNone/>
              <a:defRPr sz="1500"/>
            </a:lvl3pPr>
            <a:lvl4pPr lvl="3">
              <a:spcBef>
                <a:spcPts val="0"/>
              </a:spcBef>
              <a:spcAft>
                <a:spcPts val="0"/>
              </a:spcAft>
              <a:buClr>
                <a:schemeClr val="lt1"/>
              </a:buClr>
              <a:buSzPts val="1500"/>
              <a:buNone/>
              <a:defRPr sz="1500"/>
            </a:lvl4pPr>
            <a:lvl5pPr lvl="4">
              <a:spcBef>
                <a:spcPts val="0"/>
              </a:spcBef>
              <a:spcAft>
                <a:spcPts val="0"/>
              </a:spcAft>
              <a:buClr>
                <a:schemeClr val="lt1"/>
              </a:buClr>
              <a:buSzPts val="1500"/>
              <a:buNone/>
              <a:defRPr sz="1500"/>
            </a:lvl5pPr>
            <a:lvl6pPr lvl="5">
              <a:spcBef>
                <a:spcPts val="0"/>
              </a:spcBef>
              <a:spcAft>
                <a:spcPts val="0"/>
              </a:spcAft>
              <a:buClr>
                <a:schemeClr val="lt1"/>
              </a:buClr>
              <a:buSzPts val="1500"/>
              <a:buNone/>
              <a:defRPr sz="1500"/>
            </a:lvl6pPr>
            <a:lvl7pPr lvl="6">
              <a:spcBef>
                <a:spcPts val="0"/>
              </a:spcBef>
              <a:spcAft>
                <a:spcPts val="0"/>
              </a:spcAft>
              <a:buClr>
                <a:schemeClr val="lt1"/>
              </a:buClr>
              <a:buSzPts val="1500"/>
              <a:buNone/>
              <a:defRPr sz="1500"/>
            </a:lvl7pPr>
            <a:lvl8pPr lvl="7">
              <a:spcBef>
                <a:spcPts val="0"/>
              </a:spcBef>
              <a:spcAft>
                <a:spcPts val="0"/>
              </a:spcAft>
              <a:buClr>
                <a:schemeClr val="lt1"/>
              </a:buClr>
              <a:buSzPts val="1500"/>
              <a:buNone/>
              <a:defRPr sz="1500"/>
            </a:lvl8pPr>
            <a:lvl9pPr lvl="8">
              <a:spcBef>
                <a:spcPts val="0"/>
              </a:spcBef>
              <a:spcAft>
                <a:spcPts val="0"/>
              </a:spcAft>
              <a:buClr>
                <a:schemeClr val="lt1"/>
              </a:buClr>
              <a:buSzPts val="1500"/>
              <a:buNone/>
              <a:defRPr sz="1500"/>
            </a:lvl9pPr>
          </a:lstStyle>
          <a:p/>
        </p:txBody>
      </p:sp>
      <p:sp>
        <p:nvSpPr>
          <p:cNvPr id="37" name="Google Shape;37;p7"/>
          <p:cNvSpPr txBox="1"/>
          <p:nvPr>
            <p:ph idx="3" type="subTitle"/>
          </p:nvPr>
        </p:nvSpPr>
        <p:spPr>
          <a:xfrm>
            <a:off x="3348525" y="1911900"/>
            <a:ext cx="2460000" cy="4527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1800"/>
            </a:lvl1pPr>
            <a:lvl2pPr lvl="1">
              <a:spcBef>
                <a:spcPts val="0"/>
              </a:spcBef>
              <a:spcAft>
                <a:spcPts val="0"/>
              </a:spcAft>
              <a:buClr>
                <a:schemeClr val="lt1"/>
              </a:buClr>
              <a:buSzPts val="1500"/>
              <a:buNone/>
              <a:defRPr sz="1500"/>
            </a:lvl2pPr>
            <a:lvl3pPr lvl="2">
              <a:spcBef>
                <a:spcPts val="0"/>
              </a:spcBef>
              <a:spcAft>
                <a:spcPts val="0"/>
              </a:spcAft>
              <a:buClr>
                <a:schemeClr val="lt1"/>
              </a:buClr>
              <a:buSzPts val="1500"/>
              <a:buNone/>
              <a:defRPr sz="1500"/>
            </a:lvl3pPr>
            <a:lvl4pPr lvl="3">
              <a:spcBef>
                <a:spcPts val="0"/>
              </a:spcBef>
              <a:spcAft>
                <a:spcPts val="0"/>
              </a:spcAft>
              <a:buClr>
                <a:schemeClr val="lt1"/>
              </a:buClr>
              <a:buSzPts val="1500"/>
              <a:buNone/>
              <a:defRPr sz="1500"/>
            </a:lvl4pPr>
            <a:lvl5pPr lvl="4">
              <a:spcBef>
                <a:spcPts val="0"/>
              </a:spcBef>
              <a:spcAft>
                <a:spcPts val="0"/>
              </a:spcAft>
              <a:buClr>
                <a:schemeClr val="lt1"/>
              </a:buClr>
              <a:buSzPts val="1500"/>
              <a:buNone/>
              <a:defRPr sz="1500"/>
            </a:lvl5pPr>
            <a:lvl6pPr lvl="5">
              <a:spcBef>
                <a:spcPts val="0"/>
              </a:spcBef>
              <a:spcAft>
                <a:spcPts val="0"/>
              </a:spcAft>
              <a:buClr>
                <a:schemeClr val="lt1"/>
              </a:buClr>
              <a:buSzPts val="1500"/>
              <a:buNone/>
              <a:defRPr sz="1500"/>
            </a:lvl6pPr>
            <a:lvl7pPr lvl="6">
              <a:spcBef>
                <a:spcPts val="0"/>
              </a:spcBef>
              <a:spcAft>
                <a:spcPts val="0"/>
              </a:spcAft>
              <a:buClr>
                <a:schemeClr val="lt1"/>
              </a:buClr>
              <a:buSzPts val="1500"/>
              <a:buNone/>
              <a:defRPr sz="1500"/>
            </a:lvl7pPr>
            <a:lvl8pPr lvl="7">
              <a:spcBef>
                <a:spcPts val="0"/>
              </a:spcBef>
              <a:spcAft>
                <a:spcPts val="0"/>
              </a:spcAft>
              <a:buClr>
                <a:schemeClr val="lt1"/>
              </a:buClr>
              <a:buSzPts val="1500"/>
              <a:buNone/>
              <a:defRPr sz="1500"/>
            </a:lvl8pPr>
            <a:lvl9pPr lvl="8">
              <a:spcBef>
                <a:spcPts val="0"/>
              </a:spcBef>
              <a:spcAft>
                <a:spcPts val="0"/>
              </a:spcAft>
              <a:buClr>
                <a:schemeClr val="lt1"/>
              </a:buClr>
              <a:buSzPts val="1500"/>
              <a:buNone/>
              <a:defRPr sz="1500"/>
            </a:lvl9pPr>
          </a:lstStyle>
          <a:p/>
        </p:txBody>
      </p:sp>
      <p:sp>
        <p:nvSpPr>
          <p:cNvPr id="38" name="Google Shape;38;p7"/>
          <p:cNvSpPr txBox="1"/>
          <p:nvPr>
            <p:ph idx="4" type="subTitle"/>
          </p:nvPr>
        </p:nvSpPr>
        <p:spPr>
          <a:xfrm>
            <a:off x="6242100" y="1911900"/>
            <a:ext cx="2460000" cy="4527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1800"/>
            </a:lvl1pPr>
            <a:lvl2pPr lvl="1">
              <a:spcBef>
                <a:spcPts val="0"/>
              </a:spcBef>
              <a:spcAft>
                <a:spcPts val="0"/>
              </a:spcAft>
              <a:buClr>
                <a:schemeClr val="lt1"/>
              </a:buClr>
              <a:buSzPts val="1500"/>
              <a:buNone/>
              <a:defRPr sz="1500"/>
            </a:lvl2pPr>
            <a:lvl3pPr lvl="2">
              <a:spcBef>
                <a:spcPts val="0"/>
              </a:spcBef>
              <a:spcAft>
                <a:spcPts val="0"/>
              </a:spcAft>
              <a:buClr>
                <a:schemeClr val="lt1"/>
              </a:buClr>
              <a:buSzPts val="1500"/>
              <a:buNone/>
              <a:defRPr sz="1500"/>
            </a:lvl3pPr>
            <a:lvl4pPr lvl="3">
              <a:spcBef>
                <a:spcPts val="0"/>
              </a:spcBef>
              <a:spcAft>
                <a:spcPts val="0"/>
              </a:spcAft>
              <a:buClr>
                <a:schemeClr val="lt1"/>
              </a:buClr>
              <a:buSzPts val="1500"/>
              <a:buNone/>
              <a:defRPr sz="1500"/>
            </a:lvl4pPr>
            <a:lvl5pPr lvl="4">
              <a:spcBef>
                <a:spcPts val="0"/>
              </a:spcBef>
              <a:spcAft>
                <a:spcPts val="0"/>
              </a:spcAft>
              <a:buClr>
                <a:schemeClr val="lt1"/>
              </a:buClr>
              <a:buSzPts val="1500"/>
              <a:buNone/>
              <a:defRPr sz="1500"/>
            </a:lvl5pPr>
            <a:lvl6pPr lvl="5">
              <a:spcBef>
                <a:spcPts val="0"/>
              </a:spcBef>
              <a:spcAft>
                <a:spcPts val="0"/>
              </a:spcAft>
              <a:buClr>
                <a:schemeClr val="lt1"/>
              </a:buClr>
              <a:buSzPts val="1500"/>
              <a:buNone/>
              <a:defRPr sz="1500"/>
            </a:lvl6pPr>
            <a:lvl7pPr lvl="6">
              <a:spcBef>
                <a:spcPts val="0"/>
              </a:spcBef>
              <a:spcAft>
                <a:spcPts val="0"/>
              </a:spcAft>
              <a:buClr>
                <a:schemeClr val="lt1"/>
              </a:buClr>
              <a:buSzPts val="1500"/>
              <a:buNone/>
              <a:defRPr sz="1500"/>
            </a:lvl7pPr>
            <a:lvl8pPr lvl="7">
              <a:spcBef>
                <a:spcPts val="0"/>
              </a:spcBef>
              <a:spcAft>
                <a:spcPts val="0"/>
              </a:spcAft>
              <a:buClr>
                <a:schemeClr val="lt1"/>
              </a:buClr>
              <a:buSzPts val="1500"/>
              <a:buNone/>
              <a:defRPr sz="1500"/>
            </a:lvl8pPr>
            <a:lvl9pPr lvl="8">
              <a:spcBef>
                <a:spcPts val="0"/>
              </a:spcBef>
              <a:spcAft>
                <a:spcPts val="0"/>
              </a:spcAft>
              <a:buClr>
                <a:schemeClr val="lt1"/>
              </a:buClr>
              <a:buSzPts val="1500"/>
              <a:buNone/>
              <a:defRPr sz="1500"/>
            </a:lvl9pPr>
          </a:lstStyle>
          <a:p/>
        </p:txBody>
      </p:sp>
      <p:sp>
        <p:nvSpPr>
          <p:cNvPr id="39" name="Google Shape;39;p7"/>
          <p:cNvSpPr txBox="1"/>
          <p:nvPr>
            <p:ph idx="5" type="subTitle"/>
          </p:nvPr>
        </p:nvSpPr>
        <p:spPr>
          <a:xfrm>
            <a:off x="3348525" y="3028875"/>
            <a:ext cx="2460000" cy="4527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1800"/>
            </a:lvl1pPr>
            <a:lvl2pPr lvl="1">
              <a:spcBef>
                <a:spcPts val="0"/>
              </a:spcBef>
              <a:spcAft>
                <a:spcPts val="0"/>
              </a:spcAft>
              <a:buSzPts val="1500"/>
              <a:buNone/>
              <a:defRPr sz="1500"/>
            </a:lvl2pPr>
            <a:lvl3pPr lvl="2">
              <a:spcBef>
                <a:spcPts val="0"/>
              </a:spcBef>
              <a:spcAft>
                <a:spcPts val="0"/>
              </a:spcAft>
              <a:buSzPts val="1500"/>
              <a:buNone/>
              <a:defRPr sz="1500"/>
            </a:lvl3pPr>
            <a:lvl4pPr lvl="3">
              <a:spcBef>
                <a:spcPts val="0"/>
              </a:spcBef>
              <a:spcAft>
                <a:spcPts val="0"/>
              </a:spcAft>
              <a:buSzPts val="1500"/>
              <a:buNone/>
              <a:defRPr sz="1500"/>
            </a:lvl4pPr>
            <a:lvl5pPr lvl="4">
              <a:spcBef>
                <a:spcPts val="0"/>
              </a:spcBef>
              <a:spcAft>
                <a:spcPts val="0"/>
              </a:spcAft>
              <a:buSzPts val="1500"/>
              <a:buNone/>
              <a:defRPr sz="1500"/>
            </a:lvl5pPr>
            <a:lvl6pPr lvl="5">
              <a:spcBef>
                <a:spcPts val="0"/>
              </a:spcBef>
              <a:spcAft>
                <a:spcPts val="0"/>
              </a:spcAft>
              <a:buSzPts val="1500"/>
              <a:buNone/>
              <a:defRPr sz="1500"/>
            </a:lvl6pPr>
            <a:lvl7pPr lvl="6">
              <a:spcBef>
                <a:spcPts val="0"/>
              </a:spcBef>
              <a:spcAft>
                <a:spcPts val="0"/>
              </a:spcAft>
              <a:buSzPts val="1500"/>
              <a:buNone/>
              <a:defRPr sz="1500"/>
            </a:lvl7pPr>
            <a:lvl8pPr lvl="7">
              <a:spcBef>
                <a:spcPts val="0"/>
              </a:spcBef>
              <a:spcAft>
                <a:spcPts val="0"/>
              </a:spcAft>
              <a:buSzPts val="1500"/>
              <a:buNone/>
              <a:defRPr sz="1500"/>
            </a:lvl8pPr>
            <a:lvl9pPr lvl="8">
              <a:spcBef>
                <a:spcPts val="0"/>
              </a:spcBef>
              <a:spcAft>
                <a:spcPts val="0"/>
              </a:spcAft>
              <a:buSzPts val="1500"/>
              <a:buNone/>
              <a:defRPr sz="1500"/>
            </a:lvl9pPr>
          </a:lstStyle>
          <a:p/>
        </p:txBody>
      </p:sp>
      <p:sp>
        <p:nvSpPr>
          <p:cNvPr id="40" name="Google Shape;40;p7"/>
          <p:cNvSpPr txBox="1"/>
          <p:nvPr>
            <p:ph idx="6" type="subTitle"/>
          </p:nvPr>
        </p:nvSpPr>
        <p:spPr>
          <a:xfrm>
            <a:off x="6242100" y="3028875"/>
            <a:ext cx="2460000" cy="4527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1800"/>
            </a:lvl1pPr>
            <a:lvl2pPr lvl="1">
              <a:spcBef>
                <a:spcPts val="0"/>
              </a:spcBef>
              <a:spcAft>
                <a:spcPts val="0"/>
              </a:spcAft>
              <a:buSzPts val="1500"/>
              <a:buNone/>
              <a:defRPr sz="1500"/>
            </a:lvl2pPr>
            <a:lvl3pPr lvl="2">
              <a:spcBef>
                <a:spcPts val="0"/>
              </a:spcBef>
              <a:spcAft>
                <a:spcPts val="0"/>
              </a:spcAft>
              <a:buSzPts val="1500"/>
              <a:buNone/>
              <a:defRPr sz="1500"/>
            </a:lvl3pPr>
            <a:lvl4pPr lvl="3">
              <a:spcBef>
                <a:spcPts val="0"/>
              </a:spcBef>
              <a:spcAft>
                <a:spcPts val="0"/>
              </a:spcAft>
              <a:buSzPts val="1500"/>
              <a:buNone/>
              <a:defRPr sz="1500"/>
            </a:lvl4pPr>
            <a:lvl5pPr lvl="4">
              <a:spcBef>
                <a:spcPts val="0"/>
              </a:spcBef>
              <a:spcAft>
                <a:spcPts val="0"/>
              </a:spcAft>
              <a:buSzPts val="1500"/>
              <a:buNone/>
              <a:defRPr sz="1500"/>
            </a:lvl5pPr>
            <a:lvl6pPr lvl="5">
              <a:spcBef>
                <a:spcPts val="0"/>
              </a:spcBef>
              <a:spcAft>
                <a:spcPts val="0"/>
              </a:spcAft>
              <a:buSzPts val="1500"/>
              <a:buNone/>
              <a:defRPr sz="1500"/>
            </a:lvl6pPr>
            <a:lvl7pPr lvl="6">
              <a:spcBef>
                <a:spcPts val="0"/>
              </a:spcBef>
              <a:spcAft>
                <a:spcPts val="0"/>
              </a:spcAft>
              <a:buSzPts val="1500"/>
              <a:buNone/>
              <a:defRPr sz="1500"/>
            </a:lvl7pPr>
            <a:lvl8pPr lvl="7">
              <a:spcBef>
                <a:spcPts val="0"/>
              </a:spcBef>
              <a:spcAft>
                <a:spcPts val="0"/>
              </a:spcAft>
              <a:buSzPts val="1500"/>
              <a:buNone/>
              <a:defRPr sz="1500"/>
            </a:lvl8pPr>
            <a:lvl9pPr lvl="8">
              <a:spcBef>
                <a:spcPts val="0"/>
              </a:spcBef>
              <a:spcAft>
                <a:spcPts val="0"/>
              </a:spcAft>
              <a:buSzPts val="1500"/>
              <a:buNone/>
              <a:defRPr sz="1500"/>
            </a:lvl9pPr>
          </a:lstStyle>
          <a:p/>
        </p:txBody>
      </p:sp>
      <p:sp>
        <p:nvSpPr>
          <p:cNvPr id="41" name="Google Shape;41;p7"/>
          <p:cNvSpPr txBox="1"/>
          <p:nvPr>
            <p:ph idx="7" type="subTitle"/>
          </p:nvPr>
        </p:nvSpPr>
        <p:spPr>
          <a:xfrm>
            <a:off x="3348525" y="4145850"/>
            <a:ext cx="2460000" cy="4527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1800"/>
            </a:lvl1pPr>
            <a:lvl2pPr lvl="1">
              <a:spcBef>
                <a:spcPts val="0"/>
              </a:spcBef>
              <a:spcAft>
                <a:spcPts val="0"/>
              </a:spcAft>
              <a:buSzPts val="1500"/>
              <a:buNone/>
              <a:defRPr sz="1500"/>
            </a:lvl2pPr>
            <a:lvl3pPr lvl="2">
              <a:spcBef>
                <a:spcPts val="0"/>
              </a:spcBef>
              <a:spcAft>
                <a:spcPts val="0"/>
              </a:spcAft>
              <a:buSzPts val="1500"/>
              <a:buNone/>
              <a:defRPr sz="1500"/>
            </a:lvl3pPr>
            <a:lvl4pPr lvl="3">
              <a:spcBef>
                <a:spcPts val="0"/>
              </a:spcBef>
              <a:spcAft>
                <a:spcPts val="0"/>
              </a:spcAft>
              <a:buSzPts val="1500"/>
              <a:buNone/>
              <a:defRPr sz="1500"/>
            </a:lvl4pPr>
            <a:lvl5pPr lvl="4">
              <a:spcBef>
                <a:spcPts val="0"/>
              </a:spcBef>
              <a:spcAft>
                <a:spcPts val="0"/>
              </a:spcAft>
              <a:buSzPts val="1500"/>
              <a:buNone/>
              <a:defRPr sz="1500"/>
            </a:lvl5pPr>
            <a:lvl6pPr lvl="5">
              <a:spcBef>
                <a:spcPts val="0"/>
              </a:spcBef>
              <a:spcAft>
                <a:spcPts val="0"/>
              </a:spcAft>
              <a:buSzPts val="1500"/>
              <a:buNone/>
              <a:defRPr sz="1500"/>
            </a:lvl6pPr>
            <a:lvl7pPr lvl="6">
              <a:spcBef>
                <a:spcPts val="0"/>
              </a:spcBef>
              <a:spcAft>
                <a:spcPts val="0"/>
              </a:spcAft>
              <a:buSzPts val="1500"/>
              <a:buNone/>
              <a:defRPr sz="1500"/>
            </a:lvl7pPr>
            <a:lvl8pPr lvl="7">
              <a:spcBef>
                <a:spcPts val="0"/>
              </a:spcBef>
              <a:spcAft>
                <a:spcPts val="0"/>
              </a:spcAft>
              <a:buSzPts val="1500"/>
              <a:buNone/>
              <a:defRPr sz="1500"/>
            </a:lvl8pPr>
            <a:lvl9pPr lvl="8">
              <a:spcBef>
                <a:spcPts val="0"/>
              </a:spcBef>
              <a:spcAft>
                <a:spcPts val="0"/>
              </a:spcAft>
              <a:buSzPts val="1500"/>
              <a:buNone/>
              <a:defRPr sz="1500"/>
            </a:lvl9pPr>
          </a:lstStyle>
          <a:p/>
        </p:txBody>
      </p:sp>
      <p:sp>
        <p:nvSpPr>
          <p:cNvPr id="42" name="Google Shape;42;p7"/>
          <p:cNvSpPr txBox="1"/>
          <p:nvPr>
            <p:ph idx="8" type="subTitle"/>
          </p:nvPr>
        </p:nvSpPr>
        <p:spPr>
          <a:xfrm>
            <a:off x="6242100" y="4145850"/>
            <a:ext cx="2460000" cy="4527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1800"/>
            </a:lvl1pPr>
            <a:lvl2pPr lvl="1">
              <a:spcBef>
                <a:spcPts val="0"/>
              </a:spcBef>
              <a:spcAft>
                <a:spcPts val="0"/>
              </a:spcAft>
              <a:buSzPts val="1500"/>
              <a:buNone/>
              <a:defRPr sz="1500"/>
            </a:lvl2pPr>
            <a:lvl3pPr lvl="2">
              <a:spcBef>
                <a:spcPts val="0"/>
              </a:spcBef>
              <a:spcAft>
                <a:spcPts val="0"/>
              </a:spcAft>
              <a:buSzPts val="1500"/>
              <a:buNone/>
              <a:defRPr sz="1500"/>
            </a:lvl3pPr>
            <a:lvl4pPr lvl="3">
              <a:spcBef>
                <a:spcPts val="0"/>
              </a:spcBef>
              <a:spcAft>
                <a:spcPts val="0"/>
              </a:spcAft>
              <a:buSzPts val="1500"/>
              <a:buNone/>
              <a:defRPr sz="1500"/>
            </a:lvl4pPr>
            <a:lvl5pPr lvl="4">
              <a:spcBef>
                <a:spcPts val="0"/>
              </a:spcBef>
              <a:spcAft>
                <a:spcPts val="0"/>
              </a:spcAft>
              <a:buSzPts val="1500"/>
              <a:buNone/>
              <a:defRPr sz="1500"/>
            </a:lvl5pPr>
            <a:lvl6pPr lvl="5">
              <a:spcBef>
                <a:spcPts val="0"/>
              </a:spcBef>
              <a:spcAft>
                <a:spcPts val="0"/>
              </a:spcAft>
              <a:buSzPts val="1500"/>
              <a:buNone/>
              <a:defRPr sz="1500"/>
            </a:lvl6pPr>
            <a:lvl7pPr lvl="6">
              <a:spcBef>
                <a:spcPts val="0"/>
              </a:spcBef>
              <a:spcAft>
                <a:spcPts val="0"/>
              </a:spcAft>
              <a:buSzPts val="1500"/>
              <a:buNone/>
              <a:defRPr sz="1500"/>
            </a:lvl7pPr>
            <a:lvl8pPr lvl="7">
              <a:spcBef>
                <a:spcPts val="0"/>
              </a:spcBef>
              <a:spcAft>
                <a:spcPts val="0"/>
              </a:spcAft>
              <a:buSzPts val="1500"/>
              <a:buNone/>
              <a:defRPr sz="1500"/>
            </a:lvl8pPr>
            <a:lvl9pPr lvl="8">
              <a:spcBef>
                <a:spcPts val="0"/>
              </a:spcBef>
              <a:spcAft>
                <a:spcPts val="0"/>
              </a:spcAft>
              <a:buSzPts val="1500"/>
              <a:buNone/>
              <a:defRPr sz="1500"/>
            </a:lvl9pPr>
          </a:lstStyle>
          <a:p/>
        </p:txBody>
      </p:sp>
      <p:sp>
        <p:nvSpPr>
          <p:cNvPr id="43" name="Google Shape;43;p7"/>
          <p:cNvSpPr txBox="1"/>
          <p:nvPr>
            <p:ph idx="9" type="subTitle"/>
          </p:nvPr>
        </p:nvSpPr>
        <p:spPr>
          <a:xfrm>
            <a:off x="3348525" y="506025"/>
            <a:ext cx="2460000" cy="1539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b="1" sz="1000">
                <a:latin typeface="Outfit"/>
                <a:ea typeface="Outfit"/>
                <a:cs typeface="Outfit"/>
                <a:sym typeface="Outfit"/>
              </a:defRPr>
            </a:lvl1pPr>
            <a:lvl2pPr lvl="1">
              <a:lnSpc>
                <a:spcPct val="115000"/>
              </a:lnSpc>
              <a:spcBef>
                <a:spcPts val="0"/>
              </a:spcBef>
              <a:spcAft>
                <a:spcPts val="0"/>
              </a:spcAft>
              <a:buSzPts val="1500"/>
              <a:buFont typeface="Outfit"/>
              <a:buNone/>
              <a:defRPr sz="1500">
                <a:latin typeface="Outfit"/>
                <a:ea typeface="Outfit"/>
                <a:cs typeface="Outfit"/>
                <a:sym typeface="Outfit"/>
              </a:defRPr>
            </a:lvl2pPr>
            <a:lvl3pPr lvl="2">
              <a:lnSpc>
                <a:spcPct val="115000"/>
              </a:lnSpc>
              <a:spcBef>
                <a:spcPts val="0"/>
              </a:spcBef>
              <a:spcAft>
                <a:spcPts val="0"/>
              </a:spcAft>
              <a:buSzPts val="1500"/>
              <a:buFont typeface="Outfit"/>
              <a:buNone/>
              <a:defRPr sz="1500">
                <a:latin typeface="Outfit"/>
                <a:ea typeface="Outfit"/>
                <a:cs typeface="Outfit"/>
                <a:sym typeface="Outfit"/>
              </a:defRPr>
            </a:lvl3pPr>
            <a:lvl4pPr lvl="3">
              <a:lnSpc>
                <a:spcPct val="115000"/>
              </a:lnSpc>
              <a:spcBef>
                <a:spcPts val="0"/>
              </a:spcBef>
              <a:spcAft>
                <a:spcPts val="0"/>
              </a:spcAft>
              <a:buSzPts val="1500"/>
              <a:buFont typeface="Outfit"/>
              <a:buNone/>
              <a:defRPr sz="1500">
                <a:latin typeface="Outfit"/>
                <a:ea typeface="Outfit"/>
                <a:cs typeface="Outfit"/>
                <a:sym typeface="Outfit"/>
              </a:defRPr>
            </a:lvl4pPr>
            <a:lvl5pPr lvl="4">
              <a:lnSpc>
                <a:spcPct val="115000"/>
              </a:lnSpc>
              <a:spcBef>
                <a:spcPts val="0"/>
              </a:spcBef>
              <a:spcAft>
                <a:spcPts val="0"/>
              </a:spcAft>
              <a:buSzPts val="1500"/>
              <a:buFont typeface="Outfit"/>
              <a:buNone/>
              <a:defRPr sz="1500">
                <a:latin typeface="Outfit"/>
                <a:ea typeface="Outfit"/>
                <a:cs typeface="Outfit"/>
                <a:sym typeface="Outfit"/>
              </a:defRPr>
            </a:lvl5pPr>
            <a:lvl6pPr lvl="5">
              <a:lnSpc>
                <a:spcPct val="115000"/>
              </a:lnSpc>
              <a:spcBef>
                <a:spcPts val="0"/>
              </a:spcBef>
              <a:spcAft>
                <a:spcPts val="0"/>
              </a:spcAft>
              <a:buSzPts val="1500"/>
              <a:buFont typeface="Outfit"/>
              <a:buNone/>
              <a:defRPr sz="1500">
                <a:latin typeface="Outfit"/>
                <a:ea typeface="Outfit"/>
                <a:cs typeface="Outfit"/>
                <a:sym typeface="Outfit"/>
              </a:defRPr>
            </a:lvl6pPr>
            <a:lvl7pPr lvl="6">
              <a:lnSpc>
                <a:spcPct val="115000"/>
              </a:lnSpc>
              <a:spcBef>
                <a:spcPts val="0"/>
              </a:spcBef>
              <a:spcAft>
                <a:spcPts val="0"/>
              </a:spcAft>
              <a:buSzPts val="1500"/>
              <a:buFont typeface="Outfit"/>
              <a:buNone/>
              <a:defRPr sz="1500">
                <a:latin typeface="Outfit"/>
                <a:ea typeface="Outfit"/>
                <a:cs typeface="Outfit"/>
                <a:sym typeface="Outfit"/>
              </a:defRPr>
            </a:lvl7pPr>
            <a:lvl8pPr lvl="7">
              <a:lnSpc>
                <a:spcPct val="115000"/>
              </a:lnSpc>
              <a:spcBef>
                <a:spcPts val="0"/>
              </a:spcBef>
              <a:spcAft>
                <a:spcPts val="0"/>
              </a:spcAft>
              <a:buSzPts val="1500"/>
              <a:buFont typeface="Outfit"/>
              <a:buNone/>
              <a:defRPr sz="1500">
                <a:latin typeface="Outfit"/>
                <a:ea typeface="Outfit"/>
                <a:cs typeface="Outfit"/>
                <a:sym typeface="Outfit"/>
              </a:defRPr>
            </a:lvl8pPr>
            <a:lvl9pPr lvl="8">
              <a:lnSpc>
                <a:spcPct val="115000"/>
              </a:lnSpc>
              <a:spcBef>
                <a:spcPts val="0"/>
              </a:spcBef>
              <a:spcAft>
                <a:spcPts val="0"/>
              </a:spcAft>
              <a:buSzPts val="1500"/>
              <a:buFont typeface="Outfit"/>
              <a:buNone/>
              <a:defRPr sz="1500">
                <a:latin typeface="Outfit"/>
                <a:ea typeface="Outfit"/>
                <a:cs typeface="Outfit"/>
                <a:sym typeface="Outfit"/>
              </a:defRPr>
            </a:lvl9pPr>
          </a:lstStyle>
          <a:p/>
        </p:txBody>
      </p:sp>
      <p:sp>
        <p:nvSpPr>
          <p:cNvPr id="44" name="Google Shape;44;p7"/>
          <p:cNvSpPr txBox="1"/>
          <p:nvPr>
            <p:ph idx="13" type="subTitle"/>
          </p:nvPr>
        </p:nvSpPr>
        <p:spPr>
          <a:xfrm>
            <a:off x="6242100" y="506025"/>
            <a:ext cx="2460000" cy="1539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b="1" sz="1000">
                <a:latin typeface="Outfit"/>
                <a:ea typeface="Outfit"/>
                <a:cs typeface="Outfit"/>
                <a:sym typeface="Outfit"/>
              </a:defRPr>
            </a:lvl1pPr>
            <a:lvl2pPr lvl="1">
              <a:lnSpc>
                <a:spcPct val="115000"/>
              </a:lnSpc>
              <a:spcBef>
                <a:spcPts val="0"/>
              </a:spcBef>
              <a:spcAft>
                <a:spcPts val="0"/>
              </a:spcAft>
              <a:buSzPts val="1500"/>
              <a:buFont typeface="Outfit"/>
              <a:buNone/>
              <a:defRPr sz="1500">
                <a:latin typeface="Outfit"/>
                <a:ea typeface="Outfit"/>
                <a:cs typeface="Outfit"/>
                <a:sym typeface="Outfit"/>
              </a:defRPr>
            </a:lvl2pPr>
            <a:lvl3pPr lvl="2">
              <a:lnSpc>
                <a:spcPct val="115000"/>
              </a:lnSpc>
              <a:spcBef>
                <a:spcPts val="0"/>
              </a:spcBef>
              <a:spcAft>
                <a:spcPts val="0"/>
              </a:spcAft>
              <a:buSzPts val="1500"/>
              <a:buFont typeface="Outfit"/>
              <a:buNone/>
              <a:defRPr sz="1500">
                <a:latin typeface="Outfit"/>
                <a:ea typeface="Outfit"/>
                <a:cs typeface="Outfit"/>
                <a:sym typeface="Outfit"/>
              </a:defRPr>
            </a:lvl3pPr>
            <a:lvl4pPr lvl="3">
              <a:lnSpc>
                <a:spcPct val="115000"/>
              </a:lnSpc>
              <a:spcBef>
                <a:spcPts val="0"/>
              </a:spcBef>
              <a:spcAft>
                <a:spcPts val="0"/>
              </a:spcAft>
              <a:buSzPts val="1500"/>
              <a:buFont typeface="Outfit"/>
              <a:buNone/>
              <a:defRPr sz="1500">
                <a:latin typeface="Outfit"/>
                <a:ea typeface="Outfit"/>
                <a:cs typeface="Outfit"/>
                <a:sym typeface="Outfit"/>
              </a:defRPr>
            </a:lvl4pPr>
            <a:lvl5pPr lvl="4">
              <a:lnSpc>
                <a:spcPct val="115000"/>
              </a:lnSpc>
              <a:spcBef>
                <a:spcPts val="0"/>
              </a:spcBef>
              <a:spcAft>
                <a:spcPts val="0"/>
              </a:spcAft>
              <a:buSzPts val="1500"/>
              <a:buFont typeface="Outfit"/>
              <a:buNone/>
              <a:defRPr sz="1500">
                <a:latin typeface="Outfit"/>
                <a:ea typeface="Outfit"/>
                <a:cs typeface="Outfit"/>
                <a:sym typeface="Outfit"/>
              </a:defRPr>
            </a:lvl5pPr>
            <a:lvl6pPr lvl="5">
              <a:lnSpc>
                <a:spcPct val="115000"/>
              </a:lnSpc>
              <a:spcBef>
                <a:spcPts val="0"/>
              </a:spcBef>
              <a:spcAft>
                <a:spcPts val="0"/>
              </a:spcAft>
              <a:buSzPts val="1500"/>
              <a:buFont typeface="Outfit"/>
              <a:buNone/>
              <a:defRPr sz="1500">
                <a:latin typeface="Outfit"/>
                <a:ea typeface="Outfit"/>
                <a:cs typeface="Outfit"/>
                <a:sym typeface="Outfit"/>
              </a:defRPr>
            </a:lvl6pPr>
            <a:lvl7pPr lvl="6">
              <a:lnSpc>
                <a:spcPct val="115000"/>
              </a:lnSpc>
              <a:spcBef>
                <a:spcPts val="0"/>
              </a:spcBef>
              <a:spcAft>
                <a:spcPts val="0"/>
              </a:spcAft>
              <a:buSzPts val="1500"/>
              <a:buFont typeface="Outfit"/>
              <a:buNone/>
              <a:defRPr sz="1500">
                <a:latin typeface="Outfit"/>
                <a:ea typeface="Outfit"/>
                <a:cs typeface="Outfit"/>
                <a:sym typeface="Outfit"/>
              </a:defRPr>
            </a:lvl7pPr>
            <a:lvl8pPr lvl="7">
              <a:lnSpc>
                <a:spcPct val="115000"/>
              </a:lnSpc>
              <a:spcBef>
                <a:spcPts val="0"/>
              </a:spcBef>
              <a:spcAft>
                <a:spcPts val="0"/>
              </a:spcAft>
              <a:buSzPts val="1500"/>
              <a:buFont typeface="Outfit"/>
              <a:buNone/>
              <a:defRPr sz="1500">
                <a:latin typeface="Outfit"/>
                <a:ea typeface="Outfit"/>
                <a:cs typeface="Outfit"/>
                <a:sym typeface="Outfit"/>
              </a:defRPr>
            </a:lvl8pPr>
            <a:lvl9pPr lvl="8">
              <a:lnSpc>
                <a:spcPct val="115000"/>
              </a:lnSpc>
              <a:spcBef>
                <a:spcPts val="0"/>
              </a:spcBef>
              <a:spcAft>
                <a:spcPts val="0"/>
              </a:spcAft>
              <a:buSzPts val="1500"/>
              <a:buFont typeface="Outfit"/>
              <a:buNone/>
              <a:defRPr sz="1500">
                <a:latin typeface="Outfit"/>
                <a:ea typeface="Outfit"/>
                <a:cs typeface="Outfit"/>
                <a:sym typeface="Outfit"/>
              </a:defRPr>
            </a:lvl9pPr>
          </a:lstStyle>
          <a:p/>
        </p:txBody>
      </p:sp>
      <p:sp>
        <p:nvSpPr>
          <p:cNvPr id="45" name="Google Shape;45;p7"/>
          <p:cNvSpPr txBox="1"/>
          <p:nvPr>
            <p:ph idx="14" type="subTitle"/>
          </p:nvPr>
        </p:nvSpPr>
        <p:spPr>
          <a:xfrm>
            <a:off x="3348525" y="1623075"/>
            <a:ext cx="2460000" cy="1539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b="1" sz="1000">
                <a:latin typeface="Outfit"/>
                <a:ea typeface="Outfit"/>
                <a:cs typeface="Outfit"/>
                <a:sym typeface="Outfit"/>
              </a:defRPr>
            </a:lvl1pPr>
            <a:lvl2pPr lvl="1">
              <a:lnSpc>
                <a:spcPct val="115000"/>
              </a:lnSpc>
              <a:spcBef>
                <a:spcPts val="0"/>
              </a:spcBef>
              <a:spcAft>
                <a:spcPts val="0"/>
              </a:spcAft>
              <a:buSzPts val="1500"/>
              <a:buFont typeface="Outfit"/>
              <a:buNone/>
              <a:defRPr sz="1500">
                <a:latin typeface="Outfit"/>
                <a:ea typeface="Outfit"/>
                <a:cs typeface="Outfit"/>
                <a:sym typeface="Outfit"/>
              </a:defRPr>
            </a:lvl2pPr>
            <a:lvl3pPr lvl="2">
              <a:lnSpc>
                <a:spcPct val="115000"/>
              </a:lnSpc>
              <a:spcBef>
                <a:spcPts val="0"/>
              </a:spcBef>
              <a:spcAft>
                <a:spcPts val="0"/>
              </a:spcAft>
              <a:buSzPts val="1500"/>
              <a:buFont typeface="Outfit"/>
              <a:buNone/>
              <a:defRPr sz="1500">
                <a:latin typeface="Outfit"/>
                <a:ea typeface="Outfit"/>
                <a:cs typeface="Outfit"/>
                <a:sym typeface="Outfit"/>
              </a:defRPr>
            </a:lvl3pPr>
            <a:lvl4pPr lvl="3">
              <a:lnSpc>
                <a:spcPct val="115000"/>
              </a:lnSpc>
              <a:spcBef>
                <a:spcPts val="0"/>
              </a:spcBef>
              <a:spcAft>
                <a:spcPts val="0"/>
              </a:spcAft>
              <a:buSzPts val="1500"/>
              <a:buFont typeface="Outfit"/>
              <a:buNone/>
              <a:defRPr sz="1500">
                <a:latin typeface="Outfit"/>
                <a:ea typeface="Outfit"/>
                <a:cs typeface="Outfit"/>
                <a:sym typeface="Outfit"/>
              </a:defRPr>
            </a:lvl4pPr>
            <a:lvl5pPr lvl="4">
              <a:lnSpc>
                <a:spcPct val="115000"/>
              </a:lnSpc>
              <a:spcBef>
                <a:spcPts val="0"/>
              </a:spcBef>
              <a:spcAft>
                <a:spcPts val="0"/>
              </a:spcAft>
              <a:buSzPts val="1500"/>
              <a:buFont typeface="Outfit"/>
              <a:buNone/>
              <a:defRPr sz="1500">
                <a:latin typeface="Outfit"/>
                <a:ea typeface="Outfit"/>
                <a:cs typeface="Outfit"/>
                <a:sym typeface="Outfit"/>
              </a:defRPr>
            </a:lvl5pPr>
            <a:lvl6pPr lvl="5">
              <a:lnSpc>
                <a:spcPct val="115000"/>
              </a:lnSpc>
              <a:spcBef>
                <a:spcPts val="0"/>
              </a:spcBef>
              <a:spcAft>
                <a:spcPts val="0"/>
              </a:spcAft>
              <a:buSzPts val="1500"/>
              <a:buFont typeface="Outfit"/>
              <a:buNone/>
              <a:defRPr sz="1500">
                <a:latin typeface="Outfit"/>
                <a:ea typeface="Outfit"/>
                <a:cs typeface="Outfit"/>
                <a:sym typeface="Outfit"/>
              </a:defRPr>
            </a:lvl6pPr>
            <a:lvl7pPr lvl="6">
              <a:lnSpc>
                <a:spcPct val="115000"/>
              </a:lnSpc>
              <a:spcBef>
                <a:spcPts val="0"/>
              </a:spcBef>
              <a:spcAft>
                <a:spcPts val="0"/>
              </a:spcAft>
              <a:buSzPts val="1500"/>
              <a:buFont typeface="Outfit"/>
              <a:buNone/>
              <a:defRPr sz="1500">
                <a:latin typeface="Outfit"/>
                <a:ea typeface="Outfit"/>
                <a:cs typeface="Outfit"/>
                <a:sym typeface="Outfit"/>
              </a:defRPr>
            </a:lvl7pPr>
            <a:lvl8pPr lvl="7">
              <a:lnSpc>
                <a:spcPct val="115000"/>
              </a:lnSpc>
              <a:spcBef>
                <a:spcPts val="0"/>
              </a:spcBef>
              <a:spcAft>
                <a:spcPts val="0"/>
              </a:spcAft>
              <a:buSzPts val="1500"/>
              <a:buFont typeface="Outfit"/>
              <a:buNone/>
              <a:defRPr sz="1500">
                <a:latin typeface="Outfit"/>
                <a:ea typeface="Outfit"/>
                <a:cs typeface="Outfit"/>
                <a:sym typeface="Outfit"/>
              </a:defRPr>
            </a:lvl8pPr>
            <a:lvl9pPr lvl="8">
              <a:lnSpc>
                <a:spcPct val="115000"/>
              </a:lnSpc>
              <a:spcBef>
                <a:spcPts val="0"/>
              </a:spcBef>
              <a:spcAft>
                <a:spcPts val="0"/>
              </a:spcAft>
              <a:buSzPts val="1500"/>
              <a:buFont typeface="Outfit"/>
              <a:buNone/>
              <a:defRPr sz="1500">
                <a:latin typeface="Outfit"/>
                <a:ea typeface="Outfit"/>
                <a:cs typeface="Outfit"/>
                <a:sym typeface="Outfit"/>
              </a:defRPr>
            </a:lvl9pPr>
          </a:lstStyle>
          <a:p/>
        </p:txBody>
      </p:sp>
      <p:sp>
        <p:nvSpPr>
          <p:cNvPr id="46" name="Google Shape;46;p7"/>
          <p:cNvSpPr txBox="1"/>
          <p:nvPr>
            <p:ph idx="15" type="subTitle"/>
          </p:nvPr>
        </p:nvSpPr>
        <p:spPr>
          <a:xfrm>
            <a:off x="6242100" y="1623075"/>
            <a:ext cx="2460000" cy="1539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b="1" sz="1000">
                <a:latin typeface="Outfit"/>
                <a:ea typeface="Outfit"/>
                <a:cs typeface="Outfit"/>
                <a:sym typeface="Outfit"/>
              </a:defRPr>
            </a:lvl1pPr>
            <a:lvl2pPr lvl="1">
              <a:lnSpc>
                <a:spcPct val="115000"/>
              </a:lnSpc>
              <a:spcBef>
                <a:spcPts val="0"/>
              </a:spcBef>
              <a:spcAft>
                <a:spcPts val="0"/>
              </a:spcAft>
              <a:buSzPts val="1500"/>
              <a:buFont typeface="Outfit"/>
              <a:buNone/>
              <a:defRPr sz="1500">
                <a:latin typeface="Outfit"/>
                <a:ea typeface="Outfit"/>
                <a:cs typeface="Outfit"/>
                <a:sym typeface="Outfit"/>
              </a:defRPr>
            </a:lvl2pPr>
            <a:lvl3pPr lvl="2">
              <a:lnSpc>
                <a:spcPct val="115000"/>
              </a:lnSpc>
              <a:spcBef>
                <a:spcPts val="0"/>
              </a:spcBef>
              <a:spcAft>
                <a:spcPts val="0"/>
              </a:spcAft>
              <a:buSzPts val="1500"/>
              <a:buFont typeface="Outfit"/>
              <a:buNone/>
              <a:defRPr sz="1500">
                <a:latin typeface="Outfit"/>
                <a:ea typeface="Outfit"/>
                <a:cs typeface="Outfit"/>
                <a:sym typeface="Outfit"/>
              </a:defRPr>
            </a:lvl3pPr>
            <a:lvl4pPr lvl="3">
              <a:lnSpc>
                <a:spcPct val="115000"/>
              </a:lnSpc>
              <a:spcBef>
                <a:spcPts val="0"/>
              </a:spcBef>
              <a:spcAft>
                <a:spcPts val="0"/>
              </a:spcAft>
              <a:buSzPts val="1500"/>
              <a:buFont typeface="Outfit"/>
              <a:buNone/>
              <a:defRPr sz="1500">
                <a:latin typeface="Outfit"/>
                <a:ea typeface="Outfit"/>
                <a:cs typeface="Outfit"/>
                <a:sym typeface="Outfit"/>
              </a:defRPr>
            </a:lvl4pPr>
            <a:lvl5pPr lvl="4">
              <a:lnSpc>
                <a:spcPct val="115000"/>
              </a:lnSpc>
              <a:spcBef>
                <a:spcPts val="0"/>
              </a:spcBef>
              <a:spcAft>
                <a:spcPts val="0"/>
              </a:spcAft>
              <a:buSzPts val="1500"/>
              <a:buFont typeface="Outfit"/>
              <a:buNone/>
              <a:defRPr sz="1500">
                <a:latin typeface="Outfit"/>
                <a:ea typeface="Outfit"/>
                <a:cs typeface="Outfit"/>
                <a:sym typeface="Outfit"/>
              </a:defRPr>
            </a:lvl5pPr>
            <a:lvl6pPr lvl="5">
              <a:lnSpc>
                <a:spcPct val="115000"/>
              </a:lnSpc>
              <a:spcBef>
                <a:spcPts val="0"/>
              </a:spcBef>
              <a:spcAft>
                <a:spcPts val="0"/>
              </a:spcAft>
              <a:buSzPts val="1500"/>
              <a:buFont typeface="Outfit"/>
              <a:buNone/>
              <a:defRPr sz="1500">
                <a:latin typeface="Outfit"/>
                <a:ea typeface="Outfit"/>
                <a:cs typeface="Outfit"/>
                <a:sym typeface="Outfit"/>
              </a:defRPr>
            </a:lvl6pPr>
            <a:lvl7pPr lvl="6">
              <a:lnSpc>
                <a:spcPct val="115000"/>
              </a:lnSpc>
              <a:spcBef>
                <a:spcPts val="0"/>
              </a:spcBef>
              <a:spcAft>
                <a:spcPts val="0"/>
              </a:spcAft>
              <a:buSzPts val="1500"/>
              <a:buFont typeface="Outfit"/>
              <a:buNone/>
              <a:defRPr sz="1500">
                <a:latin typeface="Outfit"/>
                <a:ea typeface="Outfit"/>
                <a:cs typeface="Outfit"/>
                <a:sym typeface="Outfit"/>
              </a:defRPr>
            </a:lvl7pPr>
            <a:lvl8pPr lvl="7">
              <a:lnSpc>
                <a:spcPct val="115000"/>
              </a:lnSpc>
              <a:spcBef>
                <a:spcPts val="0"/>
              </a:spcBef>
              <a:spcAft>
                <a:spcPts val="0"/>
              </a:spcAft>
              <a:buSzPts val="1500"/>
              <a:buFont typeface="Outfit"/>
              <a:buNone/>
              <a:defRPr sz="1500">
                <a:latin typeface="Outfit"/>
                <a:ea typeface="Outfit"/>
                <a:cs typeface="Outfit"/>
                <a:sym typeface="Outfit"/>
              </a:defRPr>
            </a:lvl8pPr>
            <a:lvl9pPr lvl="8">
              <a:lnSpc>
                <a:spcPct val="115000"/>
              </a:lnSpc>
              <a:spcBef>
                <a:spcPts val="0"/>
              </a:spcBef>
              <a:spcAft>
                <a:spcPts val="0"/>
              </a:spcAft>
              <a:buSzPts val="1500"/>
              <a:buFont typeface="Outfit"/>
              <a:buNone/>
              <a:defRPr sz="1500">
                <a:latin typeface="Outfit"/>
                <a:ea typeface="Outfit"/>
                <a:cs typeface="Outfit"/>
                <a:sym typeface="Outfit"/>
              </a:defRPr>
            </a:lvl9pPr>
          </a:lstStyle>
          <a:p/>
        </p:txBody>
      </p:sp>
      <p:sp>
        <p:nvSpPr>
          <p:cNvPr id="47" name="Google Shape;47;p7"/>
          <p:cNvSpPr txBox="1"/>
          <p:nvPr>
            <p:ph idx="16" type="subTitle"/>
          </p:nvPr>
        </p:nvSpPr>
        <p:spPr>
          <a:xfrm>
            <a:off x="3348525" y="2740125"/>
            <a:ext cx="2460000" cy="1539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b="1" sz="1000">
                <a:latin typeface="Outfit"/>
                <a:ea typeface="Outfit"/>
                <a:cs typeface="Outfit"/>
                <a:sym typeface="Outfit"/>
              </a:defRPr>
            </a:lvl1pPr>
            <a:lvl2pPr lvl="1">
              <a:lnSpc>
                <a:spcPct val="115000"/>
              </a:lnSpc>
              <a:spcBef>
                <a:spcPts val="0"/>
              </a:spcBef>
              <a:spcAft>
                <a:spcPts val="0"/>
              </a:spcAft>
              <a:buSzPts val="1500"/>
              <a:buFont typeface="Outfit"/>
              <a:buNone/>
              <a:defRPr sz="1500">
                <a:latin typeface="Outfit"/>
                <a:ea typeface="Outfit"/>
                <a:cs typeface="Outfit"/>
                <a:sym typeface="Outfit"/>
              </a:defRPr>
            </a:lvl2pPr>
            <a:lvl3pPr lvl="2">
              <a:lnSpc>
                <a:spcPct val="115000"/>
              </a:lnSpc>
              <a:spcBef>
                <a:spcPts val="0"/>
              </a:spcBef>
              <a:spcAft>
                <a:spcPts val="0"/>
              </a:spcAft>
              <a:buSzPts val="1500"/>
              <a:buFont typeface="Outfit"/>
              <a:buNone/>
              <a:defRPr sz="1500">
                <a:latin typeface="Outfit"/>
                <a:ea typeface="Outfit"/>
                <a:cs typeface="Outfit"/>
                <a:sym typeface="Outfit"/>
              </a:defRPr>
            </a:lvl3pPr>
            <a:lvl4pPr lvl="3">
              <a:lnSpc>
                <a:spcPct val="115000"/>
              </a:lnSpc>
              <a:spcBef>
                <a:spcPts val="0"/>
              </a:spcBef>
              <a:spcAft>
                <a:spcPts val="0"/>
              </a:spcAft>
              <a:buSzPts val="1500"/>
              <a:buFont typeface="Outfit"/>
              <a:buNone/>
              <a:defRPr sz="1500">
                <a:latin typeface="Outfit"/>
                <a:ea typeface="Outfit"/>
                <a:cs typeface="Outfit"/>
                <a:sym typeface="Outfit"/>
              </a:defRPr>
            </a:lvl4pPr>
            <a:lvl5pPr lvl="4">
              <a:lnSpc>
                <a:spcPct val="115000"/>
              </a:lnSpc>
              <a:spcBef>
                <a:spcPts val="0"/>
              </a:spcBef>
              <a:spcAft>
                <a:spcPts val="0"/>
              </a:spcAft>
              <a:buSzPts val="1500"/>
              <a:buFont typeface="Outfit"/>
              <a:buNone/>
              <a:defRPr sz="1500">
                <a:latin typeface="Outfit"/>
                <a:ea typeface="Outfit"/>
                <a:cs typeface="Outfit"/>
                <a:sym typeface="Outfit"/>
              </a:defRPr>
            </a:lvl5pPr>
            <a:lvl6pPr lvl="5">
              <a:lnSpc>
                <a:spcPct val="115000"/>
              </a:lnSpc>
              <a:spcBef>
                <a:spcPts val="0"/>
              </a:spcBef>
              <a:spcAft>
                <a:spcPts val="0"/>
              </a:spcAft>
              <a:buSzPts val="1500"/>
              <a:buFont typeface="Outfit"/>
              <a:buNone/>
              <a:defRPr sz="1500">
                <a:latin typeface="Outfit"/>
                <a:ea typeface="Outfit"/>
                <a:cs typeface="Outfit"/>
                <a:sym typeface="Outfit"/>
              </a:defRPr>
            </a:lvl6pPr>
            <a:lvl7pPr lvl="6">
              <a:lnSpc>
                <a:spcPct val="115000"/>
              </a:lnSpc>
              <a:spcBef>
                <a:spcPts val="0"/>
              </a:spcBef>
              <a:spcAft>
                <a:spcPts val="0"/>
              </a:spcAft>
              <a:buSzPts val="1500"/>
              <a:buFont typeface="Outfit"/>
              <a:buNone/>
              <a:defRPr sz="1500">
                <a:latin typeface="Outfit"/>
                <a:ea typeface="Outfit"/>
                <a:cs typeface="Outfit"/>
                <a:sym typeface="Outfit"/>
              </a:defRPr>
            </a:lvl7pPr>
            <a:lvl8pPr lvl="7">
              <a:lnSpc>
                <a:spcPct val="115000"/>
              </a:lnSpc>
              <a:spcBef>
                <a:spcPts val="0"/>
              </a:spcBef>
              <a:spcAft>
                <a:spcPts val="0"/>
              </a:spcAft>
              <a:buSzPts val="1500"/>
              <a:buFont typeface="Outfit"/>
              <a:buNone/>
              <a:defRPr sz="1500">
                <a:latin typeface="Outfit"/>
                <a:ea typeface="Outfit"/>
                <a:cs typeface="Outfit"/>
                <a:sym typeface="Outfit"/>
              </a:defRPr>
            </a:lvl8pPr>
            <a:lvl9pPr lvl="8">
              <a:lnSpc>
                <a:spcPct val="115000"/>
              </a:lnSpc>
              <a:spcBef>
                <a:spcPts val="0"/>
              </a:spcBef>
              <a:spcAft>
                <a:spcPts val="0"/>
              </a:spcAft>
              <a:buSzPts val="1500"/>
              <a:buFont typeface="Outfit"/>
              <a:buNone/>
              <a:defRPr sz="1500">
                <a:latin typeface="Outfit"/>
                <a:ea typeface="Outfit"/>
                <a:cs typeface="Outfit"/>
                <a:sym typeface="Outfit"/>
              </a:defRPr>
            </a:lvl9pPr>
          </a:lstStyle>
          <a:p/>
        </p:txBody>
      </p:sp>
      <p:sp>
        <p:nvSpPr>
          <p:cNvPr id="48" name="Google Shape;48;p7"/>
          <p:cNvSpPr txBox="1"/>
          <p:nvPr>
            <p:ph idx="17" type="subTitle"/>
          </p:nvPr>
        </p:nvSpPr>
        <p:spPr>
          <a:xfrm>
            <a:off x="6242100" y="2740125"/>
            <a:ext cx="2460000" cy="1539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b="1" sz="1000">
                <a:latin typeface="Outfit"/>
                <a:ea typeface="Outfit"/>
                <a:cs typeface="Outfit"/>
                <a:sym typeface="Outfit"/>
              </a:defRPr>
            </a:lvl1pPr>
            <a:lvl2pPr lvl="1">
              <a:lnSpc>
                <a:spcPct val="115000"/>
              </a:lnSpc>
              <a:spcBef>
                <a:spcPts val="0"/>
              </a:spcBef>
              <a:spcAft>
                <a:spcPts val="0"/>
              </a:spcAft>
              <a:buSzPts val="1500"/>
              <a:buFont typeface="Outfit"/>
              <a:buNone/>
              <a:defRPr sz="1500">
                <a:latin typeface="Outfit"/>
                <a:ea typeface="Outfit"/>
                <a:cs typeface="Outfit"/>
                <a:sym typeface="Outfit"/>
              </a:defRPr>
            </a:lvl2pPr>
            <a:lvl3pPr lvl="2">
              <a:lnSpc>
                <a:spcPct val="115000"/>
              </a:lnSpc>
              <a:spcBef>
                <a:spcPts val="0"/>
              </a:spcBef>
              <a:spcAft>
                <a:spcPts val="0"/>
              </a:spcAft>
              <a:buSzPts val="1500"/>
              <a:buFont typeface="Outfit"/>
              <a:buNone/>
              <a:defRPr sz="1500">
                <a:latin typeface="Outfit"/>
                <a:ea typeface="Outfit"/>
                <a:cs typeface="Outfit"/>
                <a:sym typeface="Outfit"/>
              </a:defRPr>
            </a:lvl3pPr>
            <a:lvl4pPr lvl="3">
              <a:lnSpc>
                <a:spcPct val="115000"/>
              </a:lnSpc>
              <a:spcBef>
                <a:spcPts val="0"/>
              </a:spcBef>
              <a:spcAft>
                <a:spcPts val="0"/>
              </a:spcAft>
              <a:buSzPts val="1500"/>
              <a:buFont typeface="Outfit"/>
              <a:buNone/>
              <a:defRPr sz="1500">
                <a:latin typeface="Outfit"/>
                <a:ea typeface="Outfit"/>
                <a:cs typeface="Outfit"/>
                <a:sym typeface="Outfit"/>
              </a:defRPr>
            </a:lvl4pPr>
            <a:lvl5pPr lvl="4">
              <a:lnSpc>
                <a:spcPct val="115000"/>
              </a:lnSpc>
              <a:spcBef>
                <a:spcPts val="0"/>
              </a:spcBef>
              <a:spcAft>
                <a:spcPts val="0"/>
              </a:spcAft>
              <a:buSzPts val="1500"/>
              <a:buFont typeface="Outfit"/>
              <a:buNone/>
              <a:defRPr sz="1500">
                <a:latin typeface="Outfit"/>
                <a:ea typeface="Outfit"/>
                <a:cs typeface="Outfit"/>
                <a:sym typeface="Outfit"/>
              </a:defRPr>
            </a:lvl5pPr>
            <a:lvl6pPr lvl="5">
              <a:lnSpc>
                <a:spcPct val="115000"/>
              </a:lnSpc>
              <a:spcBef>
                <a:spcPts val="0"/>
              </a:spcBef>
              <a:spcAft>
                <a:spcPts val="0"/>
              </a:spcAft>
              <a:buSzPts val="1500"/>
              <a:buFont typeface="Outfit"/>
              <a:buNone/>
              <a:defRPr sz="1500">
                <a:latin typeface="Outfit"/>
                <a:ea typeface="Outfit"/>
                <a:cs typeface="Outfit"/>
                <a:sym typeface="Outfit"/>
              </a:defRPr>
            </a:lvl6pPr>
            <a:lvl7pPr lvl="6">
              <a:lnSpc>
                <a:spcPct val="115000"/>
              </a:lnSpc>
              <a:spcBef>
                <a:spcPts val="0"/>
              </a:spcBef>
              <a:spcAft>
                <a:spcPts val="0"/>
              </a:spcAft>
              <a:buSzPts val="1500"/>
              <a:buFont typeface="Outfit"/>
              <a:buNone/>
              <a:defRPr sz="1500">
                <a:latin typeface="Outfit"/>
                <a:ea typeface="Outfit"/>
                <a:cs typeface="Outfit"/>
                <a:sym typeface="Outfit"/>
              </a:defRPr>
            </a:lvl7pPr>
            <a:lvl8pPr lvl="7">
              <a:lnSpc>
                <a:spcPct val="115000"/>
              </a:lnSpc>
              <a:spcBef>
                <a:spcPts val="0"/>
              </a:spcBef>
              <a:spcAft>
                <a:spcPts val="0"/>
              </a:spcAft>
              <a:buSzPts val="1500"/>
              <a:buFont typeface="Outfit"/>
              <a:buNone/>
              <a:defRPr sz="1500">
                <a:latin typeface="Outfit"/>
                <a:ea typeface="Outfit"/>
                <a:cs typeface="Outfit"/>
                <a:sym typeface="Outfit"/>
              </a:defRPr>
            </a:lvl8pPr>
            <a:lvl9pPr lvl="8">
              <a:lnSpc>
                <a:spcPct val="115000"/>
              </a:lnSpc>
              <a:spcBef>
                <a:spcPts val="0"/>
              </a:spcBef>
              <a:spcAft>
                <a:spcPts val="0"/>
              </a:spcAft>
              <a:buSzPts val="1500"/>
              <a:buFont typeface="Outfit"/>
              <a:buNone/>
              <a:defRPr sz="1500">
                <a:latin typeface="Outfit"/>
                <a:ea typeface="Outfit"/>
                <a:cs typeface="Outfit"/>
                <a:sym typeface="Outfit"/>
              </a:defRPr>
            </a:lvl9pPr>
          </a:lstStyle>
          <a:p/>
        </p:txBody>
      </p:sp>
      <p:sp>
        <p:nvSpPr>
          <p:cNvPr id="49" name="Google Shape;49;p7"/>
          <p:cNvSpPr txBox="1"/>
          <p:nvPr>
            <p:ph idx="18" type="subTitle"/>
          </p:nvPr>
        </p:nvSpPr>
        <p:spPr>
          <a:xfrm>
            <a:off x="3348525" y="3857175"/>
            <a:ext cx="2460000" cy="1539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b="1" sz="1000">
                <a:latin typeface="Outfit"/>
                <a:ea typeface="Outfit"/>
                <a:cs typeface="Outfit"/>
                <a:sym typeface="Outfit"/>
              </a:defRPr>
            </a:lvl1pPr>
            <a:lvl2pPr lvl="1">
              <a:lnSpc>
                <a:spcPct val="115000"/>
              </a:lnSpc>
              <a:spcBef>
                <a:spcPts val="0"/>
              </a:spcBef>
              <a:spcAft>
                <a:spcPts val="0"/>
              </a:spcAft>
              <a:buSzPts val="1500"/>
              <a:buFont typeface="Outfit"/>
              <a:buNone/>
              <a:defRPr sz="1500">
                <a:latin typeface="Outfit"/>
                <a:ea typeface="Outfit"/>
                <a:cs typeface="Outfit"/>
                <a:sym typeface="Outfit"/>
              </a:defRPr>
            </a:lvl2pPr>
            <a:lvl3pPr lvl="2">
              <a:lnSpc>
                <a:spcPct val="115000"/>
              </a:lnSpc>
              <a:spcBef>
                <a:spcPts val="0"/>
              </a:spcBef>
              <a:spcAft>
                <a:spcPts val="0"/>
              </a:spcAft>
              <a:buSzPts val="1500"/>
              <a:buFont typeface="Outfit"/>
              <a:buNone/>
              <a:defRPr sz="1500">
                <a:latin typeface="Outfit"/>
                <a:ea typeface="Outfit"/>
                <a:cs typeface="Outfit"/>
                <a:sym typeface="Outfit"/>
              </a:defRPr>
            </a:lvl3pPr>
            <a:lvl4pPr lvl="3">
              <a:lnSpc>
                <a:spcPct val="115000"/>
              </a:lnSpc>
              <a:spcBef>
                <a:spcPts val="0"/>
              </a:spcBef>
              <a:spcAft>
                <a:spcPts val="0"/>
              </a:spcAft>
              <a:buSzPts val="1500"/>
              <a:buFont typeface="Outfit"/>
              <a:buNone/>
              <a:defRPr sz="1500">
                <a:latin typeface="Outfit"/>
                <a:ea typeface="Outfit"/>
                <a:cs typeface="Outfit"/>
                <a:sym typeface="Outfit"/>
              </a:defRPr>
            </a:lvl4pPr>
            <a:lvl5pPr lvl="4">
              <a:lnSpc>
                <a:spcPct val="115000"/>
              </a:lnSpc>
              <a:spcBef>
                <a:spcPts val="0"/>
              </a:spcBef>
              <a:spcAft>
                <a:spcPts val="0"/>
              </a:spcAft>
              <a:buSzPts val="1500"/>
              <a:buFont typeface="Outfit"/>
              <a:buNone/>
              <a:defRPr sz="1500">
                <a:latin typeface="Outfit"/>
                <a:ea typeface="Outfit"/>
                <a:cs typeface="Outfit"/>
                <a:sym typeface="Outfit"/>
              </a:defRPr>
            </a:lvl5pPr>
            <a:lvl6pPr lvl="5">
              <a:lnSpc>
                <a:spcPct val="115000"/>
              </a:lnSpc>
              <a:spcBef>
                <a:spcPts val="0"/>
              </a:spcBef>
              <a:spcAft>
                <a:spcPts val="0"/>
              </a:spcAft>
              <a:buSzPts val="1500"/>
              <a:buFont typeface="Outfit"/>
              <a:buNone/>
              <a:defRPr sz="1500">
                <a:latin typeface="Outfit"/>
                <a:ea typeface="Outfit"/>
                <a:cs typeface="Outfit"/>
                <a:sym typeface="Outfit"/>
              </a:defRPr>
            </a:lvl6pPr>
            <a:lvl7pPr lvl="6">
              <a:lnSpc>
                <a:spcPct val="115000"/>
              </a:lnSpc>
              <a:spcBef>
                <a:spcPts val="0"/>
              </a:spcBef>
              <a:spcAft>
                <a:spcPts val="0"/>
              </a:spcAft>
              <a:buSzPts val="1500"/>
              <a:buFont typeface="Outfit"/>
              <a:buNone/>
              <a:defRPr sz="1500">
                <a:latin typeface="Outfit"/>
                <a:ea typeface="Outfit"/>
                <a:cs typeface="Outfit"/>
                <a:sym typeface="Outfit"/>
              </a:defRPr>
            </a:lvl7pPr>
            <a:lvl8pPr lvl="7">
              <a:lnSpc>
                <a:spcPct val="115000"/>
              </a:lnSpc>
              <a:spcBef>
                <a:spcPts val="0"/>
              </a:spcBef>
              <a:spcAft>
                <a:spcPts val="0"/>
              </a:spcAft>
              <a:buSzPts val="1500"/>
              <a:buFont typeface="Outfit"/>
              <a:buNone/>
              <a:defRPr sz="1500">
                <a:latin typeface="Outfit"/>
                <a:ea typeface="Outfit"/>
                <a:cs typeface="Outfit"/>
                <a:sym typeface="Outfit"/>
              </a:defRPr>
            </a:lvl8pPr>
            <a:lvl9pPr lvl="8">
              <a:lnSpc>
                <a:spcPct val="115000"/>
              </a:lnSpc>
              <a:spcBef>
                <a:spcPts val="0"/>
              </a:spcBef>
              <a:spcAft>
                <a:spcPts val="0"/>
              </a:spcAft>
              <a:buSzPts val="1500"/>
              <a:buFont typeface="Outfit"/>
              <a:buNone/>
              <a:defRPr sz="1500">
                <a:latin typeface="Outfit"/>
                <a:ea typeface="Outfit"/>
                <a:cs typeface="Outfit"/>
                <a:sym typeface="Outfit"/>
              </a:defRPr>
            </a:lvl9pPr>
          </a:lstStyle>
          <a:p/>
        </p:txBody>
      </p:sp>
      <p:sp>
        <p:nvSpPr>
          <p:cNvPr id="50" name="Google Shape;50;p7"/>
          <p:cNvSpPr txBox="1"/>
          <p:nvPr>
            <p:ph idx="19" type="subTitle"/>
          </p:nvPr>
        </p:nvSpPr>
        <p:spPr>
          <a:xfrm>
            <a:off x="6242100" y="3857175"/>
            <a:ext cx="2460000" cy="1539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b="1" sz="1000">
                <a:latin typeface="Outfit"/>
                <a:ea typeface="Outfit"/>
                <a:cs typeface="Outfit"/>
                <a:sym typeface="Outfit"/>
              </a:defRPr>
            </a:lvl1pPr>
            <a:lvl2pPr lvl="1">
              <a:lnSpc>
                <a:spcPct val="115000"/>
              </a:lnSpc>
              <a:spcBef>
                <a:spcPts val="0"/>
              </a:spcBef>
              <a:spcAft>
                <a:spcPts val="0"/>
              </a:spcAft>
              <a:buSzPts val="1500"/>
              <a:buFont typeface="Outfit"/>
              <a:buNone/>
              <a:defRPr sz="1500">
                <a:latin typeface="Outfit"/>
                <a:ea typeface="Outfit"/>
                <a:cs typeface="Outfit"/>
                <a:sym typeface="Outfit"/>
              </a:defRPr>
            </a:lvl2pPr>
            <a:lvl3pPr lvl="2">
              <a:lnSpc>
                <a:spcPct val="115000"/>
              </a:lnSpc>
              <a:spcBef>
                <a:spcPts val="0"/>
              </a:spcBef>
              <a:spcAft>
                <a:spcPts val="0"/>
              </a:spcAft>
              <a:buSzPts val="1500"/>
              <a:buFont typeface="Outfit"/>
              <a:buNone/>
              <a:defRPr sz="1500">
                <a:latin typeface="Outfit"/>
                <a:ea typeface="Outfit"/>
                <a:cs typeface="Outfit"/>
                <a:sym typeface="Outfit"/>
              </a:defRPr>
            </a:lvl3pPr>
            <a:lvl4pPr lvl="3">
              <a:lnSpc>
                <a:spcPct val="115000"/>
              </a:lnSpc>
              <a:spcBef>
                <a:spcPts val="0"/>
              </a:spcBef>
              <a:spcAft>
                <a:spcPts val="0"/>
              </a:spcAft>
              <a:buSzPts val="1500"/>
              <a:buFont typeface="Outfit"/>
              <a:buNone/>
              <a:defRPr sz="1500">
                <a:latin typeface="Outfit"/>
                <a:ea typeface="Outfit"/>
                <a:cs typeface="Outfit"/>
                <a:sym typeface="Outfit"/>
              </a:defRPr>
            </a:lvl4pPr>
            <a:lvl5pPr lvl="4">
              <a:lnSpc>
                <a:spcPct val="115000"/>
              </a:lnSpc>
              <a:spcBef>
                <a:spcPts val="0"/>
              </a:spcBef>
              <a:spcAft>
                <a:spcPts val="0"/>
              </a:spcAft>
              <a:buSzPts val="1500"/>
              <a:buFont typeface="Outfit"/>
              <a:buNone/>
              <a:defRPr sz="1500">
                <a:latin typeface="Outfit"/>
                <a:ea typeface="Outfit"/>
                <a:cs typeface="Outfit"/>
                <a:sym typeface="Outfit"/>
              </a:defRPr>
            </a:lvl5pPr>
            <a:lvl6pPr lvl="5">
              <a:lnSpc>
                <a:spcPct val="115000"/>
              </a:lnSpc>
              <a:spcBef>
                <a:spcPts val="0"/>
              </a:spcBef>
              <a:spcAft>
                <a:spcPts val="0"/>
              </a:spcAft>
              <a:buSzPts val="1500"/>
              <a:buFont typeface="Outfit"/>
              <a:buNone/>
              <a:defRPr sz="1500">
                <a:latin typeface="Outfit"/>
                <a:ea typeface="Outfit"/>
                <a:cs typeface="Outfit"/>
                <a:sym typeface="Outfit"/>
              </a:defRPr>
            </a:lvl6pPr>
            <a:lvl7pPr lvl="6">
              <a:lnSpc>
                <a:spcPct val="115000"/>
              </a:lnSpc>
              <a:spcBef>
                <a:spcPts val="0"/>
              </a:spcBef>
              <a:spcAft>
                <a:spcPts val="0"/>
              </a:spcAft>
              <a:buSzPts val="1500"/>
              <a:buFont typeface="Outfit"/>
              <a:buNone/>
              <a:defRPr sz="1500">
                <a:latin typeface="Outfit"/>
                <a:ea typeface="Outfit"/>
                <a:cs typeface="Outfit"/>
                <a:sym typeface="Outfit"/>
              </a:defRPr>
            </a:lvl7pPr>
            <a:lvl8pPr lvl="7">
              <a:lnSpc>
                <a:spcPct val="115000"/>
              </a:lnSpc>
              <a:spcBef>
                <a:spcPts val="0"/>
              </a:spcBef>
              <a:spcAft>
                <a:spcPts val="0"/>
              </a:spcAft>
              <a:buSzPts val="1500"/>
              <a:buFont typeface="Outfit"/>
              <a:buNone/>
              <a:defRPr sz="1500">
                <a:latin typeface="Outfit"/>
                <a:ea typeface="Outfit"/>
                <a:cs typeface="Outfit"/>
                <a:sym typeface="Outfit"/>
              </a:defRPr>
            </a:lvl8pPr>
            <a:lvl9pPr lvl="8">
              <a:lnSpc>
                <a:spcPct val="115000"/>
              </a:lnSpc>
              <a:spcBef>
                <a:spcPts val="0"/>
              </a:spcBef>
              <a:spcAft>
                <a:spcPts val="0"/>
              </a:spcAft>
              <a:buSzPts val="1500"/>
              <a:buFont typeface="Outfit"/>
              <a:buNone/>
              <a:defRPr sz="1500">
                <a:latin typeface="Outfit"/>
                <a:ea typeface="Outfit"/>
                <a:cs typeface="Outfit"/>
                <a:sym typeface="Outfit"/>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5">
  <p:cSld name="BLANK_1_1_1_1_1_1_1_1_1_1_1_2_1_1">
    <p:bg>
      <p:bgPr>
        <a:solidFill>
          <a:schemeClr val="lt2"/>
        </a:solidFill>
      </p:bgPr>
    </p:bg>
    <p:spTree>
      <p:nvGrpSpPr>
        <p:cNvPr id="51" name="Shape 51"/>
        <p:cNvGrpSpPr/>
        <p:nvPr/>
      </p:nvGrpSpPr>
      <p:grpSpPr>
        <a:xfrm>
          <a:off x="0" y="0"/>
          <a:ext cx="0" cy="0"/>
          <a:chOff x="0" y="0"/>
          <a:chExt cx="0" cy="0"/>
        </a:xfrm>
      </p:grpSpPr>
      <p:sp>
        <p:nvSpPr>
          <p:cNvPr id="52" name="Google Shape;52;p8"/>
          <p:cNvSpPr/>
          <p:nvPr>
            <p:ph idx="2" type="pic"/>
          </p:nvPr>
        </p:nvSpPr>
        <p:spPr>
          <a:xfrm>
            <a:off x="284650" y="2623125"/>
            <a:ext cx="723300" cy="1011600"/>
          </a:xfrm>
          <a:prstGeom prst="roundRect">
            <a:avLst>
              <a:gd fmla="val 16667" name="adj"/>
            </a:avLst>
          </a:prstGeom>
          <a:noFill/>
          <a:ln>
            <a:noFill/>
          </a:ln>
        </p:spPr>
      </p:sp>
      <p:sp>
        <p:nvSpPr>
          <p:cNvPr id="53" name="Google Shape;53;p8"/>
          <p:cNvSpPr txBox="1"/>
          <p:nvPr>
            <p:ph type="title"/>
          </p:nvPr>
        </p:nvSpPr>
        <p:spPr>
          <a:xfrm>
            <a:off x="284775" y="282900"/>
            <a:ext cx="7851300" cy="620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54" name="Google Shape;54;p8"/>
          <p:cNvSpPr txBox="1"/>
          <p:nvPr>
            <p:ph idx="1" type="subTitle"/>
          </p:nvPr>
        </p:nvSpPr>
        <p:spPr>
          <a:xfrm>
            <a:off x="1009725" y="4145850"/>
            <a:ext cx="2064000" cy="605100"/>
          </a:xfrm>
          <a:prstGeom prst="rect">
            <a:avLst/>
          </a:prstGeom>
        </p:spPr>
        <p:txBody>
          <a:bodyPr anchorCtr="0" anchor="b" bIns="137150" lIns="137150" spcFirstLastPara="1" rIns="182875" wrap="square" tIns="0">
            <a:noAutofit/>
          </a:bodyPr>
          <a:lstStyle>
            <a:lvl1pPr lvl="0">
              <a:lnSpc>
                <a:spcPct val="90000"/>
              </a:lnSpc>
              <a:spcBef>
                <a:spcPts val="0"/>
              </a:spcBef>
              <a:spcAft>
                <a:spcPts val="0"/>
              </a:spcAft>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55" name="Google Shape;55;p8"/>
          <p:cNvSpPr/>
          <p:nvPr>
            <p:ph idx="3" type="pic"/>
          </p:nvPr>
        </p:nvSpPr>
        <p:spPr>
          <a:xfrm>
            <a:off x="284650" y="3739875"/>
            <a:ext cx="723300" cy="1011600"/>
          </a:xfrm>
          <a:prstGeom prst="roundRect">
            <a:avLst>
              <a:gd fmla="val 16667" name="adj"/>
            </a:avLst>
          </a:prstGeom>
          <a:noFill/>
          <a:ln>
            <a:noFill/>
          </a:ln>
        </p:spPr>
      </p:sp>
      <p:sp>
        <p:nvSpPr>
          <p:cNvPr id="56" name="Google Shape;56;p8"/>
          <p:cNvSpPr/>
          <p:nvPr>
            <p:ph idx="4" type="pic"/>
          </p:nvPr>
        </p:nvSpPr>
        <p:spPr>
          <a:xfrm>
            <a:off x="3178288" y="2623125"/>
            <a:ext cx="723300" cy="1011600"/>
          </a:xfrm>
          <a:prstGeom prst="roundRect">
            <a:avLst>
              <a:gd fmla="val 16667" name="adj"/>
            </a:avLst>
          </a:prstGeom>
          <a:noFill/>
          <a:ln>
            <a:noFill/>
          </a:ln>
        </p:spPr>
      </p:sp>
      <p:sp>
        <p:nvSpPr>
          <p:cNvPr id="57" name="Google Shape;57;p8"/>
          <p:cNvSpPr/>
          <p:nvPr>
            <p:ph idx="5" type="pic"/>
          </p:nvPr>
        </p:nvSpPr>
        <p:spPr>
          <a:xfrm>
            <a:off x="3178288" y="3739875"/>
            <a:ext cx="723300" cy="1011600"/>
          </a:xfrm>
          <a:prstGeom prst="roundRect">
            <a:avLst>
              <a:gd fmla="val 16667" name="adj"/>
            </a:avLst>
          </a:prstGeom>
          <a:noFill/>
          <a:ln>
            <a:noFill/>
          </a:ln>
        </p:spPr>
      </p:sp>
      <p:sp>
        <p:nvSpPr>
          <p:cNvPr id="58" name="Google Shape;58;p8"/>
          <p:cNvSpPr/>
          <p:nvPr>
            <p:ph idx="6" type="pic"/>
          </p:nvPr>
        </p:nvSpPr>
        <p:spPr>
          <a:xfrm>
            <a:off x="6071925" y="2623125"/>
            <a:ext cx="723300" cy="1011600"/>
          </a:xfrm>
          <a:prstGeom prst="roundRect">
            <a:avLst>
              <a:gd fmla="val 16667" name="adj"/>
            </a:avLst>
          </a:prstGeom>
          <a:noFill/>
          <a:ln>
            <a:noFill/>
          </a:ln>
        </p:spPr>
      </p:sp>
      <p:sp>
        <p:nvSpPr>
          <p:cNvPr id="59" name="Google Shape;59;p8"/>
          <p:cNvSpPr/>
          <p:nvPr>
            <p:ph idx="7" type="pic"/>
          </p:nvPr>
        </p:nvSpPr>
        <p:spPr>
          <a:xfrm>
            <a:off x="6071925" y="3739875"/>
            <a:ext cx="723300" cy="1011600"/>
          </a:xfrm>
          <a:prstGeom prst="roundRect">
            <a:avLst>
              <a:gd fmla="val 16667" name="adj"/>
            </a:avLst>
          </a:prstGeom>
          <a:noFill/>
          <a:ln>
            <a:noFill/>
          </a:ln>
        </p:spPr>
      </p:sp>
      <p:sp>
        <p:nvSpPr>
          <p:cNvPr id="60" name="Google Shape;60;p8"/>
          <p:cNvSpPr txBox="1"/>
          <p:nvPr>
            <p:ph idx="8" type="subTitle"/>
          </p:nvPr>
        </p:nvSpPr>
        <p:spPr>
          <a:xfrm>
            <a:off x="3902538" y="4145850"/>
            <a:ext cx="2064000" cy="605100"/>
          </a:xfrm>
          <a:prstGeom prst="rect">
            <a:avLst/>
          </a:prstGeom>
        </p:spPr>
        <p:txBody>
          <a:bodyPr anchorCtr="0" anchor="b" bIns="137150" lIns="137150" spcFirstLastPara="1" rIns="182875" wrap="square" tIns="0">
            <a:noAutofit/>
          </a:bodyPr>
          <a:lstStyle>
            <a:lvl1pPr lvl="0">
              <a:lnSpc>
                <a:spcPct val="90000"/>
              </a:lnSpc>
              <a:spcBef>
                <a:spcPts val="0"/>
              </a:spcBef>
              <a:spcAft>
                <a:spcPts val="0"/>
              </a:spcAft>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61" name="Google Shape;61;p8"/>
          <p:cNvSpPr txBox="1"/>
          <p:nvPr>
            <p:ph idx="9" type="subTitle"/>
          </p:nvPr>
        </p:nvSpPr>
        <p:spPr>
          <a:xfrm>
            <a:off x="6795350" y="4145850"/>
            <a:ext cx="2064000" cy="605100"/>
          </a:xfrm>
          <a:prstGeom prst="rect">
            <a:avLst/>
          </a:prstGeom>
        </p:spPr>
        <p:txBody>
          <a:bodyPr anchorCtr="0" anchor="b" bIns="137150" lIns="137150" spcFirstLastPara="1" rIns="182875" wrap="square" tIns="0">
            <a:noAutofit/>
          </a:bodyPr>
          <a:lstStyle>
            <a:lvl1pPr lvl="0">
              <a:lnSpc>
                <a:spcPct val="90000"/>
              </a:lnSpc>
              <a:spcBef>
                <a:spcPts val="0"/>
              </a:spcBef>
              <a:spcAft>
                <a:spcPts val="0"/>
              </a:spcAft>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62" name="Google Shape;62;p8"/>
          <p:cNvSpPr txBox="1"/>
          <p:nvPr>
            <p:ph idx="13" type="subTitle"/>
          </p:nvPr>
        </p:nvSpPr>
        <p:spPr>
          <a:xfrm>
            <a:off x="1009725" y="3028725"/>
            <a:ext cx="2064000" cy="605100"/>
          </a:xfrm>
          <a:prstGeom prst="rect">
            <a:avLst/>
          </a:prstGeom>
        </p:spPr>
        <p:txBody>
          <a:bodyPr anchorCtr="0" anchor="b" bIns="137150" lIns="137150" spcFirstLastPara="1" rIns="182875" wrap="square" tIns="0">
            <a:noAutofit/>
          </a:bodyPr>
          <a:lstStyle>
            <a:lvl1pPr lvl="0">
              <a:lnSpc>
                <a:spcPct val="90000"/>
              </a:lnSpc>
              <a:spcBef>
                <a:spcPts val="0"/>
              </a:spcBef>
              <a:spcAft>
                <a:spcPts val="0"/>
              </a:spcAft>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63" name="Google Shape;63;p8"/>
          <p:cNvSpPr txBox="1"/>
          <p:nvPr>
            <p:ph idx="14" type="subTitle"/>
          </p:nvPr>
        </p:nvSpPr>
        <p:spPr>
          <a:xfrm>
            <a:off x="3902538" y="3028725"/>
            <a:ext cx="2064000" cy="605100"/>
          </a:xfrm>
          <a:prstGeom prst="rect">
            <a:avLst/>
          </a:prstGeom>
        </p:spPr>
        <p:txBody>
          <a:bodyPr anchorCtr="0" anchor="b" bIns="137150" lIns="137150" spcFirstLastPara="1" rIns="182875" wrap="square" tIns="0">
            <a:noAutofit/>
          </a:bodyPr>
          <a:lstStyle>
            <a:lvl1pPr lvl="0">
              <a:lnSpc>
                <a:spcPct val="90000"/>
              </a:lnSpc>
              <a:spcBef>
                <a:spcPts val="0"/>
              </a:spcBef>
              <a:spcAft>
                <a:spcPts val="0"/>
              </a:spcAft>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64" name="Google Shape;64;p8"/>
          <p:cNvSpPr txBox="1"/>
          <p:nvPr>
            <p:ph idx="15" type="subTitle"/>
          </p:nvPr>
        </p:nvSpPr>
        <p:spPr>
          <a:xfrm>
            <a:off x="6795350" y="3028725"/>
            <a:ext cx="2064000" cy="605100"/>
          </a:xfrm>
          <a:prstGeom prst="rect">
            <a:avLst/>
          </a:prstGeom>
        </p:spPr>
        <p:txBody>
          <a:bodyPr anchorCtr="0" anchor="b" bIns="137150" lIns="137150" spcFirstLastPara="1" rIns="182875" wrap="square" tIns="0">
            <a:noAutofit/>
          </a:bodyPr>
          <a:lstStyle>
            <a:lvl1pPr lvl="0">
              <a:lnSpc>
                <a:spcPct val="90000"/>
              </a:lnSpc>
              <a:spcBef>
                <a:spcPts val="0"/>
              </a:spcBef>
              <a:spcAft>
                <a:spcPts val="0"/>
              </a:spcAft>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cards">
  <p:cSld name="CUSTOM_5">
    <p:spTree>
      <p:nvGrpSpPr>
        <p:cNvPr id="65" name="Shape 65"/>
        <p:cNvGrpSpPr/>
        <p:nvPr/>
      </p:nvGrpSpPr>
      <p:grpSpPr>
        <a:xfrm>
          <a:off x="0" y="0"/>
          <a:ext cx="0" cy="0"/>
          <a:chOff x="0" y="0"/>
          <a:chExt cx="0" cy="0"/>
        </a:xfrm>
      </p:grpSpPr>
      <p:sp>
        <p:nvSpPr>
          <p:cNvPr id="66" name="Google Shape;66;p9"/>
          <p:cNvSpPr txBox="1"/>
          <p:nvPr>
            <p:ph type="title"/>
          </p:nvPr>
        </p:nvSpPr>
        <p:spPr>
          <a:xfrm>
            <a:off x="284775" y="282900"/>
            <a:ext cx="85824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67" name="Google Shape;67;p9"/>
          <p:cNvSpPr txBox="1"/>
          <p:nvPr>
            <p:ph idx="1" type="subTitle"/>
          </p:nvPr>
        </p:nvSpPr>
        <p:spPr>
          <a:xfrm>
            <a:off x="1802675" y="2040250"/>
            <a:ext cx="1468500" cy="333300"/>
          </a:xfrm>
          <a:prstGeom prst="rect">
            <a:avLst/>
          </a:prstGeom>
        </p:spPr>
        <p:txBody>
          <a:bodyPr anchorCtr="0" anchor="t" bIns="0" lIns="0" spcFirstLastPara="1" rIns="0" wrap="square" tIns="0">
            <a:noAutofit/>
          </a:bodyPr>
          <a:lstStyle>
            <a:lvl1pPr lvl="0">
              <a:spcBef>
                <a:spcPts val="0"/>
              </a:spcBef>
              <a:spcAft>
                <a:spcPts val="0"/>
              </a:spcAft>
              <a:buNone/>
              <a:defRPr sz="1400">
                <a:solidFill>
                  <a:schemeClr val="lt2"/>
                </a:solidFill>
                <a:latin typeface="Instrument Sans Medium"/>
                <a:ea typeface="Instrument Sans Medium"/>
                <a:cs typeface="Instrument Sans Medium"/>
                <a:sym typeface="Instrument Sans Medium"/>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p:txBody>
      </p:sp>
      <p:sp>
        <p:nvSpPr>
          <p:cNvPr id="68" name="Google Shape;68;p9"/>
          <p:cNvSpPr txBox="1"/>
          <p:nvPr>
            <p:ph idx="2" type="subTitle"/>
          </p:nvPr>
        </p:nvSpPr>
        <p:spPr>
          <a:xfrm>
            <a:off x="3610975" y="2040250"/>
            <a:ext cx="1468500" cy="333300"/>
          </a:xfrm>
          <a:prstGeom prst="rect">
            <a:avLst/>
          </a:prstGeom>
        </p:spPr>
        <p:txBody>
          <a:bodyPr anchorCtr="0" anchor="t" bIns="0" lIns="0" spcFirstLastPara="1" rIns="0" wrap="square" tIns="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p:txBody>
      </p:sp>
      <p:sp>
        <p:nvSpPr>
          <p:cNvPr id="69" name="Google Shape;69;p9"/>
          <p:cNvSpPr txBox="1"/>
          <p:nvPr>
            <p:ph idx="3" type="subTitle"/>
          </p:nvPr>
        </p:nvSpPr>
        <p:spPr>
          <a:xfrm>
            <a:off x="5419275" y="2040250"/>
            <a:ext cx="1468500" cy="333300"/>
          </a:xfrm>
          <a:prstGeom prst="rect">
            <a:avLst/>
          </a:prstGeom>
        </p:spPr>
        <p:txBody>
          <a:bodyPr anchorCtr="0" anchor="t" bIns="0" lIns="0" spcFirstLastPara="1" rIns="0" wrap="square" tIns="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p:txBody>
      </p:sp>
      <p:sp>
        <p:nvSpPr>
          <p:cNvPr id="70" name="Google Shape;70;p9"/>
          <p:cNvSpPr txBox="1"/>
          <p:nvPr>
            <p:ph idx="4" type="subTitle"/>
          </p:nvPr>
        </p:nvSpPr>
        <p:spPr>
          <a:xfrm>
            <a:off x="7227575" y="2040250"/>
            <a:ext cx="1468500" cy="333300"/>
          </a:xfrm>
          <a:prstGeom prst="rect">
            <a:avLst/>
          </a:prstGeom>
        </p:spPr>
        <p:txBody>
          <a:bodyPr anchorCtr="0" anchor="t" bIns="0" lIns="0" spcFirstLastPara="1" rIns="0" wrap="square" tIns="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p:txBody>
      </p:sp>
      <p:sp>
        <p:nvSpPr>
          <p:cNvPr id="71" name="Google Shape;71;p9"/>
          <p:cNvSpPr txBox="1"/>
          <p:nvPr>
            <p:ph idx="5"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p:txBody>
      </p:sp>
      <p:sp>
        <p:nvSpPr>
          <p:cNvPr id="72" name="Google Shape;72;p9"/>
          <p:cNvSpPr txBox="1"/>
          <p:nvPr>
            <p:ph idx="6"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SzPts val="600"/>
              <a:buNone/>
              <a:defRPr sz="600"/>
            </a:lvl2pPr>
            <a:lvl3pPr lvl="2" algn="r">
              <a:spcBef>
                <a:spcPts val="0"/>
              </a:spcBef>
              <a:spcAft>
                <a:spcPts val="0"/>
              </a:spcAft>
              <a:buSzPts val="600"/>
              <a:buNone/>
              <a:defRPr sz="600"/>
            </a:lvl3pPr>
            <a:lvl4pPr lvl="3" algn="r">
              <a:spcBef>
                <a:spcPts val="0"/>
              </a:spcBef>
              <a:spcAft>
                <a:spcPts val="0"/>
              </a:spcAft>
              <a:buSzPts val="600"/>
              <a:buNone/>
              <a:defRPr sz="600"/>
            </a:lvl4pPr>
            <a:lvl5pPr lvl="4" algn="r">
              <a:spcBef>
                <a:spcPts val="0"/>
              </a:spcBef>
              <a:spcAft>
                <a:spcPts val="0"/>
              </a:spcAft>
              <a:buSzPts val="600"/>
              <a:buNone/>
              <a:defRPr sz="600"/>
            </a:lvl5pPr>
            <a:lvl6pPr lvl="5" algn="r">
              <a:spcBef>
                <a:spcPts val="0"/>
              </a:spcBef>
              <a:spcAft>
                <a:spcPts val="0"/>
              </a:spcAft>
              <a:buSzPts val="600"/>
              <a:buNone/>
              <a:defRPr sz="600"/>
            </a:lvl6pPr>
            <a:lvl7pPr lvl="6" algn="r">
              <a:spcBef>
                <a:spcPts val="0"/>
              </a:spcBef>
              <a:spcAft>
                <a:spcPts val="0"/>
              </a:spcAft>
              <a:buSzPts val="600"/>
              <a:buNone/>
              <a:defRPr sz="600"/>
            </a:lvl7pPr>
            <a:lvl8pPr lvl="7" algn="r">
              <a:spcBef>
                <a:spcPts val="0"/>
              </a:spcBef>
              <a:spcAft>
                <a:spcPts val="0"/>
              </a:spcAft>
              <a:buSzPts val="600"/>
              <a:buNone/>
              <a:defRPr sz="600"/>
            </a:lvl8pPr>
            <a:lvl9pPr lvl="8" algn="r">
              <a:spcBef>
                <a:spcPts val="0"/>
              </a:spcBef>
              <a:spcAft>
                <a:spcPts val="0"/>
              </a:spcAft>
              <a:buSzPts val="600"/>
              <a:buNone/>
              <a:defRPr sz="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 Alt 4">
  <p:cSld name="BLANK_1_1_1_1_1_1_1_1_1_1_1_1_2_1_1">
    <p:spTree>
      <p:nvGrpSpPr>
        <p:cNvPr id="73" name="Shape 73"/>
        <p:cNvGrpSpPr/>
        <p:nvPr/>
      </p:nvGrpSpPr>
      <p:grpSpPr>
        <a:xfrm>
          <a:off x="0" y="0"/>
          <a:ext cx="0" cy="0"/>
          <a:chOff x="0" y="0"/>
          <a:chExt cx="0" cy="0"/>
        </a:xfrm>
      </p:grpSpPr>
      <p:sp>
        <p:nvSpPr>
          <p:cNvPr id="74" name="Google Shape;74;p10"/>
          <p:cNvSpPr/>
          <p:nvPr>
            <p:ph idx="2" type="pic"/>
          </p:nvPr>
        </p:nvSpPr>
        <p:spPr>
          <a:xfrm>
            <a:off x="2210800" y="1984500"/>
            <a:ext cx="1828800" cy="1828800"/>
          </a:xfrm>
          <a:prstGeom prst="ellipse">
            <a:avLst/>
          </a:prstGeom>
          <a:noFill/>
          <a:ln cap="flat" cmpd="sng" w="9525">
            <a:solidFill>
              <a:schemeClr val="dk2"/>
            </a:solidFill>
            <a:prstDash val="solid"/>
            <a:round/>
            <a:headEnd len="sm" w="sm" type="none"/>
            <a:tailEnd len="sm" w="sm" type="none"/>
          </a:ln>
        </p:spPr>
      </p:sp>
      <p:sp>
        <p:nvSpPr>
          <p:cNvPr id="75" name="Google Shape;75;p10"/>
          <p:cNvSpPr txBox="1"/>
          <p:nvPr>
            <p:ph type="title"/>
          </p:nvPr>
        </p:nvSpPr>
        <p:spPr>
          <a:xfrm>
            <a:off x="1739950" y="282900"/>
            <a:ext cx="42342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76" name="Google Shape;76;p10"/>
          <p:cNvSpPr txBox="1"/>
          <p:nvPr>
            <p:ph idx="1" type="body"/>
          </p:nvPr>
        </p:nvSpPr>
        <p:spPr>
          <a:xfrm>
            <a:off x="4624900" y="3199050"/>
            <a:ext cx="2787600" cy="1436100"/>
          </a:xfrm>
          <a:prstGeom prst="rect">
            <a:avLst/>
          </a:prstGeom>
        </p:spPr>
        <p:txBody>
          <a:bodyPr anchorCtr="0" anchor="t" bIns="0" lIns="0" spcFirstLastPara="1" rIns="0" wrap="square" tIns="0">
            <a:noAutofit/>
          </a:bodyPr>
          <a:lstStyle>
            <a:lvl1pPr indent="-292100" lvl="0" marL="4572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1pPr>
            <a:lvl2pPr indent="-292100" lvl="1" marL="9144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2pPr>
            <a:lvl3pPr indent="-292100" lvl="2" marL="13716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3pPr>
            <a:lvl4pPr indent="-292100" lvl="3" marL="18288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4pPr>
            <a:lvl5pPr indent="-292100" lvl="4" marL="22860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5pPr>
            <a:lvl6pPr indent="-292100" lvl="5" marL="27432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6pPr>
            <a:lvl7pPr indent="-292100" lvl="6" marL="32004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7pPr>
            <a:lvl8pPr indent="-292100" lvl="7" marL="36576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8pPr>
            <a:lvl9pPr indent="-292100" lvl="8" marL="4114800">
              <a:lnSpc>
                <a:spcPct val="115000"/>
              </a:lnSpc>
              <a:spcBef>
                <a:spcPts val="0"/>
              </a:spcBef>
              <a:spcAft>
                <a:spcPts val="0"/>
              </a:spcAft>
              <a:buSzPts val="1000"/>
              <a:buFont typeface="Instrument Sans SemiBold"/>
              <a:buChar char="■"/>
              <a:defRPr sz="1000">
                <a:latin typeface="Instrument Sans SemiBold"/>
                <a:ea typeface="Instrument Sans SemiBold"/>
                <a:cs typeface="Instrument Sans SemiBold"/>
                <a:sym typeface="Instrument Sans SemiBold"/>
              </a:defRPr>
            </a:lvl9pPr>
          </a:lstStyle>
          <a:p/>
        </p:txBody>
      </p:sp>
      <p:sp>
        <p:nvSpPr>
          <p:cNvPr id="77" name="Google Shape;77;p10"/>
          <p:cNvSpPr txBox="1"/>
          <p:nvPr>
            <p:ph idx="3"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Clr>
                <a:schemeClr val="lt1"/>
              </a:buClr>
              <a:buSzPts val="800"/>
              <a:buNone/>
              <a:defRPr sz="800"/>
            </a:lvl2pPr>
            <a:lvl3pPr lvl="2" algn="ctr">
              <a:spcBef>
                <a:spcPts val="0"/>
              </a:spcBef>
              <a:spcAft>
                <a:spcPts val="0"/>
              </a:spcAft>
              <a:buClr>
                <a:schemeClr val="lt1"/>
              </a:buClr>
              <a:buSzPts val="800"/>
              <a:buNone/>
              <a:defRPr sz="800"/>
            </a:lvl3pPr>
            <a:lvl4pPr lvl="3" algn="ctr">
              <a:spcBef>
                <a:spcPts val="0"/>
              </a:spcBef>
              <a:spcAft>
                <a:spcPts val="0"/>
              </a:spcAft>
              <a:buClr>
                <a:schemeClr val="lt1"/>
              </a:buClr>
              <a:buSzPts val="800"/>
              <a:buNone/>
              <a:defRPr sz="800"/>
            </a:lvl4pPr>
            <a:lvl5pPr lvl="4" algn="ctr">
              <a:spcBef>
                <a:spcPts val="0"/>
              </a:spcBef>
              <a:spcAft>
                <a:spcPts val="0"/>
              </a:spcAft>
              <a:buClr>
                <a:schemeClr val="lt1"/>
              </a:buClr>
              <a:buSzPts val="800"/>
              <a:buNone/>
              <a:defRPr sz="800"/>
            </a:lvl5pPr>
            <a:lvl6pPr lvl="5" algn="ctr">
              <a:spcBef>
                <a:spcPts val="0"/>
              </a:spcBef>
              <a:spcAft>
                <a:spcPts val="0"/>
              </a:spcAft>
              <a:buClr>
                <a:schemeClr val="lt1"/>
              </a:buClr>
              <a:buSzPts val="800"/>
              <a:buNone/>
              <a:defRPr sz="800"/>
            </a:lvl6pPr>
            <a:lvl7pPr lvl="6" algn="ctr">
              <a:spcBef>
                <a:spcPts val="0"/>
              </a:spcBef>
              <a:spcAft>
                <a:spcPts val="0"/>
              </a:spcAft>
              <a:buClr>
                <a:schemeClr val="lt1"/>
              </a:buClr>
              <a:buSzPts val="800"/>
              <a:buNone/>
              <a:defRPr sz="800"/>
            </a:lvl7pPr>
            <a:lvl8pPr lvl="7" algn="ctr">
              <a:spcBef>
                <a:spcPts val="0"/>
              </a:spcBef>
              <a:spcAft>
                <a:spcPts val="0"/>
              </a:spcAft>
              <a:buClr>
                <a:schemeClr val="lt1"/>
              </a:buClr>
              <a:buSzPts val="800"/>
              <a:buNone/>
              <a:defRPr sz="800"/>
            </a:lvl8pPr>
            <a:lvl9pPr lvl="8" algn="ctr">
              <a:spcBef>
                <a:spcPts val="0"/>
              </a:spcBef>
              <a:spcAft>
                <a:spcPts val="0"/>
              </a:spcAft>
              <a:buClr>
                <a:schemeClr val="lt1"/>
              </a:buClr>
              <a:buSzPts val="800"/>
              <a:buNone/>
              <a:defRPr sz="800"/>
            </a:lvl9pPr>
          </a:lstStyle>
          <a:p/>
        </p:txBody>
      </p:sp>
      <p:sp>
        <p:nvSpPr>
          <p:cNvPr id="78" name="Google Shape;78;p10"/>
          <p:cNvSpPr txBox="1"/>
          <p:nvPr>
            <p:ph idx="4"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79" name="Google Shape;79;p10"/>
          <p:cNvSpPr txBox="1"/>
          <p:nvPr>
            <p:ph idx="5"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
        <p:nvSpPr>
          <p:cNvPr id="80" name="Google Shape;80;p10"/>
          <p:cNvSpPr txBox="1"/>
          <p:nvPr>
            <p:ph idx="6" type="body"/>
          </p:nvPr>
        </p:nvSpPr>
        <p:spPr>
          <a:xfrm>
            <a:off x="5412150" y="1666450"/>
            <a:ext cx="3421500" cy="969600"/>
          </a:xfrm>
          <a:prstGeom prst="rect">
            <a:avLst/>
          </a:prstGeom>
        </p:spPr>
        <p:txBody>
          <a:bodyPr anchorCtr="0" anchor="t" bIns="0" lIns="0" spcFirstLastPara="1" rIns="182875" wrap="square" tIns="0">
            <a:noAutofit/>
          </a:bodyPr>
          <a:lstStyle>
            <a:lvl1pPr indent="-317500" lvl="0" marL="457200">
              <a:lnSpc>
                <a:spcPct val="90000"/>
              </a:lnSpc>
              <a:spcBef>
                <a:spcPts val="0"/>
              </a:spcBef>
              <a:spcAft>
                <a:spcPts val="0"/>
              </a:spcAft>
              <a:buSzPts val="1400"/>
              <a:buFont typeface="Outfit"/>
              <a:buChar char="●"/>
              <a:defRPr sz="1400">
                <a:latin typeface="Outfit"/>
                <a:ea typeface="Outfit"/>
                <a:cs typeface="Outfit"/>
                <a:sym typeface="Outfit"/>
              </a:defRPr>
            </a:lvl1pPr>
            <a:lvl2pPr indent="-317500" lvl="1" marL="914400">
              <a:lnSpc>
                <a:spcPct val="90000"/>
              </a:lnSpc>
              <a:spcBef>
                <a:spcPts val="0"/>
              </a:spcBef>
              <a:spcAft>
                <a:spcPts val="0"/>
              </a:spcAft>
              <a:buSzPts val="1400"/>
              <a:buFont typeface="Outfit"/>
              <a:buChar char="○"/>
              <a:defRPr sz="1400">
                <a:latin typeface="Outfit"/>
                <a:ea typeface="Outfit"/>
                <a:cs typeface="Outfit"/>
                <a:sym typeface="Outfit"/>
              </a:defRPr>
            </a:lvl2pPr>
            <a:lvl3pPr indent="-317500" lvl="2" marL="1371600">
              <a:lnSpc>
                <a:spcPct val="90000"/>
              </a:lnSpc>
              <a:spcBef>
                <a:spcPts val="0"/>
              </a:spcBef>
              <a:spcAft>
                <a:spcPts val="0"/>
              </a:spcAft>
              <a:buSzPts val="1400"/>
              <a:buFont typeface="Outfit"/>
              <a:buChar char="■"/>
              <a:defRPr sz="1400">
                <a:latin typeface="Outfit"/>
                <a:ea typeface="Outfit"/>
                <a:cs typeface="Outfit"/>
                <a:sym typeface="Outfit"/>
              </a:defRPr>
            </a:lvl3pPr>
            <a:lvl4pPr indent="-317500" lvl="3" marL="1828800">
              <a:lnSpc>
                <a:spcPct val="90000"/>
              </a:lnSpc>
              <a:spcBef>
                <a:spcPts val="0"/>
              </a:spcBef>
              <a:spcAft>
                <a:spcPts val="0"/>
              </a:spcAft>
              <a:buSzPts val="1400"/>
              <a:buFont typeface="Outfit"/>
              <a:buChar char="●"/>
              <a:defRPr sz="1400">
                <a:latin typeface="Outfit"/>
                <a:ea typeface="Outfit"/>
                <a:cs typeface="Outfit"/>
                <a:sym typeface="Outfit"/>
              </a:defRPr>
            </a:lvl4pPr>
            <a:lvl5pPr indent="-317500" lvl="4" marL="2286000">
              <a:lnSpc>
                <a:spcPct val="90000"/>
              </a:lnSpc>
              <a:spcBef>
                <a:spcPts val="0"/>
              </a:spcBef>
              <a:spcAft>
                <a:spcPts val="0"/>
              </a:spcAft>
              <a:buSzPts val="1400"/>
              <a:buFont typeface="Outfit"/>
              <a:buChar char="○"/>
              <a:defRPr sz="1400">
                <a:latin typeface="Outfit"/>
                <a:ea typeface="Outfit"/>
                <a:cs typeface="Outfit"/>
                <a:sym typeface="Outfit"/>
              </a:defRPr>
            </a:lvl5pPr>
            <a:lvl6pPr indent="-317500" lvl="5" marL="2743200">
              <a:lnSpc>
                <a:spcPct val="90000"/>
              </a:lnSpc>
              <a:spcBef>
                <a:spcPts val="0"/>
              </a:spcBef>
              <a:spcAft>
                <a:spcPts val="0"/>
              </a:spcAft>
              <a:buSzPts val="1400"/>
              <a:buFont typeface="Outfit"/>
              <a:buChar char="■"/>
              <a:defRPr sz="1400">
                <a:latin typeface="Outfit"/>
                <a:ea typeface="Outfit"/>
                <a:cs typeface="Outfit"/>
                <a:sym typeface="Outfit"/>
              </a:defRPr>
            </a:lvl6pPr>
            <a:lvl7pPr indent="-317500" lvl="6" marL="3200400">
              <a:lnSpc>
                <a:spcPct val="90000"/>
              </a:lnSpc>
              <a:spcBef>
                <a:spcPts val="0"/>
              </a:spcBef>
              <a:spcAft>
                <a:spcPts val="0"/>
              </a:spcAft>
              <a:buSzPts val="1400"/>
              <a:buFont typeface="Outfit"/>
              <a:buChar char="●"/>
              <a:defRPr sz="1400">
                <a:latin typeface="Outfit"/>
                <a:ea typeface="Outfit"/>
                <a:cs typeface="Outfit"/>
                <a:sym typeface="Outfit"/>
              </a:defRPr>
            </a:lvl7pPr>
            <a:lvl8pPr indent="-317500" lvl="7" marL="3657600">
              <a:lnSpc>
                <a:spcPct val="90000"/>
              </a:lnSpc>
              <a:spcBef>
                <a:spcPts val="0"/>
              </a:spcBef>
              <a:spcAft>
                <a:spcPts val="0"/>
              </a:spcAft>
              <a:buSzPts val="1400"/>
              <a:buFont typeface="Outfit"/>
              <a:buChar char="○"/>
              <a:defRPr sz="1400">
                <a:latin typeface="Outfit"/>
                <a:ea typeface="Outfit"/>
                <a:cs typeface="Outfit"/>
                <a:sym typeface="Outfit"/>
              </a:defRPr>
            </a:lvl8pPr>
            <a:lvl9pPr indent="-317500" lvl="8" marL="4114800">
              <a:lnSpc>
                <a:spcPct val="90000"/>
              </a:lnSpc>
              <a:spcBef>
                <a:spcPts val="0"/>
              </a:spcBef>
              <a:spcAft>
                <a:spcPts val="0"/>
              </a:spcAft>
              <a:buSzPts val="1400"/>
              <a:buFont typeface="Outfit"/>
              <a:buChar char="■"/>
              <a:defRPr sz="1400">
                <a:latin typeface="Outfit"/>
                <a:ea typeface="Outfit"/>
                <a:cs typeface="Outfit"/>
                <a:sym typeface="Outfit"/>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 Alt 3">
  <p:cSld name="CUSTOM_10">
    <p:spTree>
      <p:nvGrpSpPr>
        <p:cNvPr id="81" name="Shape 81"/>
        <p:cNvGrpSpPr/>
        <p:nvPr/>
      </p:nvGrpSpPr>
      <p:grpSpPr>
        <a:xfrm>
          <a:off x="0" y="0"/>
          <a:ext cx="0" cy="0"/>
          <a:chOff x="0" y="0"/>
          <a:chExt cx="0" cy="0"/>
        </a:xfrm>
      </p:grpSpPr>
      <p:sp>
        <p:nvSpPr>
          <p:cNvPr id="82" name="Google Shape;82;p11"/>
          <p:cNvSpPr txBox="1"/>
          <p:nvPr>
            <p:ph idx="1"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SzPts val="800"/>
              <a:buNone/>
              <a:defRPr sz="800"/>
            </a:lvl2pPr>
            <a:lvl3pPr lvl="2" algn="ctr">
              <a:spcBef>
                <a:spcPts val="0"/>
              </a:spcBef>
              <a:spcAft>
                <a:spcPts val="0"/>
              </a:spcAft>
              <a:buSzPts val="800"/>
              <a:buNone/>
              <a:defRPr sz="800"/>
            </a:lvl3pPr>
            <a:lvl4pPr lvl="3" algn="ctr">
              <a:spcBef>
                <a:spcPts val="0"/>
              </a:spcBef>
              <a:spcAft>
                <a:spcPts val="0"/>
              </a:spcAft>
              <a:buSzPts val="800"/>
              <a:buNone/>
              <a:defRPr sz="800"/>
            </a:lvl4pPr>
            <a:lvl5pPr lvl="4" algn="ctr">
              <a:spcBef>
                <a:spcPts val="0"/>
              </a:spcBef>
              <a:spcAft>
                <a:spcPts val="0"/>
              </a:spcAft>
              <a:buSzPts val="800"/>
              <a:buNone/>
              <a:defRPr sz="800"/>
            </a:lvl5pPr>
            <a:lvl6pPr lvl="5" algn="ctr">
              <a:spcBef>
                <a:spcPts val="0"/>
              </a:spcBef>
              <a:spcAft>
                <a:spcPts val="0"/>
              </a:spcAft>
              <a:buSzPts val="800"/>
              <a:buNone/>
              <a:defRPr sz="800"/>
            </a:lvl6pPr>
            <a:lvl7pPr lvl="6" algn="ctr">
              <a:spcBef>
                <a:spcPts val="0"/>
              </a:spcBef>
              <a:spcAft>
                <a:spcPts val="0"/>
              </a:spcAft>
              <a:buSzPts val="800"/>
              <a:buNone/>
              <a:defRPr sz="800"/>
            </a:lvl7pPr>
            <a:lvl8pPr lvl="7" algn="ctr">
              <a:spcBef>
                <a:spcPts val="0"/>
              </a:spcBef>
              <a:spcAft>
                <a:spcPts val="0"/>
              </a:spcAft>
              <a:buSzPts val="800"/>
              <a:buNone/>
              <a:defRPr sz="800"/>
            </a:lvl8pPr>
            <a:lvl9pPr lvl="8" algn="ctr">
              <a:spcBef>
                <a:spcPts val="0"/>
              </a:spcBef>
              <a:spcAft>
                <a:spcPts val="0"/>
              </a:spcAft>
              <a:buSzPts val="800"/>
              <a:buNone/>
              <a:defRPr sz="800"/>
            </a:lvl9pPr>
          </a:lstStyle>
          <a:p/>
        </p:txBody>
      </p:sp>
      <p:sp>
        <p:nvSpPr>
          <p:cNvPr id="83" name="Google Shape;83;p11"/>
          <p:cNvSpPr txBox="1"/>
          <p:nvPr>
            <p:ph idx="2" type="body"/>
          </p:nvPr>
        </p:nvSpPr>
        <p:spPr>
          <a:xfrm>
            <a:off x="4223075" y="3141232"/>
            <a:ext cx="2787600" cy="1223700"/>
          </a:xfrm>
          <a:prstGeom prst="rect">
            <a:avLst/>
          </a:prstGeom>
        </p:spPr>
        <p:txBody>
          <a:bodyPr anchorCtr="0" anchor="t" bIns="182875" lIns="164575" spcFirstLastPara="1" rIns="1645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84" name="Google Shape;84;p11"/>
          <p:cNvSpPr txBox="1"/>
          <p:nvPr>
            <p:ph type="title"/>
          </p:nvPr>
        </p:nvSpPr>
        <p:spPr>
          <a:xfrm>
            <a:off x="4223075" y="2623350"/>
            <a:ext cx="2443500" cy="409500"/>
          </a:xfrm>
          <a:prstGeom prst="rect">
            <a:avLst/>
          </a:prstGeom>
        </p:spPr>
        <p:txBody>
          <a:bodyPr anchorCtr="0" anchor="t" bIns="0" lIns="164575" spcFirstLastPara="1" rIns="0" wrap="square" tIns="164575">
            <a:noAutofit/>
          </a:bodyPr>
          <a:lstStyle>
            <a:lvl1pPr lvl="0">
              <a:lnSpc>
                <a:spcPct val="115000"/>
              </a:lnSpc>
              <a:spcBef>
                <a:spcPts val="0"/>
              </a:spcBef>
              <a:spcAft>
                <a:spcPts val="0"/>
              </a:spcAft>
              <a:buNone/>
              <a:defRPr sz="1000">
                <a:latin typeface="Instrument Sans SemiBold"/>
                <a:ea typeface="Instrument Sans SemiBold"/>
                <a:cs typeface="Instrument Sans SemiBold"/>
                <a:sym typeface="Instrument Sans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85" name="Google Shape;85;p11"/>
          <p:cNvSpPr/>
          <p:nvPr>
            <p:ph idx="3" type="pic"/>
          </p:nvPr>
        </p:nvSpPr>
        <p:spPr>
          <a:xfrm>
            <a:off x="1901125" y="476725"/>
            <a:ext cx="383700" cy="398100"/>
          </a:xfrm>
          <a:prstGeom prst="roundRect">
            <a:avLst>
              <a:gd fmla="val 16667" name="adj"/>
            </a:avLst>
          </a:prstGeom>
          <a:noFill/>
          <a:ln>
            <a:noFill/>
          </a:ln>
        </p:spPr>
      </p:sp>
      <p:sp>
        <p:nvSpPr>
          <p:cNvPr id="86" name="Google Shape;86;p11"/>
          <p:cNvSpPr txBox="1"/>
          <p:nvPr>
            <p:ph idx="4" type="title"/>
          </p:nvPr>
        </p:nvSpPr>
        <p:spPr>
          <a:xfrm>
            <a:off x="3072075" y="282900"/>
            <a:ext cx="5787300" cy="2112300"/>
          </a:xfrm>
          <a:prstGeom prst="rect">
            <a:avLst/>
          </a:prstGeom>
        </p:spPr>
        <p:txBody>
          <a:bodyPr anchorCtr="0" anchor="t" bIns="0" lIns="182875" spcFirstLastPara="1" rIns="182875" wrap="square" tIns="182875">
            <a:spAutoFit/>
          </a:bodyPr>
          <a:lstStyle>
            <a:lvl1pPr lvl="0">
              <a:lnSpc>
                <a:spcPct val="90000"/>
              </a:lnSpc>
              <a:spcBef>
                <a:spcPts val="0"/>
              </a:spcBef>
              <a:spcAft>
                <a:spcPts val="0"/>
              </a:spcAft>
              <a:buNone/>
              <a:defRPr sz="2400"/>
            </a:lvl1pPr>
            <a:lvl2pPr lvl="1">
              <a:lnSpc>
                <a:spcPct val="115000"/>
              </a:lnSpc>
              <a:spcBef>
                <a:spcPts val="0"/>
              </a:spcBef>
              <a:spcAft>
                <a:spcPts val="0"/>
              </a:spcAft>
              <a:buNone/>
              <a:defRPr sz="2400"/>
            </a:lvl2pPr>
            <a:lvl3pPr lvl="2">
              <a:lnSpc>
                <a:spcPct val="115000"/>
              </a:lnSpc>
              <a:spcBef>
                <a:spcPts val="0"/>
              </a:spcBef>
              <a:spcAft>
                <a:spcPts val="0"/>
              </a:spcAft>
              <a:buNone/>
              <a:defRPr sz="2400"/>
            </a:lvl3pPr>
            <a:lvl4pPr lvl="3">
              <a:lnSpc>
                <a:spcPct val="115000"/>
              </a:lnSpc>
              <a:spcBef>
                <a:spcPts val="0"/>
              </a:spcBef>
              <a:spcAft>
                <a:spcPts val="0"/>
              </a:spcAft>
              <a:buNone/>
              <a:defRPr sz="2400"/>
            </a:lvl4pPr>
            <a:lvl5pPr lvl="4">
              <a:lnSpc>
                <a:spcPct val="115000"/>
              </a:lnSpc>
              <a:spcBef>
                <a:spcPts val="0"/>
              </a:spcBef>
              <a:spcAft>
                <a:spcPts val="0"/>
              </a:spcAft>
              <a:buNone/>
              <a:defRPr sz="2400"/>
            </a:lvl5pPr>
            <a:lvl6pPr lvl="5">
              <a:lnSpc>
                <a:spcPct val="115000"/>
              </a:lnSpc>
              <a:spcBef>
                <a:spcPts val="0"/>
              </a:spcBef>
              <a:spcAft>
                <a:spcPts val="0"/>
              </a:spcAft>
              <a:buNone/>
              <a:defRPr sz="2400"/>
            </a:lvl6pPr>
            <a:lvl7pPr lvl="6">
              <a:lnSpc>
                <a:spcPct val="115000"/>
              </a:lnSpc>
              <a:spcBef>
                <a:spcPts val="0"/>
              </a:spcBef>
              <a:spcAft>
                <a:spcPts val="0"/>
              </a:spcAft>
              <a:buNone/>
              <a:defRPr sz="2400"/>
            </a:lvl7pPr>
            <a:lvl8pPr lvl="7">
              <a:lnSpc>
                <a:spcPct val="115000"/>
              </a:lnSpc>
              <a:spcBef>
                <a:spcPts val="0"/>
              </a:spcBef>
              <a:spcAft>
                <a:spcPts val="0"/>
              </a:spcAft>
              <a:buNone/>
              <a:defRPr sz="2400"/>
            </a:lvl8pPr>
            <a:lvl9pPr lvl="8">
              <a:lnSpc>
                <a:spcPct val="115000"/>
              </a:lnSpc>
              <a:spcBef>
                <a:spcPts val="0"/>
              </a:spcBef>
              <a:spcAft>
                <a:spcPts val="0"/>
              </a:spcAft>
              <a:buNone/>
              <a:defRPr sz="2400"/>
            </a:lvl9pPr>
          </a:lstStyle>
          <a:p/>
        </p:txBody>
      </p:sp>
      <p:sp>
        <p:nvSpPr>
          <p:cNvPr id="87" name="Google Shape;87;p11"/>
          <p:cNvSpPr txBox="1"/>
          <p:nvPr>
            <p:ph idx="5" type="title"/>
          </p:nvPr>
        </p:nvSpPr>
        <p:spPr>
          <a:xfrm>
            <a:off x="1731400" y="3108325"/>
            <a:ext cx="2337000" cy="1526700"/>
          </a:xfrm>
          <a:prstGeom prst="rect">
            <a:avLst/>
          </a:prstGeom>
        </p:spPr>
        <p:txBody>
          <a:bodyPr anchorCtr="0" anchor="b" bIns="0" lIns="0" spcFirstLastPara="1" rIns="0" wrap="square" tIns="0">
            <a:noAutofit/>
          </a:bodyPr>
          <a:lstStyle>
            <a:lvl1pPr lvl="0">
              <a:lnSpc>
                <a:spcPct val="115000"/>
              </a:lnSpc>
              <a:spcBef>
                <a:spcPts val="0"/>
              </a:spcBef>
              <a:spcAft>
                <a:spcPts val="0"/>
              </a:spcAft>
              <a:buNone/>
              <a:defRPr sz="1000">
                <a:latin typeface="Instrument Sans SemiBold"/>
                <a:ea typeface="Instrument Sans SemiBold"/>
                <a:cs typeface="Instrument Sans SemiBold"/>
                <a:sym typeface="Instrument Sans SemiBold"/>
              </a:defRPr>
            </a:lvl1pPr>
            <a:lvl2pPr lvl="1">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2pPr>
            <a:lvl3pPr lvl="2">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3pPr>
            <a:lvl4pPr lvl="3">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4pPr>
            <a:lvl5pPr lvl="4">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5pPr>
            <a:lvl6pPr lvl="5">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6pPr>
            <a:lvl7pPr lvl="6">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7pPr>
            <a:lvl8pPr lvl="7">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8pPr>
            <a:lvl9pPr lvl="8">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9pPr>
          </a:lstStyle>
          <a:p/>
        </p:txBody>
      </p:sp>
      <p:sp>
        <p:nvSpPr>
          <p:cNvPr id="88" name="Google Shape;88;p11"/>
          <p:cNvSpPr txBox="1"/>
          <p:nvPr>
            <p:ph idx="6" type="title"/>
          </p:nvPr>
        </p:nvSpPr>
        <p:spPr>
          <a:xfrm>
            <a:off x="7116525" y="2623350"/>
            <a:ext cx="1742400" cy="409500"/>
          </a:xfrm>
          <a:prstGeom prst="rect">
            <a:avLst/>
          </a:prstGeom>
        </p:spPr>
        <p:txBody>
          <a:bodyPr anchorCtr="0" anchor="t" bIns="0" lIns="164575" spcFirstLastPara="1" rIns="0" wrap="square" tIns="164575">
            <a:noAutofit/>
          </a:bodyPr>
          <a:lstStyle>
            <a:lvl1pPr lvl="0">
              <a:lnSpc>
                <a:spcPct val="115000"/>
              </a:lnSpc>
              <a:spcBef>
                <a:spcPts val="0"/>
              </a:spcBef>
              <a:spcAft>
                <a:spcPts val="0"/>
              </a:spcAft>
              <a:buNone/>
              <a:defRPr sz="1000">
                <a:latin typeface="Instrument Sans SemiBold"/>
                <a:ea typeface="Instrument Sans SemiBold"/>
                <a:cs typeface="Instrument Sans SemiBold"/>
                <a:sym typeface="Instrument Sans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89" name="Google Shape;89;p11"/>
          <p:cNvSpPr txBox="1"/>
          <p:nvPr>
            <p:ph idx="7" type="body"/>
          </p:nvPr>
        </p:nvSpPr>
        <p:spPr>
          <a:xfrm>
            <a:off x="7116525" y="3141225"/>
            <a:ext cx="1742400" cy="1223700"/>
          </a:xfrm>
          <a:prstGeom prst="rect">
            <a:avLst/>
          </a:prstGeom>
        </p:spPr>
        <p:txBody>
          <a:bodyPr anchorCtr="0" anchor="t" bIns="182875" lIns="164575" spcFirstLastPara="1" rIns="1645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90" name="Google Shape;90;p11"/>
          <p:cNvSpPr txBox="1"/>
          <p:nvPr>
            <p:ph idx="8"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91" name="Google Shape;91;p11"/>
          <p:cNvSpPr txBox="1"/>
          <p:nvPr>
            <p:ph idx="9"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3">
  <p:cSld name="BLANK_1_1_1_1_1_1_1_1_1_1_1_1_1_1_3">
    <p:spTree>
      <p:nvGrpSpPr>
        <p:cNvPr id="92" name="Shape 92"/>
        <p:cNvGrpSpPr/>
        <p:nvPr/>
      </p:nvGrpSpPr>
      <p:grpSpPr>
        <a:xfrm>
          <a:off x="0" y="0"/>
          <a:ext cx="0" cy="0"/>
          <a:chOff x="0" y="0"/>
          <a:chExt cx="0" cy="0"/>
        </a:xfrm>
      </p:grpSpPr>
      <p:sp>
        <p:nvSpPr>
          <p:cNvPr id="93" name="Google Shape;93;p12"/>
          <p:cNvSpPr txBox="1"/>
          <p:nvPr>
            <p:ph type="title"/>
          </p:nvPr>
        </p:nvSpPr>
        <p:spPr>
          <a:xfrm>
            <a:off x="1731400" y="435300"/>
            <a:ext cx="35106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94" name="Google Shape;94;p12"/>
          <p:cNvSpPr txBox="1"/>
          <p:nvPr>
            <p:ph idx="1" type="body"/>
          </p:nvPr>
        </p:nvSpPr>
        <p:spPr>
          <a:xfrm>
            <a:off x="5348925" y="779548"/>
            <a:ext cx="3510600" cy="783300"/>
          </a:xfrm>
          <a:prstGeom prst="rect">
            <a:avLst/>
          </a:prstGeom>
        </p:spPr>
        <p:txBody>
          <a:bodyPr anchorCtr="0" anchor="t" bIns="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95" name="Google Shape;95;p12"/>
          <p:cNvSpPr txBox="1"/>
          <p:nvPr>
            <p:ph idx="2" type="title"/>
          </p:nvPr>
        </p:nvSpPr>
        <p:spPr>
          <a:xfrm>
            <a:off x="5348925" y="286031"/>
            <a:ext cx="3378900" cy="430800"/>
          </a:xfrm>
          <a:prstGeom prst="rect">
            <a:avLst/>
          </a:prstGeom>
        </p:spPr>
        <p:txBody>
          <a:bodyPr anchorCtr="0" anchor="t" bIns="0" lIns="182875" spcFirstLastPara="1" rIns="0" wrap="square" tIns="182875">
            <a:spAutoFit/>
          </a:bodyPr>
          <a:lstStyle>
            <a:lvl1pPr lvl="0">
              <a:lnSpc>
                <a:spcPct val="90000"/>
              </a:lnSpc>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sz="1800">
                <a:latin typeface="Outfit SemiBold"/>
                <a:ea typeface="Outfit SemiBold"/>
                <a:cs typeface="Outfit SemiBold"/>
                <a:sym typeface="Outfit SemiBold"/>
              </a:defRPr>
            </a:lvl2pPr>
            <a:lvl3pPr lvl="2">
              <a:lnSpc>
                <a:spcPct val="115000"/>
              </a:lnSpc>
              <a:spcBef>
                <a:spcPts val="0"/>
              </a:spcBef>
              <a:spcAft>
                <a:spcPts val="0"/>
              </a:spcAft>
              <a:buNone/>
              <a:defRPr sz="1800">
                <a:latin typeface="Outfit SemiBold"/>
                <a:ea typeface="Outfit SemiBold"/>
                <a:cs typeface="Outfit SemiBold"/>
                <a:sym typeface="Outfit SemiBold"/>
              </a:defRPr>
            </a:lvl3pPr>
            <a:lvl4pPr lvl="3">
              <a:lnSpc>
                <a:spcPct val="115000"/>
              </a:lnSpc>
              <a:spcBef>
                <a:spcPts val="0"/>
              </a:spcBef>
              <a:spcAft>
                <a:spcPts val="0"/>
              </a:spcAft>
              <a:buNone/>
              <a:defRPr sz="1800">
                <a:latin typeface="Outfit SemiBold"/>
                <a:ea typeface="Outfit SemiBold"/>
                <a:cs typeface="Outfit SemiBold"/>
                <a:sym typeface="Outfit SemiBold"/>
              </a:defRPr>
            </a:lvl4pPr>
            <a:lvl5pPr lvl="4">
              <a:lnSpc>
                <a:spcPct val="115000"/>
              </a:lnSpc>
              <a:spcBef>
                <a:spcPts val="0"/>
              </a:spcBef>
              <a:spcAft>
                <a:spcPts val="0"/>
              </a:spcAft>
              <a:buNone/>
              <a:defRPr sz="1800">
                <a:latin typeface="Outfit SemiBold"/>
                <a:ea typeface="Outfit SemiBold"/>
                <a:cs typeface="Outfit SemiBold"/>
                <a:sym typeface="Outfit SemiBold"/>
              </a:defRPr>
            </a:lvl5pPr>
            <a:lvl6pPr lvl="5">
              <a:lnSpc>
                <a:spcPct val="115000"/>
              </a:lnSpc>
              <a:spcBef>
                <a:spcPts val="0"/>
              </a:spcBef>
              <a:spcAft>
                <a:spcPts val="0"/>
              </a:spcAft>
              <a:buNone/>
              <a:defRPr sz="1800">
                <a:latin typeface="Outfit SemiBold"/>
                <a:ea typeface="Outfit SemiBold"/>
                <a:cs typeface="Outfit SemiBold"/>
                <a:sym typeface="Outfit SemiBold"/>
              </a:defRPr>
            </a:lvl6pPr>
            <a:lvl7pPr lvl="6">
              <a:lnSpc>
                <a:spcPct val="115000"/>
              </a:lnSpc>
              <a:spcBef>
                <a:spcPts val="0"/>
              </a:spcBef>
              <a:spcAft>
                <a:spcPts val="0"/>
              </a:spcAft>
              <a:buNone/>
              <a:defRPr sz="1800">
                <a:latin typeface="Outfit SemiBold"/>
                <a:ea typeface="Outfit SemiBold"/>
                <a:cs typeface="Outfit SemiBold"/>
                <a:sym typeface="Outfit SemiBold"/>
              </a:defRPr>
            </a:lvl7pPr>
            <a:lvl8pPr lvl="7">
              <a:lnSpc>
                <a:spcPct val="115000"/>
              </a:lnSpc>
              <a:spcBef>
                <a:spcPts val="0"/>
              </a:spcBef>
              <a:spcAft>
                <a:spcPts val="0"/>
              </a:spcAft>
              <a:buNone/>
              <a:defRPr sz="1800">
                <a:latin typeface="Outfit SemiBold"/>
                <a:ea typeface="Outfit SemiBold"/>
                <a:cs typeface="Outfit SemiBold"/>
                <a:sym typeface="Outfit SemiBold"/>
              </a:defRPr>
            </a:lvl8pPr>
            <a:lvl9pPr lvl="8">
              <a:lnSpc>
                <a:spcPct val="115000"/>
              </a:lnSpc>
              <a:spcBef>
                <a:spcPts val="0"/>
              </a:spcBef>
              <a:spcAft>
                <a:spcPts val="0"/>
              </a:spcAft>
              <a:buNone/>
              <a:defRPr sz="1800">
                <a:latin typeface="Outfit SemiBold"/>
                <a:ea typeface="Outfit SemiBold"/>
                <a:cs typeface="Outfit SemiBold"/>
                <a:sym typeface="Outfit SemiBold"/>
              </a:defRPr>
            </a:lvl9pPr>
          </a:lstStyle>
          <a:p/>
        </p:txBody>
      </p:sp>
      <p:sp>
        <p:nvSpPr>
          <p:cNvPr id="96" name="Google Shape;96;p12"/>
          <p:cNvSpPr txBox="1"/>
          <p:nvPr>
            <p:ph idx="3" type="body"/>
          </p:nvPr>
        </p:nvSpPr>
        <p:spPr>
          <a:xfrm>
            <a:off x="5348925" y="2225851"/>
            <a:ext cx="3510600" cy="783300"/>
          </a:xfrm>
          <a:prstGeom prst="rect">
            <a:avLst/>
          </a:prstGeom>
        </p:spPr>
        <p:txBody>
          <a:bodyPr anchorCtr="0" anchor="t" bIns="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97" name="Google Shape;97;p12"/>
          <p:cNvSpPr txBox="1"/>
          <p:nvPr>
            <p:ph idx="4" type="title"/>
          </p:nvPr>
        </p:nvSpPr>
        <p:spPr>
          <a:xfrm>
            <a:off x="5348925" y="1767224"/>
            <a:ext cx="3378900" cy="395700"/>
          </a:xfrm>
          <a:prstGeom prst="rect">
            <a:avLst/>
          </a:prstGeom>
        </p:spPr>
        <p:txBody>
          <a:bodyPr anchorCtr="0" anchor="t" bIns="0" lIns="182875" spcFirstLastPara="1" rIns="0" wrap="square" tIns="182875">
            <a:spAutoFit/>
          </a:bodyPr>
          <a:lstStyle>
            <a:lvl1pPr lvl="0">
              <a:lnSpc>
                <a:spcPct val="90000"/>
              </a:lnSpc>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sz="1800">
                <a:latin typeface="Outfit SemiBold"/>
                <a:ea typeface="Outfit SemiBold"/>
                <a:cs typeface="Outfit SemiBold"/>
                <a:sym typeface="Outfit SemiBold"/>
              </a:defRPr>
            </a:lvl2pPr>
            <a:lvl3pPr lvl="2">
              <a:lnSpc>
                <a:spcPct val="115000"/>
              </a:lnSpc>
              <a:spcBef>
                <a:spcPts val="0"/>
              </a:spcBef>
              <a:spcAft>
                <a:spcPts val="0"/>
              </a:spcAft>
              <a:buNone/>
              <a:defRPr sz="1800">
                <a:latin typeface="Outfit SemiBold"/>
                <a:ea typeface="Outfit SemiBold"/>
                <a:cs typeface="Outfit SemiBold"/>
                <a:sym typeface="Outfit SemiBold"/>
              </a:defRPr>
            </a:lvl3pPr>
            <a:lvl4pPr lvl="3">
              <a:lnSpc>
                <a:spcPct val="115000"/>
              </a:lnSpc>
              <a:spcBef>
                <a:spcPts val="0"/>
              </a:spcBef>
              <a:spcAft>
                <a:spcPts val="0"/>
              </a:spcAft>
              <a:buNone/>
              <a:defRPr sz="1800">
                <a:latin typeface="Outfit SemiBold"/>
                <a:ea typeface="Outfit SemiBold"/>
                <a:cs typeface="Outfit SemiBold"/>
                <a:sym typeface="Outfit SemiBold"/>
              </a:defRPr>
            </a:lvl4pPr>
            <a:lvl5pPr lvl="4">
              <a:lnSpc>
                <a:spcPct val="115000"/>
              </a:lnSpc>
              <a:spcBef>
                <a:spcPts val="0"/>
              </a:spcBef>
              <a:spcAft>
                <a:spcPts val="0"/>
              </a:spcAft>
              <a:buNone/>
              <a:defRPr sz="1800">
                <a:latin typeface="Outfit SemiBold"/>
                <a:ea typeface="Outfit SemiBold"/>
                <a:cs typeface="Outfit SemiBold"/>
                <a:sym typeface="Outfit SemiBold"/>
              </a:defRPr>
            </a:lvl5pPr>
            <a:lvl6pPr lvl="5">
              <a:lnSpc>
                <a:spcPct val="115000"/>
              </a:lnSpc>
              <a:spcBef>
                <a:spcPts val="0"/>
              </a:spcBef>
              <a:spcAft>
                <a:spcPts val="0"/>
              </a:spcAft>
              <a:buNone/>
              <a:defRPr sz="1800">
                <a:latin typeface="Outfit SemiBold"/>
                <a:ea typeface="Outfit SemiBold"/>
                <a:cs typeface="Outfit SemiBold"/>
                <a:sym typeface="Outfit SemiBold"/>
              </a:defRPr>
            </a:lvl6pPr>
            <a:lvl7pPr lvl="6">
              <a:lnSpc>
                <a:spcPct val="115000"/>
              </a:lnSpc>
              <a:spcBef>
                <a:spcPts val="0"/>
              </a:spcBef>
              <a:spcAft>
                <a:spcPts val="0"/>
              </a:spcAft>
              <a:buNone/>
              <a:defRPr sz="1800">
                <a:latin typeface="Outfit SemiBold"/>
                <a:ea typeface="Outfit SemiBold"/>
                <a:cs typeface="Outfit SemiBold"/>
                <a:sym typeface="Outfit SemiBold"/>
              </a:defRPr>
            </a:lvl7pPr>
            <a:lvl8pPr lvl="7">
              <a:lnSpc>
                <a:spcPct val="115000"/>
              </a:lnSpc>
              <a:spcBef>
                <a:spcPts val="0"/>
              </a:spcBef>
              <a:spcAft>
                <a:spcPts val="0"/>
              </a:spcAft>
              <a:buNone/>
              <a:defRPr sz="1800">
                <a:latin typeface="Outfit SemiBold"/>
                <a:ea typeface="Outfit SemiBold"/>
                <a:cs typeface="Outfit SemiBold"/>
                <a:sym typeface="Outfit SemiBold"/>
              </a:defRPr>
            </a:lvl8pPr>
            <a:lvl9pPr lvl="8">
              <a:lnSpc>
                <a:spcPct val="115000"/>
              </a:lnSpc>
              <a:spcBef>
                <a:spcPts val="0"/>
              </a:spcBef>
              <a:spcAft>
                <a:spcPts val="0"/>
              </a:spcAft>
              <a:buNone/>
              <a:defRPr sz="1800">
                <a:latin typeface="Outfit SemiBold"/>
                <a:ea typeface="Outfit SemiBold"/>
                <a:cs typeface="Outfit SemiBold"/>
                <a:sym typeface="Outfit SemiBold"/>
              </a:defRPr>
            </a:lvl9pPr>
          </a:lstStyle>
          <a:p/>
        </p:txBody>
      </p:sp>
      <p:sp>
        <p:nvSpPr>
          <p:cNvPr id="98" name="Google Shape;98;p12"/>
          <p:cNvSpPr txBox="1"/>
          <p:nvPr>
            <p:ph idx="5" type="body"/>
          </p:nvPr>
        </p:nvSpPr>
        <p:spPr>
          <a:xfrm>
            <a:off x="5348925" y="3672155"/>
            <a:ext cx="3510600" cy="783300"/>
          </a:xfrm>
          <a:prstGeom prst="rect">
            <a:avLst/>
          </a:prstGeom>
        </p:spPr>
        <p:txBody>
          <a:bodyPr anchorCtr="0" anchor="t" bIns="0" lIns="182875" spcFirstLastPara="1" rIns="182875" wrap="square" tIns="0">
            <a:noAutofit/>
          </a:bodyPr>
          <a:lstStyle>
            <a:lvl1pPr indent="-292100" lvl="0" marL="457200">
              <a:spcBef>
                <a:spcPts val="0"/>
              </a:spcBef>
              <a:spcAft>
                <a:spcPts val="0"/>
              </a:spcAft>
              <a:buClr>
                <a:schemeClr val="lt2"/>
              </a:buClr>
              <a:buSzPts val="1000"/>
              <a:buChar char="●"/>
              <a:defRPr sz="1000">
                <a:solidFill>
                  <a:schemeClr val="lt2"/>
                </a:solidFill>
              </a:defRPr>
            </a:lvl1pPr>
            <a:lvl2pPr indent="-292100" lvl="1" marL="914400">
              <a:spcBef>
                <a:spcPts val="0"/>
              </a:spcBef>
              <a:spcAft>
                <a:spcPts val="0"/>
              </a:spcAft>
              <a:buClr>
                <a:schemeClr val="lt2"/>
              </a:buClr>
              <a:buSzPts val="1000"/>
              <a:buChar char="○"/>
              <a:defRPr sz="1000">
                <a:solidFill>
                  <a:schemeClr val="lt2"/>
                </a:solidFill>
              </a:defRPr>
            </a:lvl2pPr>
            <a:lvl3pPr indent="-292100" lvl="2" marL="1371600">
              <a:spcBef>
                <a:spcPts val="0"/>
              </a:spcBef>
              <a:spcAft>
                <a:spcPts val="0"/>
              </a:spcAft>
              <a:buClr>
                <a:schemeClr val="lt2"/>
              </a:buClr>
              <a:buSzPts val="1000"/>
              <a:buChar char="■"/>
              <a:defRPr sz="1000">
                <a:solidFill>
                  <a:schemeClr val="lt2"/>
                </a:solidFill>
              </a:defRPr>
            </a:lvl3pPr>
            <a:lvl4pPr indent="-292100" lvl="3" marL="1828800">
              <a:spcBef>
                <a:spcPts val="0"/>
              </a:spcBef>
              <a:spcAft>
                <a:spcPts val="0"/>
              </a:spcAft>
              <a:buClr>
                <a:schemeClr val="lt2"/>
              </a:buClr>
              <a:buSzPts val="1000"/>
              <a:buChar char="●"/>
              <a:defRPr sz="1000">
                <a:solidFill>
                  <a:schemeClr val="lt2"/>
                </a:solidFill>
              </a:defRPr>
            </a:lvl4pPr>
            <a:lvl5pPr indent="-292100" lvl="4" marL="2286000">
              <a:spcBef>
                <a:spcPts val="0"/>
              </a:spcBef>
              <a:spcAft>
                <a:spcPts val="0"/>
              </a:spcAft>
              <a:buClr>
                <a:schemeClr val="lt2"/>
              </a:buClr>
              <a:buSzPts val="1000"/>
              <a:buChar char="○"/>
              <a:defRPr sz="1000">
                <a:solidFill>
                  <a:schemeClr val="lt2"/>
                </a:solidFill>
              </a:defRPr>
            </a:lvl5pPr>
            <a:lvl6pPr indent="-292100" lvl="5" marL="2743200">
              <a:spcBef>
                <a:spcPts val="0"/>
              </a:spcBef>
              <a:spcAft>
                <a:spcPts val="0"/>
              </a:spcAft>
              <a:buClr>
                <a:schemeClr val="lt2"/>
              </a:buClr>
              <a:buSzPts val="1000"/>
              <a:buChar char="■"/>
              <a:defRPr sz="1000">
                <a:solidFill>
                  <a:schemeClr val="lt2"/>
                </a:solidFill>
              </a:defRPr>
            </a:lvl6pPr>
            <a:lvl7pPr indent="-292100" lvl="6" marL="3200400">
              <a:spcBef>
                <a:spcPts val="0"/>
              </a:spcBef>
              <a:spcAft>
                <a:spcPts val="0"/>
              </a:spcAft>
              <a:buClr>
                <a:schemeClr val="lt2"/>
              </a:buClr>
              <a:buSzPts val="1000"/>
              <a:buChar char="●"/>
              <a:defRPr sz="1000">
                <a:solidFill>
                  <a:schemeClr val="lt2"/>
                </a:solidFill>
              </a:defRPr>
            </a:lvl7pPr>
            <a:lvl8pPr indent="-292100" lvl="7" marL="3657600">
              <a:spcBef>
                <a:spcPts val="0"/>
              </a:spcBef>
              <a:spcAft>
                <a:spcPts val="0"/>
              </a:spcAft>
              <a:buClr>
                <a:schemeClr val="lt2"/>
              </a:buClr>
              <a:buSzPts val="1000"/>
              <a:buChar char="○"/>
              <a:defRPr sz="1000">
                <a:solidFill>
                  <a:schemeClr val="lt2"/>
                </a:solidFill>
              </a:defRPr>
            </a:lvl8pPr>
            <a:lvl9pPr indent="-292100" lvl="8" marL="4114800">
              <a:spcBef>
                <a:spcPts val="0"/>
              </a:spcBef>
              <a:spcAft>
                <a:spcPts val="0"/>
              </a:spcAft>
              <a:buClr>
                <a:schemeClr val="lt2"/>
              </a:buClr>
              <a:buSzPts val="1000"/>
              <a:buChar char="■"/>
              <a:defRPr sz="1000">
                <a:solidFill>
                  <a:schemeClr val="lt2"/>
                </a:solidFill>
              </a:defRPr>
            </a:lvl9pPr>
          </a:lstStyle>
          <a:p/>
        </p:txBody>
      </p:sp>
      <p:sp>
        <p:nvSpPr>
          <p:cNvPr id="99" name="Google Shape;99;p12"/>
          <p:cNvSpPr txBox="1"/>
          <p:nvPr>
            <p:ph idx="6" type="title"/>
          </p:nvPr>
        </p:nvSpPr>
        <p:spPr>
          <a:xfrm>
            <a:off x="5348925" y="3251722"/>
            <a:ext cx="3378900" cy="357600"/>
          </a:xfrm>
          <a:prstGeom prst="rect">
            <a:avLst/>
          </a:prstGeom>
        </p:spPr>
        <p:txBody>
          <a:bodyPr anchorCtr="0" anchor="t" bIns="0" lIns="182875" spcFirstLastPara="1" rIns="0" wrap="square" tIns="182875">
            <a:spAutoFit/>
          </a:bodyPr>
          <a:lstStyle>
            <a:lvl1pPr lvl="0">
              <a:lnSpc>
                <a:spcPct val="90000"/>
              </a:lnSpc>
              <a:spcBef>
                <a:spcPts val="0"/>
              </a:spcBef>
              <a:spcAft>
                <a:spcPts val="0"/>
              </a:spcAft>
              <a:buNone/>
              <a:defRPr sz="1200">
                <a:solidFill>
                  <a:schemeClr val="lt2"/>
                </a:solidFill>
                <a:latin typeface="Outfit SemiBold"/>
                <a:ea typeface="Outfit SemiBold"/>
                <a:cs typeface="Outfit SemiBold"/>
                <a:sym typeface="Outfit SemiBold"/>
              </a:defRPr>
            </a:lvl1pPr>
            <a:lvl2pPr lvl="1">
              <a:lnSpc>
                <a:spcPct val="115000"/>
              </a:lnSpc>
              <a:spcBef>
                <a:spcPts val="0"/>
              </a:spcBef>
              <a:spcAft>
                <a:spcPts val="0"/>
              </a:spcAft>
              <a:buNone/>
              <a:defRPr sz="1800">
                <a:solidFill>
                  <a:schemeClr val="lt2"/>
                </a:solidFill>
                <a:latin typeface="Outfit SemiBold"/>
                <a:ea typeface="Outfit SemiBold"/>
                <a:cs typeface="Outfit SemiBold"/>
                <a:sym typeface="Outfit SemiBold"/>
              </a:defRPr>
            </a:lvl2pPr>
            <a:lvl3pPr lvl="2">
              <a:lnSpc>
                <a:spcPct val="115000"/>
              </a:lnSpc>
              <a:spcBef>
                <a:spcPts val="0"/>
              </a:spcBef>
              <a:spcAft>
                <a:spcPts val="0"/>
              </a:spcAft>
              <a:buNone/>
              <a:defRPr sz="1800">
                <a:solidFill>
                  <a:schemeClr val="lt2"/>
                </a:solidFill>
                <a:latin typeface="Outfit SemiBold"/>
                <a:ea typeface="Outfit SemiBold"/>
                <a:cs typeface="Outfit SemiBold"/>
                <a:sym typeface="Outfit SemiBold"/>
              </a:defRPr>
            </a:lvl3pPr>
            <a:lvl4pPr lvl="3">
              <a:lnSpc>
                <a:spcPct val="115000"/>
              </a:lnSpc>
              <a:spcBef>
                <a:spcPts val="0"/>
              </a:spcBef>
              <a:spcAft>
                <a:spcPts val="0"/>
              </a:spcAft>
              <a:buNone/>
              <a:defRPr sz="1800">
                <a:solidFill>
                  <a:schemeClr val="lt2"/>
                </a:solidFill>
                <a:latin typeface="Outfit SemiBold"/>
                <a:ea typeface="Outfit SemiBold"/>
                <a:cs typeface="Outfit SemiBold"/>
                <a:sym typeface="Outfit SemiBold"/>
              </a:defRPr>
            </a:lvl4pPr>
            <a:lvl5pPr lvl="4">
              <a:lnSpc>
                <a:spcPct val="115000"/>
              </a:lnSpc>
              <a:spcBef>
                <a:spcPts val="0"/>
              </a:spcBef>
              <a:spcAft>
                <a:spcPts val="0"/>
              </a:spcAft>
              <a:buNone/>
              <a:defRPr sz="1800">
                <a:solidFill>
                  <a:schemeClr val="lt2"/>
                </a:solidFill>
                <a:latin typeface="Outfit SemiBold"/>
                <a:ea typeface="Outfit SemiBold"/>
                <a:cs typeface="Outfit SemiBold"/>
                <a:sym typeface="Outfit SemiBold"/>
              </a:defRPr>
            </a:lvl5pPr>
            <a:lvl6pPr lvl="5">
              <a:lnSpc>
                <a:spcPct val="115000"/>
              </a:lnSpc>
              <a:spcBef>
                <a:spcPts val="0"/>
              </a:spcBef>
              <a:spcAft>
                <a:spcPts val="0"/>
              </a:spcAft>
              <a:buNone/>
              <a:defRPr sz="1800">
                <a:solidFill>
                  <a:schemeClr val="lt2"/>
                </a:solidFill>
                <a:latin typeface="Outfit SemiBold"/>
                <a:ea typeface="Outfit SemiBold"/>
                <a:cs typeface="Outfit SemiBold"/>
                <a:sym typeface="Outfit SemiBold"/>
              </a:defRPr>
            </a:lvl6pPr>
            <a:lvl7pPr lvl="6">
              <a:lnSpc>
                <a:spcPct val="115000"/>
              </a:lnSpc>
              <a:spcBef>
                <a:spcPts val="0"/>
              </a:spcBef>
              <a:spcAft>
                <a:spcPts val="0"/>
              </a:spcAft>
              <a:buNone/>
              <a:defRPr sz="1800">
                <a:solidFill>
                  <a:schemeClr val="lt2"/>
                </a:solidFill>
                <a:latin typeface="Outfit SemiBold"/>
                <a:ea typeface="Outfit SemiBold"/>
                <a:cs typeface="Outfit SemiBold"/>
                <a:sym typeface="Outfit SemiBold"/>
              </a:defRPr>
            </a:lvl7pPr>
            <a:lvl8pPr lvl="7">
              <a:lnSpc>
                <a:spcPct val="115000"/>
              </a:lnSpc>
              <a:spcBef>
                <a:spcPts val="0"/>
              </a:spcBef>
              <a:spcAft>
                <a:spcPts val="0"/>
              </a:spcAft>
              <a:buNone/>
              <a:defRPr sz="1800">
                <a:solidFill>
                  <a:schemeClr val="lt2"/>
                </a:solidFill>
                <a:latin typeface="Outfit SemiBold"/>
                <a:ea typeface="Outfit SemiBold"/>
                <a:cs typeface="Outfit SemiBold"/>
                <a:sym typeface="Outfit SemiBold"/>
              </a:defRPr>
            </a:lvl8pPr>
            <a:lvl9pPr lvl="8">
              <a:lnSpc>
                <a:spcPct val="115000"/>
              </a:lnSpc>
              <a:spcBef>
                <a:spcPts val="0"/>
              </a:spcBef>
              <a:spcAft>
                <a:spcPts val="0"/>
              </a:spcAft>
              <a:buNone/>
              <a:defRPr sz="1800">
                <a:solidFill>
                  <a:schemeClr val="lt2"/>
                </a:solidFill>
                <a:latin typeface="Outfit SemiBold"/>
                <a:ea typeface="Outfit SemiBold"/>
                <a:cs typeface="Outfit SemiBold"/>
                <a:sym typeface="Outfit SemiBold"/>
              </a:defRPr>
            </a:lvl9pPr>
          </a:lstStyle>
          <a:p/>
        </p:txBody>
      </p:sp>
      <p:sp>
        <p:nvSpPr>
          <p:cNvPr id="100" name="Google Shape;100;p12"/>
          <p:cNvSpPr txBox="1"/>
          <p:nvPr>
            <p:ph idx="7"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Clr>
                <a:schemeClr val="lt1"/>
              </a:buClr>
              <a:buSzPts val="800"/>
              <a:buNone/>
              <a:defRPr sz="800"/>
            </a:lvl2pPr>
            <a:lvl3pPr lvl="2" algn="ctr">
              <a:spcBef>
                <a:spcPts val="0"/>
              </a:spcBef>
              <a:spcAft>
                <a:spcPts val="0"/>
              </a:spcAft>
              <a:buClr>
                <a:schemeClr val="lt1"/>
              </a:buClr>
              <a:buSzPts val="800"/>
              <a:buNone/>
              <a:defRPr sz="800"/>
            </a:lvl3pPr>
            <a:lvl4pPr lvl="3" algn="ctr">
              <a:spcBef>
                <a:spcPts val="0"/>
              </a:spcBef>
              <a:spcAft>
                <a:spcPts val="0"/>
              </a:spcAft>
              <a:buClr>
                <a:schemeClr val="lt1"/>
              </a:buClr>
              <a:buSzPts val="800"/>
              <a:buNone/>
              <a:defRPr sz="800"/>
            </a:lvl4pPr>
            <a:lvl5pPr lvl="4" algn="ctr">
              <a:spcBef>
                <a:spcPts val="0"/>
              </a:spcBef>
              <a:spcAft>
                <a:spcPts val="0"/>
              </a:spcAft>
              <a:buClr>
                <a:schemeClr val="lt1"/>
              </a:buClr>
              <a:buSzPts val="800"/>
              <a:buNone/>
              <a:defRPr sz="800"/>
            </a:lvl5pPr>
            <a:lvl6pPr lvl="5" algn="ctr">
              <a:spcBef>
                <a:spcPts val="0"/>
              </a:spcBef>
              <a:spcAft>
                <a:spcPts val="0"/>
              </a:spcAft>
              <a:buClr>
                <a:schemeClr val="lt1"/>
              </a:buClr>
              <a:buSzPts val="800"/>
              <a:buNone/>
              <a:defRPr sz="800"/>
            </a:lvl6pPr>
            <a:lvl7pPr lvl="6" algn="ctr">
              <a:spcBef>
                <a:spcPts val="0"/>
              </a:spcBef>
              <a:spcAft>
                <a:spcPts val="0"/>
              </a:spcAft>
              <a:buClr>
                <a:schemeClr val="lt1"/>
              </a:buClr>
              <a:buSzPts val="800"/>
              <a:buNone/>
              <a:defRPr sz="800"/>
            </a:lvl7pPr>
            <a:lvl8pPr lvl="7" algn="ctr">
              <a:spcBef>
                <a:spcPts val="0"/>
              </a:spcBef>
              <a:spcAft>
                <a:spcPts val="0"/>
              </a:spcAft>
              <a:buClr>
                <a:schemeClr val="lt1"/>
              </a:buClr>
              <a:buSzPts val="800"/>
              <a:buNone/>
              <a:defRPr sz="800"/>
            </a:lvl8pPr>
            <a:lvl9pPr lvl="8" algn="ctr">
              <a:spcBef>
                <a:spcPts val="0"/>
              </a:spcBef>
              <a:spcAft>
                <a:spcPts val="0"/>
              </a:spcAft>
              <a:buClr>
                <a:schemeClr val="lt1"/>
              </a:buClr>
              <a:buSzPts val="800"/>
              <a:buNone/>
              <a:defRPr sz="800"/>
            </a:lvl9pPr>
          </a:lstStyle>
          <a:p/>
        </p:txBody>
      </p:sp>
      <p:sp>
        <p:nvSpPr>
          <p:cNvPr id="101" name="Google Shape;101;p12"/>
          <p:cNvSpPr txBox="1"/>
          <p:nvPr>
            <p:ph idx="8"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102" name="Google Shape;102;p12"/>
          <p:cNvSpPr txBox="1"/>
          <p:nvPr>
            <p:ph idx="9"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4">
  <p:cSld name="BLANK_1_1_1_1_1_1_1_1_1_1_1_1_1_1_4">
    <p:spTree>
      <p:nvGrpSpPr>
        <p:cNvPr id="103" name="Shape 103"/>
        <p:cNvGrpSpPr/>
        <p:nvPr/>
      </p:nvGrpSpPr>
      <p:grpSpPr>
        <a:xfrm>
          <a:off x="0" y="0"/>
          <a:ext cx="0" cy="0"/>
          <a:chOff x="0" y="0"/>
          <a:chExt cx="0" cy="0"/>
        </a:xfrm>
      </p:grpSpPr>
      <p:sp>
        <p:nvSpPr>
          <p:cNvPr id="104" name="Google Shape;104;p13"/>
          <p:cNvSpPr txBox="1"/>
          <p:nvPr>
            <p:ph idx="1" type="body"/>
          </p:nvPr>
        </p:nvSpPr>
        <p:spPr>
          <a:xfrm>
            <a:off x="6554750" y="2509703"/>
            <a:ext cx="2304900" cy="2125200"/>
          </a:xfrm>
          <a:prstGeom prst="rect">
            <a:avLst/>
          </a:prstGeom>
        </p:spPr>
        <p:txBody>
          <a:bodyPr anchorCtr="0" anchor="b" bIns="27430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05" name="Google Shape;105;p13"/>
          <p:cNvSpPr txBox="1"/>
          <p:nvPr>
            <p:ph idx="2" type="body"/>
          </p:nvPr>
        </p:nvSpPr>
        <p:spPr>
          <a:xfrm>
            <a:off x="1731400" y="2509703"/>
            <a:ext cx="2304900" cy="2125200"/>
          </a:xfrm>
          <a:prstGeom prst="rect">
            <a:avLst/>
          </a:prstGeom>
        </p:spPr>
        <p:txBody>
          <a:bodyPr anchorCtr="0" anchor="b" bIns="27430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06" name="Google Shape;106;p13"/>
          <p:cNvSpPr txBox="1"/>
          <p:nvPr>
            <p:ph idx="3" type="body"/>
          </p:nvPr>
        </p:nvSpPr>
        <p:spPr>
          <a:xfrm>
            <a:off x="4143075" y="2509703"/>
            <a:ext cx="2304900" cy="2125200"/>
          </a:xfrm>
          <a:prstGeom prst="rect">
            <a:avLst/>
          </a:prstGeom>
        </p:spPr>
        <p:txBody>
          <a:bodyPr anchorCtr="0" anchor="b" bIns="27430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07" name="Google Shape;107;p13"/>
          <p:cNvSpPr txBox="1"/>
          <p:nvPr>
            <p:ph type="title"/>
          </p:nvPr>
        </p:nvSpPr>
        <p:spPr>
          <a:xfrm>
            <a:off x="1731400" y="806900"/>
            <a:ext cx="2064000" cy="2676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08" name="Google Shape;108;p13"/>
          <p:cNvSpPr txBox="1"/>
          <p:nvPr>
            <p:ph idx="4" type="subTitle"/>
          </p:nvPr>
        </p:nvSpPr>
        <p:spPr>
          <a:xfrm>
            <a:off x="1731400" y="400075"/>
            <a:ext cx="1340700" cy="153900"/>
          </a:xfrm>
          <a:prstGeom prst="rect">
            <a:avLst/>
          </a:prstGeom>
        </p:spPr>
        <p:txBody>
          <a:bodyPr anchorCtr="0" anchor="t" bIns="0" lIns="182875" spcFirstLastPara="1" rIns="91425" wrap="square" tIns="0">
            <a:noAutofit/>
          </a:bodyPr>
          <a:lstStyle>
            <a:lvl1pPr lvl="0">
              <a:spcBef>
                <a:spcPts val="0"/>
              </a:spcBef>
              <a:spcAft>
                <a:spcPts val="0"/>
              </a:spcAft>
              <a:buNone/>
              <a:defRPr b="1" sz="1000">
                <a:latin typeface="Outfit"/>
                <a:ea typeface="Outfit"/>
                <a:cs typeface="Outfit"/>
                <a:sym typeface="Outfit"/>
              </a:defRPr>
            </a:lvl1pPr>
            <a:lvl2pPr lvl="1">
              <a:spcBef>
                <a:spcPts val="0"/>
              </a:spcBef>
              <a:spcAft>
                <a:spcPts val="0"/>
              </a:spcAft>
              <a:buSzPts val="1000"/>
              <a:buFont typeface="Outfit"/>
              <a:buNone/>
              <a:defRPr sz="1000">
                <a:latin typeface="Outfit"/>
                <a:ea typeface="Outfit"/>
                <a:cs typeface="Outfit"/>
                <a:sym typeface="Outfit"/>
              </a:defRPr>
            </a:lvl2pPr>
            <a:lvl3pPr lvl="2">
              <a:spcBef>
                <a:spcPts val="0"/>
              </a:spcBef>
              <a:spcAft>
                <a:spcPts val="0"/>
              </a:spcAft>
              <a:buSzPts val="1000"/>
              <a:buFont typeface="Outfit"/>
              <a:buNone/>
              <a:defRPr sz="1000">
                <a:latin typeface="Outfit"/>
                <a:ea typeface="Outfit"/>
                <a:cs typeface="Outfit"/>
                <a:sym typeface="Outfit"/>
              </a:defRPr>
            </a:lvl3pPr>
            <a:lvl4pPr lvl="3">
              <a:spcBef>
                <a:spcPts val="0"/>
              </a:spcBef>
              <a:spcAft>
                <a:spcPts val="0"/>
              </a:spcAft>
              <a:buSzPts val="1000"/>
              <a:buFont typeface="Outfit"/>
              <a:buNone/>
              <a:defRPr sz="1000">
                <a:latin typeface="Outfit"/>
                <a:ea typeface="Outfit"/>
                <a:cs typeface="Outfit"/>
                <a:sym typeface="Outfit"/>
              </a:defRPr>
            </a:lvl4pPr>
            <a:lvl5pPr lvl="4">
              <a:spcBef>
                <a:spcPts val="0"/>
              </a:spcBef>
              <a:spcAft>
                <a:spcPts val="0"/>
              </a:spcAft>
              <a:buSzPts val="1000"/>
              <a:buFont typeface="Outfit"/>
              <a:buNone/>
              <a:defRPr sz="1000">
                <a:latin typeface="Outfit"/>
                <a:ea typeface="Outfit"/>
                <a:cs typeface="Outfit"/>
                <a:sym typeface="Outfit"/>
              </a:defRPr>
            </a:lvl5pPr>
            <a:lvl6pPr lvl="5">
              <a:spcBef>
                <a:spcPts val="0"/>
              </a:spcBef>
              <a:spcAft>
                <a:spcPts val="0"/>
              </a:spcAft>
              <a:buSzPts val="1000"/>
              <a:buFont typeface="Outfit"/>
              <a:buNone/>
              <a:defRPr sz="1000">
                <a:latin typeface="Outfit"/>
                <a:ea typeface="Outfit"/>
                <a:cs typeface="Outfit"/>
                <a:sym typeface="Outfit"/>
              </a:defRPr>
            </a:lvl6pPr>
            <a:lvl7pPr lvl="6">
              <a:spcBef>
                <a:spcPts val="0"/>
              </a:spcBef>
              <a:spcAft>
                <a:spcPts val="0"/>
              </a:spcAft>
              <a:buSzPts val="1000"/>
              <a:buFont typeface="Outfit"/>
              <a:buNone/>
              <a:defRPr sz="1000">
                <a:latin typeface="Outfit"/>
                <a:ea typeface="Outfit"/>
                <a:cs typeface="Outfit"/>
                <a:sym typeface="Outfit"/>
              </a:defRPr>
            </a:lvl7pPr>
            <a:lvl8pPr lvl="7">
              <a:spcBef>
                <a:spcPts val="0"/>
              </a:spcBef>
              <a:spcAft>
                <a:spcPts val="0"/>
              </a:spcAft>
              <a:buSzPts val="1000"/>
              <a:buFont typeface="Outfit"/>
              <a:buNone/>
              <a:defRPr sz="1000">
                <a:latin typeface="Outfit"/>
                <a:ea typeface="Outfit"/>
                <a:cs typeface="Outfit"/>
                <a:sym typeface="Outfit"/>
              </a:defRPr>
            </a:lvl8pPr>
            <a:lvl9pPr lvl="8">
              <a:spcBef>
                <a:spcPts val="0"/>
              </a:spcBef>
              <a:spcAft>
                <a:spcPts val="0"/>
              </a:spcAft>
              <a:buSzPts val="1000"/>
              <a:buFont typeface="Outfit"/>
              <a:buNone/>
              <a:defRPr sz="1000">
                <a:latin typeface="Outfit"/>
                <a:ea typeface="Outfit"/>
                <a:cs typeface="Outfit"/>
                <a:sym typeface="Outfit"/>
              </a:defRPr>
            </a:lvl9pPr>
          </a:lstStyle>
          <a:p/>
        </p:txBody>
      </p:sp>
      <p:sp>
        <p:nvSpPr>
          <p:cNvPr id="109" name="Google Shape;109;p13"/>
          <p:cNvSpPr txBox="1"/>
          <p:nvPr>
            <p:ph idx="5" type="title"/>
          </p:nvPr>
        </p:nvSpPr>
        <p:spPr>
          <a:xfrm>
            <a:off x="4143075" y="806900"/>
            <a:ext cx="2064000" cy="2676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10" name="Google Shape;110;p13"/>
          <p:cNvSpPr txBox="1"/>
          <p:nvPr>
            <p:ph idx="6" type="subTitle"/>
          </p:nvPr>
        </p:nvSpPr>
        <p:spPr>
          <a:xfrm>
            <a:off x="4143075" y="400075"/>
            <a:ext cx="1340700" cy="153900"/>
          </a:xfrm>
          <a:prstGeom prst="rect">
            <a:avLst/>
          </a:prstGeom>
        </p:spPr>
        <p:txBody>
          <a:bodyPr anchorCtr="0" anchor="t" bIns="0" lIns="182875" spcFirstLastPara="1" rIns="91425" wrap="square" tIns="0">
            <a:noAutofit/>
          </a:bodyPr>
          <a:lstStyle>
            <a:lvl1pPr lvl="0">
              <a:spcBef>
                <a:spcPts val="0"/>
              </a:spcBef>
              <a:spcAft>
                <a:spcPts val="0"/>
              </a:spcAft>
              <a:buNone/>
              <a:defRPr b="1" sz="1000">
                <a:latin typeface="Outfit"/>
                <a:ea typeface="Outfit"/>
                <a:cs typeface="Outfit"/>
                <a:sym typeface="Outfit"/>
              </a:defRPr>
            </a:lvl1pPr>
            <a:lvl2pPr lvl="1">
              <a:spcBef>
                <a:spcPts val="0"/>
              </a:spcBef>
              <a:spcAft>
                <a:spcPts val="0"/>
              </a:spcAft>
              <a:buSzPts val="1000"/>
              <a:buFont typeface="Outfit"/>
              <a:buNone/>
              <a:defRPr sz="1000">
                <a:latin typeface="Outfit"/>
                <a:ea typeface="Outfit"/>
                <a:cs typeface="Outfit"/>
                <a:sym typeface="Outfit"/>
              </a:defRPr>
            </a:lvl2pPr>
            <a:lvl3pPr lvl="2">
              <a:spcBef>
                <a:spcPts val="0"/>
              </a:spcBef>
              <a:spcAft>
                <a:spcPts val="0"/>
              </a:spcAft>
              <a:buSzPts val="1000"/>
              <a:buFont typeface="Outfit"/>
              <a:buNone/>
              <a:defRPr sz="1000">
                <a:latin typeface="Outfit"/>
                <a:ea typeface="Outfit"/>
                <a:cs typeface="Outfit"/>
                <a:sym typeface="Outfit"/>
              </a:defRPr>
            </a:lvl3pPr>
            <a:lvl4pPr lvl="3">
              <a:spcBef>
                <a:spcPts val="0"/>
              </a:spcBef>
              <a:spcAft>
                <a:spcPts val="0"/>
              </a:spcAft>
              <a:buSzPts val="1000"/>
              <a:buFont typeface="Outfit"/>
              <a:buNone/>
              <a:defRPr sz="1000">
                <a:latin typeface="Outfit"/>
                <a:ea typeface="Outfit"/>
                <a:cs typeface="Outfit"/>
                <a:sym typeface="Outfit"/>
              </a:defRPr>
            </a:lvl4pPr>
            <a:lvl5pPr lvl="4">
              <a:spcBef>
                <a:spcPts val="0"/>
              </a:spcBef>
              <a:spcAft>
                <a:spcPts val="0"/>
              </a:spcAft>
              <a:buSzPts val="1000"/>
              <a:buFont typeface="Outfit"/>
              <a:buNone/>
              <a:defRPr sz="1000">
                <a:latin typeface="Outfit"/>
                <a:ea typeface="Outfit"/>
                <a:cs typeface="Outfit"/>
                <a:sym typeface="Outfit"/>
              </a:defRPr>
            </a:lvl5pPr>
            <a:lvl6pPr lvl="5">
              <a:spcBef>
                <a:spcPts val="0"/>
              </a:spcBef>
              <a:spcAft>
                <a:spcPts val="0"/>
              </a:spcAft>
              <a:buSzPts val="1000"/>
              <a:buFont typeface="Outfit"/>
              <a:buNone/>
              <a:defRPr sz="1000">
                <a:latin typeface="Outfit"/>
                <a:ea typeface="Outfit"/>
                <a:cs typeface="Outfit"/>
                <a:sym typeface="Outfit"/>
              </a:defRPr>
            </a:lvl6pPr>
            <a:lvl7pPr lvl="6">
              <a:spcBef>
                <a:spcPts val="0"/>
              </a:spcBef>
              <a:spcAft>
                <a:spcPts val="0"/>
              </a:spcAft>
              <a:buSzPts val="1000"/>
              <a:buFont typeface="Outfit"/>
              <a:buNone/>
              <a:defRPr sz="1000">
                <a:latin typeface="Outfit"/>
                <a:ea typeface="Outfit"/>
                <a:cs typeface="Outfit"/>
                <a:sym typeface="Outfit"/>
              </a:defRPr>
            </a:lvl7pPr>
            <a:lvl8pPr lvl="7">
              <a:spcBef>
                <a:spcPts val="0"/>
              </a:spcBef>
              <a:spcAft>
                <a:spcPts val="0"/>
              </a:spcAft>
              <a:buSzPts val="1000"/>
              <a:buFont typeface="Outfit"/>
              <a:buNone/>
              <a:defRPr sz="1000">
                <a:latin typeface="Outfit"/>
                <a:ea typeface="Outfit"/>
                <a:cs typeface="Outfit"/>
                <a:sym typeface="Outfit"/>
              </a:defRPr>
            </a:lvl8pPr>
            <a:lvl9pPr lvl="8">
              <a:spcBef>
                <a:spcPts val="0"/>
              </a:spcBef>
              <a:spcAft>
                <a:spcPts val="0"/>
              </a:spcAft>
              <a:buSzPts val="1000"/>
              <a:buFont typeface="Outfit"/>
              <a:buNone/>
              <a:defRPr sz="1000">
                <a:latin typeface="Outfit"/>
                <a:ea typeface="Outfit"/>
                <a:cs typeface="Outfit"/>
                <a:sym typeface="Outfit"/>
              </a:defRPr>
            </a:lvl9pPr>
          </a:lstStyle>
          <a:p/>
        </p:txBody>
      </p:sp>
      <p:sp>
        <p:nvSpPr>
          <p:cNvPr id="111" name="Google Shape;111;p13"/>
          <p:cNvSpPr txBox="1"/>
          <p:nvPr>
            <p:ph idx="7" type="title"/>
          </p:nvPr>
        </p:nvSpPr>
        <p:spPr>
          <a:xfrm>
            <a:off x="6554750" y="806900"/>
            <a:ext cx="2064000" cy="2676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12" name="Google Shape;112;p13"/>
          <p:cNvSpPr txBox="1"/>
          <p:nvPr>
            <p:ph idx="8" type="subTitle"/>
          </p:nvPr>
        </p:nvSpPr>
        <p:spPr>
          <a:xfrm>
            <a:off x="6554750" y="400075"/>
            <a:ext cx="1340700" cy="153900"/>
          </a:xfrm>
          <a:prstGeom prst="rect">
            <a:avLst/>
          </a:prstGeom>
        </p:spPr>
        <p:txBody>
          <a:bodyPr anchorCtr="0" anchor="t" bIns="0" lIns="182875" spcFirstLastPara="1" rIns="91425" wrap="square" tIns="0">
            <a:noAutofit/>
          </a:bodyPr>
          <a:lstStyle>
            <a:lvl1pPr lvl="0">
              <a:spcBef>
                <a:spcPts val="0"/>
              </a:spcBef>
              <a:spcAft>
                <a:spcPts val="0"/>
              </a:spcAft>
              <a:buNone/>
              <a:defRPr b="1" sz="1000">
                <a:latin typeface="Outfit"/>
                <a:ea typeface="Outfit"/>
                <a:cs typeface="Outfit"/>
                <a:sym typeface="Outfit"/>
              </a:defRPr>
            </a:lvl1pPr>
            <a:lvl2pPr lvl="1">
              <a:spcBef>
                <a:spcPts val="0"/>
              </a:spcBef>
              <a:spcAft>
                <a:spcPts val="0"/>
              </a:spcAft>
              <a:buSzPts val="1000"/>
              <a:buFont typeface="Outfit"/>
              <a:buNone/>
              <a:defRPr sz="1000">
                <a:latin typeface="Outfit"/>
                <a:ea typeface="Outfit"/>
                <a:cs typeface="Outfit"/>
                <a:sym typeface="Outfit"/>
              </a:defRPr>
            </a:lvl2pPr>
            <a:lvl3pPr lvl="2">
              <a:spcBef>
                <a:spcPts val="0"/>
              </a:spcBef>
              <a:spcAft>
                <a:spcPts val="0"/>
              </a:spcAft>
              <a:buSzPts val="1000"/>
              <a:buFont typeface="Outfit"/>
              <a:buNone/>
              <a:defRPr sz="1000">
                <a:latin typeface="Outfit"/>
                <a:ea typeface="Outfit"/>
                <a:cs typeface="Outfit"/>
                <a:sym typeface="Outfit"/>
              </a:defRPr>
            </a:lvl3pPr>
            <a:lvl4pPr lvl="3">
              <a:spcBef>
                <a:spcPts val="0"/>
              </a:spcBef>
              <a:spcAft>
                <a:spcPts val="0"/>
              </a:spcAft>
              <a:buSzPts val="1000"/>
              <a:buFont typeface="Outfit"/>
              <a:buNone/>
              <a:defRPr sz="1000">
                <a:latin typeface="Outfit"/>
                <a:ea typeface="Outfit"/>
                <a:cs typeface="Outfit"/>
                <a:sym typeface="Outfit"/>
              </a:defRPr>
            </a:lvl4pPr>
            <a:lvl5pPr lvl="4">
              <a:spcBef>
                <a:spcPts val="0"/>
              </a:spcBef>
              <a:spcAft>
                <a:spcPts val="0"/>
              </a:spcAft>
              <a:buSzPts val="1000"/>
              <a:buFont typeface="Outfit"/>
              <a:buNone/>
              <a:defRPr sz="1000">
                <a:latin typeface="Outfit"/>
                <a:ea typeface="Outfit"/>
                <a:cs typeface="Outfit"/>
                <a:sym typeface="Outfit"/>
              </a:defRPr>
            </a:lvl5pPr>
            <a:lvl6pPr lvl="5">
              <a:spcBef>
                <a:spcPts val="0"/>
              </a:spcBef>
              <a:spcAft>
                <a:spcPts val="0"/>
              </a:spcAft>
              <a:buSzPts val="1000"/>
              <a:buFont typeface="Outfit"/>
              <a:buNone/>
              <a:defRPr sz="1000">
                <a:latin typeface="Outfit"/>
                <a:ea typeface="Outfit"/>
                <a:cs typeface="Outfit"/>
                <a:sym typeface="Outfit"/>
              </a:defRPr>
            </a:lvl6pPr>
            <a:lvl7pPr lvl="6">
              <a:spcBef>
                <a:spcPts val="0"/>
              </a:spcBef>
              <a:spcAft>
                <a:spcPts val="0"/>
              </a:spcAft>
              <a:buSzPts val="1000"/>
              <a:buFont typeface="Outfit"/>
              <a:buNone/>
              <a:defRPr sz="1000">
                <a:latin typeface="Outfit"/>
                <a:ea typeface="Outfit"/>
                <a:cs typeface="Outfit"/>
                <a:sym typeface="Outfit"/>
              </a:defRPr>
            </a:lvl7pPr>
            <a:lvl8pPr lvl="7">
              <a:spcBef>
                <a:spcPts val="0"/>
              </a:spcBef>
              <a:spcAft>
                <a:spcPts val="0"/>
              </a:spcAft>
              <a:buSzPts val="1000"/>
              <a:buFont typeface="Outfit"/>
              <a:buNone/>
              <a:defRPr sz="1000">
                <a:latin typeface="Outfit"/>
                <a:ea typeface="Outfit"/>
                <a:cs typeface="Outfit"/>
                <a:sym typeface="Outfit"/>
              </a:defRPr>
            </a:lvl8pPr>
            <a:lvl9pPr lvl="8">
              <a:spcBef>
                <a:spcPts val="0"/>
              </a:spcBef>
              <a:spcAft>
                <a:spcPts val="0"/>
              </a:spcAft>
              <a:buSzPts val="1000"/>
              <a:buFont typeface="Outfit"/>
              <a:buNone/>
              <a:defRPr sz="1000">
                <a:latin typeface="Outfit"/>
                <a:ea typeface="Outfit"/>
                <a:cs typeface="Outfit"/>
                <a:sym typeface="Outfit"/>
              </a:defRPr>
            </a:lvl9pPr>
          </a:lstStyle>
          <a:p/>
        </p:txBody>
      </p:sp>
      <p:sp>
        <p:nvSpPr>
          <p:cNvPr id="113" name="Google Shape;113;p13"/>
          <p:cNvSpPr txBox="1"/>
          <p:nvPr>
            <p:ph idx="9"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Clr>
                <a:schemeClr val="lt1"/>
              </a:buClr>
              <a:buSzPts val="800"/>
              <a:buNone/>
              <a:defRPr sz="800"/>
            </a:lvl2pPr>
            <a:lvl3pPr lvl="2" algn="ctr">
              <a:spcBef>
                <a:spcPts val="0"/>
              </a:spcBef>
              <a:spcAft>
                <a:spcPts val="0"/>
              </a:spcAft>
              <a:buClr>
                <a:schemeClr val="lt1"/>
              </a:buClr>
              <a:buSzPts val="800"/>
              <a:buNone/>
              <a:defRPr sz="800"/>
            </a:lvl3pPr>
            <a:lvl4pPr lvl="3" algn="ctr">
              <a:spcBef>
                <a:spcPts val="0"/>
              </a:spcBef>
              <a:spcAft>
                <a:spcPts val="0"/>
              </a:spcAft>
              <a:buClr>
                <a:schemeClr val="lt1"/>
              </a:buClr>
              <a:buSzPts val="800"/>
              <a:buNone/>
              <a:defRPr sz="800"/>
            </a:lvl4pPr>
            <a:lvl5pPr lvl="4" algn="ctr">
              <a:spcBef>
                <a:spcPts val="0"/>
              </a:spcBef>
              <a:spcAft>
                <a:spcPts val="0"/>
              </a:spcAft>
              <a:buClr>
                <a:schemeClr val="lt1"/>
              </a:buClr>
              <a:buSzPts val="800"/>
              <a:buNone/>
              <a:defRPr sz="800"/>
            </a:lvl5pPr>
            <a:lvl6pPr lvl="5" algn="ctr">
              <a:spcBef>
                <a:spcPts val="0"/>
              </a:spcBef>
              <a:spcAft>
                <a:spcPts val="0"/>
              </a:spcAft>
              <a:buClr>
                <a:schemeClr val="lt1"/>
              </a:buClr>
              <a:buSzPts val="800"/>
              <a:buNone/>
              <a:defRPr sz="800"/>
            </a:lvl6pPr>
            <a:lvl7pPr lvl="6" algn="ctr">
              <a:spcBef>
                <a:spcPts val="0"/>
              </a:spcBef>
              <a:spcAft>
                <a:spcPts val="0"/>
              </a:spcAft>
              <a:buClr>
                <a:schemeClr val="lt1"/>
              </a:buClr>
              <a:buSzPts val="800"/>
              <a:buNone/>
              <a:defRPr sz="800"/>
            </a:lvl7pPr>
            <a:lvl8pPr lvl="7" algn="ctr">
              <a:spcBef>
                <a:spcPts val="0"/>
              </a:spcBef>
              <a:spcAft>
                <a:spcPts val="0"/>
              </a:spcAft>
              <a:buClr>
                <a:schemeClr val="lt1"/>
              </a:buClr>
              <a:buSzPts val="800"/>
              <a:buNone/>
              <a:defRPr sz="800"/>
            </a:lvl8pPr>
            <a:lvl9pPr lvl="8" algn="ctr">
              <a:spcBef>
                <a:spcPts val="0"/>
              </a:spcBef>
              <a:spcAft>
                <a:spcPts val="0"/>
              </a:spcAft>
              <a:buClr>
                <a:schemeClr val="lt1"/>
              </a:buClr>
              <a:buSzPts val="800"/>
              <a:buNone/>
              <a:defRPr sz="800"/>
            </a:lvl9pPr>
          </a:lstStyle>
          <a:p/>
        </p:txBody>
      </p:sp>
      <p:sp>
        <p:nvSpPr>
          <p:cNvPr id="114" name="Google Shape;114;p13"/>
          <p:cNvSpPr txBox="1"/>
          <p:nvPr>
            <p:ph idx="13"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115" name="Google Shape;115;p13"/>
          <p:cNvSpPr txBox="1"/>
          <p:nvPr>
            <p:ph idx="14"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5">
  <p:cSld name="BLANK_1_1_1_1_1_1_1_1_1_1_1_1_1_1_4_1">
    <p:spTree>
      <p:nvGrpSpPr>
        <p:cNvPr id="116" name="Shape 116"/>
        <p:cNvGrpSpPr/>
        <p:nvPr/>
      </p:nvGrpSpPr>
      <p:grpSpPr>
        <a:xfrm>
          <a:off x="0" y="0"/>
          <a:ext cx="0" cy="0"/>
          <a:chOff x="0" y="0"/>
          <a:chExt cx="0" cy="0"/>
        </a:xfrm>
      </p:grpSpPr>
      <p:sp>
        <p:nvSpPr>
          <p:cNvPr id="117" name="Google Shape;117;p14"/>
          <p:cNvSpPr txBox="1"/>
          <p:nvPr>
            <p:ph idx="1"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Clr>
                <a:schemeClr val="lt1"/>
              </a:buClr>
              <a:buSzPts val="800"/>
              <a:buNone/>
              <a:defRPr sz="800"/>
            </a:lvl2pPr>
            <a:lvl3pPr lvl="2" algn="ctr">
              <a:spcBef>
                <a:spcPts val="0"/>
              </a:spcBef>
              <a:spcAft>
                <a:spcPts val="0"/>
              </a:spcAft>
              <a:buClr>
                <a:schemeClr val="lt1"/>
              </a:buClr>
              <a:buSzPts val="800"/>
              <a:buNone/>
              <a:defRPr sz="800"/>
            </a:lvl3pPr>
            <a:lvl4pPr lvl="3" algn="ctr">
              <a:spcBef>
                <a:spcPts val="0"/>
              </a:spcBef>
              <a:spcAft>
                <a:spcPts val="0"/>
              </a:spcAft>
              <a:buClr>
                <a:schemeClr val="lt1"/>
              </a:buClr>
              <a:buSzPts val="800"/>
              <a:buNone/>
              <a:defRPr sz="800"/>
            </a:lvl4pPr>
            <a:lvl5pPr lvl="4" algn="ctr">
              <a:spcBef>
                <a:spcPts val="0"/>
              </a:spcBef>
              <a:spcAft>
                <a:spcPts val="0"/>
              </a:spcAft>
              <a:buClr>
                <a:schemeClr val="lt1"/>
              </a:buClr>
              <a:buSzPts val="800"/>
              <a:buNone/>
              <a:defRPr sz="800"/>
            </a:lvl5pPr>
            <a:lvl6pPr lvl="5" algn="ctr">
              <a:spcBef>
                <a:spcPts val="0"/>
              </a:spcBef>
              <a:spcAft>
                <a:spcPts val="0"/>
              </a:spcAft>
              <a:buClr>
                <a:schemeClr val="lt1"/>
              </a:buClr>
              <a:buSzPts val="800"/>
              <a:buNone/>
              <a:defRPr sz="800"/>
            </a:lvl6pPr>
            <a:lvl7pPr lvl="6" algn="ctr">
              <a:spcBef>
                <a:spcPts val="0"/>
              </a:spcBef>
              <a:spcAft>
                <a:spcPts val="0"/>
              </a:spcAft>
              <a:buClr>
                <a:schemeClr val="lt1"/>
              </a:buClr>
              <a:buSzPts val="800"/>
              <a:buNone/>
              <a:defRPr sz="800"/>
            </a:lvl7pPr>
            <a:lvl8pPr lvl="7" algn="ctr">
              <a:spcBef>
                <a:spcPts val="0"/>
              </a:spcBef>
              <a:spcAft>
                <a:spcPts val="0"/>
              </a:spcAft>
              <a:buClr>
                <a:schemeClr val="lt1"/>
              </a:buClr>
              <a:buSzPts val="800"/>
              <a:buNone/>
              <a:defRPr sz="800"/>
            </a:lvl8pPr>
            <a:lvl9pPr lvl="8" algn="ctr">
              <a:spcBef>
                <a:spcPts val="0"/>
              </a:spcBef>
              <a:spcAft>
                <a:spcPts val="0"/>
              </a:spcAft>
              <a:buClr>
                <a:schemeClr val="lt1"/>
              </a:buClr>
              <a:buSzPts val="800"/>
              <a:buNone/>
              <a:defRPr sz="800"/>
            </a:lvl9pPr>
          </a:lstStyle>
          <a:p/>
        </p:txBody>
      </p:sp>
      <p:sp>
        <p:nvSpPr>
          <p:cNvPr id="118" name="Google Shape;118;p14"/>
          <p:cNvSpPr txBox="1"/>
          <p:nvPr>
            <p:ph idx="2" type="body"/>
          </p:nvPr>
        </p:nvSpPr>
        <p:spPr>
          <a:xfrm>
            <a:off x="1731400" y="3634076"/>
            <a:ext cx="2304900" cy="1000800"/>
          </a:xfrm>
          <a:prstGeom prst="rect">
            <a:avLst/>
          </a:prstGeom>
        </p:spPr>
        <p:txBody>
          <a:bodyPr anchorCtr="0" anchor="b"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19" name="Google Shape;119;p14"/>
          <p:cNvSpPr txBox="1"/>
          <p:nvPr>
            <p:ph idx="3" type="body"/>
          </p:nvPr>
        </p:nvSpPr>
        <p:spPr>
          <a:xfrm>
            <a:off x="4143963" y="3634076"/>
            <a:ext cx="2304900" cy="1000800"/>
          </a:xfrm>
          <a:prstGeom prst="rect">
            <a:avLst/>
          </a:prstGeom>
        </p:spPr>
        <p:txBody>
          <a:bodyPr anchorCtr="0" anchor="b"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20" name="Google Shape;120;p14"/>
          <p:cNvSpPr txBox="1"/>
          <p:nvPr>
            <p:ph idx="4" type="body"/>
          </p:nvPr>
        </p:nvSpPr>
        <p:spPr>
          <a:xfrm>
            <a:off x="6556525" y="3634076"/>
            <a:ext cx="2304900" cy="1000800"/>
          </a:xfrm>
          <a:prstGeom prst="rect">
            <a:avLst/>
          </a:prstGeom>
        </p:spPr>
        <p:txBody>
          <a:bodyPr anchorCtr="0" anchor="b"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21" name="Google Shape;121;p14"/>
          <p:cNvSpPr/>
          <p:nvPr>
            <p:ph idx="5" type="pic"/>
          </p:nvPr>
        </p:nvSpPr>
        <p:spPr>
          <a:xfrm>
            <a:off x="1733625" y="1872750"/>
            <a:ext cx="2304000" cy="748500"/>
          </a:xfrm>
          <a:prstGeom prst="roundRect">
            <a:avLst>
              <a:gd fmla="val 15661" name="adj"/>
            </a:avLst>
          </a:prstGeom>
          <a:noFill/>
          <a:ln>
            <a:noFill/>
          </a:ln>
        </p:spPr>
      </p:sp>
      <p:sp>
        <p:nvSpPr>
          <p:cNvPr id="122" name="Google Shape;122;p14"/>
          <p:cNvSpPr/>
          <p:nvPr>
            <p:ph idx="6" type="pic"/>
          </p:nvPr>
        </p:nvSpPr>
        <p:spPr>
          <a:xfrm>
            <a:off x="4144025" y="1872750"/>
            <a:ext cx="2304000" cy="1075500"/>
          </a:xfrm>
          <a:prstGeom prst="roundRect">
            <a:avLst>
              <a:gd fmla="val 13968" name="adj"/>
            </a:avLst>
          </a:prstGeom>
          <a:noFill/>
          <a:ln>
            <a:noFill/>
          </a:ln>
        </p:spPr>
      </p:sp>
      <p:sp>
        <p:nvSpPr>
          <p:cNvPr id="123" name="Google Shape;123;p14"/>
          <p:cNvSpPr/>
          <p:nvPr>
            <p:ph idx="7" type="pic"/>
          </p:nvPr>
        </p:nvSpPr>
        <p:spPr>
          <a:xfrm>
            <a:off x="6556525" y="1872750"/>
            <a:ext cx="2304000" cy="1286700"/>
          </a:xfrm>
          <a:prstGeom prst="roundRect">
            <a:avLst>
              <a:gd fmla="val 12543" name="adj"/>
            </a:avLst>
          </a:prstGeom>
          <a:noFill/>
          <a:ln>
            <a:noFill/>
          </a:ln>
        </p:spPr>
      </p:sp>
      <p:sp>
        <p:nvSpPr>
          <p:cNvPr id="124" name="Google Shape;124;p14"/>
          <p:cNvSpPr txBox="1"/>
          <p:nvPr>
            <p:ph type="title"/>
          </p:nvPr>
        </p:nvSpPr>
        <p:spPr>
          <a:xfrm>
            <a:off x="1731400" y="282900"/>
            <a:ext cx="71280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125" name="Google Shape;125;p14"/>
          <p:cNvSpPr txBox="1"/>
          <p:nvPr>
            <p:ph idx="8" type="title"/>
          </p:nvPr>
        </p:nvSpPr>
        <p:spPr>
          <a:xfrm>
            <a:off x="1731400" y="2623350"/>
            <a:ext cx="1873200" cy="527400"/>
          </a:xfrm>
          <a:prstGeom prst="rect">
            <a:avLst/>
          </a:prstGeom>
        </p:spPr>
        <p:txBody>
          <a:bodyPr anchorCtr="0" anchor="t" bIns="0" lIns="182875" spcFirstLastPara="1" rIns="182875" wrap="square" tIns="182875">
            <a:spAutoFit/>
          </a:bodyPr>
          <a:lstStyle>
            <a:lvl1pPr lvl="0">
              <a:lnSpc>
                <a:spcPct val="90000"/>
              </a:lnSpc>
              <a:spcBef>
                <a:spcPts val="0"/>
              </a:spcBef>
              <a:spcAft>
                <a:spcPts val="0"/>
              </a:spcAft>
              <a:buNone/>
              <a:defRPr sz="1200"/>
            </a:lvl1pPr>
            <a:lvl2pPr lvl="1">
              <a:lnSpc>
                <a:spcPct val="115000"/>
              </a:lnSpc>
              <a:spcBef>
                <a:spcPts val="0"/>
              </a:spcBef>
              <a:spcAft>
                <a:spcPts val="0"/>
              </a:spcAft>
              <a:buNone/>
              <a:defRPr sz="1200"/>
            </a:lvl2pPr>
            <a:lvl3pPr lvl="2">
              <a:lnSpc>
                <a:spcPct val="115000"/>
              </a:lnSpc>
              <a:spcBef>
                <a:spcPts val="0"/>
              </a:spcBef>
              <a:spcAft>
                <a:spcPts val="0"/>
              </a:spcAft>
              <a:buNone/>
              <a:defRPr sz="1200"/>
            </a:lvl3pPr>
            <a:lvl4pPr lvl="3">
              <a:lnSpc>
                <a:spcPct val="115000"/>
              </a:lnSpc>
              <a:spcBef>
                <a:spcPts val="0"/>
              </a:spcBef>
              <a:spcAft>
                <a:spcPts val="0"/>
              </a:spcAft>
              <a:buNone/>
              <a:defRPr sz="1200"/>
            </a:lvl4pPr>
            <a:lvl5pPr lvl="4">
              <a:lnSpc>
                <a:spcPct val="115000"/>
              </a:lnSpc>
              <a:spcBef>
                <a:spcPts val="0"/>
              </a:spcBef>
              <a:spcAft>
                <a:spcPts val="0"/>
              </a:spcAft>
              <a:buNone/>
              <a:defRPr sz="1200"/>
            </a:lvl5pPr>
            <a:lvl6pPr lvl="5">
              <a:lnSpc>
                <a:spcPct val="115000"/>
              </a:lnSpc>
              <a:spcBef>
                <a:spcPts val="0"/>
              </a:spcBef>
              <a:spcAft>
                <a:spcPts val="0"/>
              </a:spcAft>
              <a:buNone/>
              <a:defRPr sz="1200"/>
            </a:lvl6pPr>
            <a:lvl7pPr lvl="6">
              <a:lnSpc>
                <a:spcPct val="115000"/>
              </a:lnSpc>
              <a:spcBef>
                <a:spcPts val="0"/>
              </a:spcBef>
              <a:spcAft>
                <a:spcPts val="0"/>
              </a:spcAft>
              <a:buNone/>
              <a:defRPr sz="1200"/>
            </a:lvl7pPr>
            <a:lvl8pPr lvl="7">
              <a:lnSpc>
                <a:spcPct val="115000"/>
              </a:lnSpc>
              <a:spcBef>
                <a:spcPts val="0"/>
              </a:spcBef>
              <a:spcAft>
                <a:spcPts val="0"/>
              </a:spcAft>
              <a:buNone/>
              <a:defRPr sz="1200"/>
            </a:lvl8pPr>
            <a:lvl9pPr lvl="8">
              <a:lnSpc>
                <a:spcPct val="115000"/>
              </a:lnSpc>
              <a:spcBef>
                <a:spcPts val="0"/>
              </a:spcBef>
              <a:spcAft>
                <a:spcPts val="0"/>
              </a:spcAft>
              <a:buNone/>
              <a:defRPr sz="1200"/>
            </a:lvl9pPr>
          </a:lstStyle>
          <a:p/>
        </p:txBody>
      </p:sp>
      <p:sp>
        <p:nvSpPr>
          <p:cNvPr id="126" name="Google Shape;126;p14"/>
          <p:cNvSpPr txBox="1"/>
          <p:nvPr>
            <p:ph idx="9" type="title"/>
          </p:nvPr>
        </p:nvSpPr>
        <p:spPr>
          <a:xfrm>
            <a:off x="4143963" y="2984550"/>
            <a:ext cx="1873200" cy="527400"/>
          </a:xfrm>
          <a:prstGeom prst="rect">
            <a:avLst/>
          </a:prstGeom>
        </p:spPr>
        <p:txBody>
          <a:bodyPr anchorCtr="0" anchor="t" bIns="0" lIns="182875" spcFirstLastPara="1" rIns="182875" wrap="square" tIns="182875">
            <a:spAutoFit/>
          </a:bodyPr>
          <a:lstStyle>
            <a:lvl1pPr lvl="0">
              <a:lnSpc>
                <a:spcPct val="90000"/>
              </a:lnSpc>
              <a:spcBef>
                <a:spcPts val="0"/>
              </a:spcBef>
              <a:spcAft>
                <a:spcPts val="0"/>
              </a:spcAft>
              <a:buNone/>
              <a:defRPr sz="1200"/>
            </a:lvl1pPr>
            <a:lvl2pPr lvl="1">
              <a:lnSpc>
                <a:spcPct val="115000"/>
              </a:lnSpc>
              <a:spcBef>
                <a:spcPts val="0"/>
              </a:spcBef>
              <a:spcAft>
                <a:spcPts val="0"/>
              </a:spcAft>
              <a:buNone/>
              <a:defRPr sz="1200"/>
            </a:lvl2pPr>
            <a:lvl3pPr lvl="2">
              <a:lnSpc>
                <a:spcPct val="115000"/>
              </a:lnSpc>
              <a:spcBef>
                <a:spcPts val="0"/>
              </a:spcBef>
              <a:spcAft>
                <a:spcPts val="0"/>
              </a:spcAft>
              <a:buNone/>
              <a:defRPr sz="1200"/>
            </a:lvl3pPr>
            <a:lvl4pPr lvl="3">
              <a:lnSpc>
                <a:spcPct val="115000"/>
              </a:lnSpc>
              <a:spcBef>
                <a:spcPts val="0"/>
              </a:spcBef>
              <a:spcAft>
                <a:spcPts val="0"/>
              </a:spcAft>
              <a:buNone/>
              <a:defRPr sz="1200"/>
            </a:lvl4pPr>
            <a:lvl5pPr lvl="4">
              <a:lnSpc>
                <a:spcPct val="115000"/>
              </a:lnSpc>
              <a:spcBef>
                <a:spcPts val="0"/>
              </a:spcBef>
              <a:spcAft>
                <a:spcPts val="0"/>
              </a:spcAft>
              <a:buNone/>
              <a:defRPr sz="1200"/>
            </a:lvl5pPr>
            <a:lvl6pPr lvl="5">
              <a:lnSpc>
                <a:spcPct val="115000"/>
              </a:lnSpc>
              <a:spcBef>
                <a:spcPts val="0"/>
              </a:spcBef>
              <a:spcAft>
                <a:spcPts val="0"/>
              </a:spcAft>
              <a:buNone/>
              <a:defRPr sz="1200"/>
            </a:lvl6pPr>
            <a:lvl7pPr lvl="6">
              <a:lnSpc>
                <a:spcPct val="115000"/>
              </a:lnSpc>
              <a:spcBef>
                <a:spcPts val="0"/>
              </a:spcBef>
              <a:spcAft>
                <a:spcPts val="0"/>
              </a:spcAft>
              <a:buNone/>
              <a:defRPr sz="1200"/>
            </a:lvl7pPr>
            <a:lvl8pPr lvl="7">
              <a:lnSpc>
                <a:spcPct val="115000"/>
              </a:lnSpc>
              <a:spcBef>
                <a:spcPts val="0"/>
              </a:spcBef>
              <a:spcAft>
                <a:spcPts val="0"/>
              </a:spcAft>
              <a:buNone/>
              <a:defRPr sz="1200"/>
            </a:lvl8pPr>
            <a:lvl9pPr lvl="8">
              <a:lnSpc>
                <a:spcPct val="115000"/>
              </a:lnSpc>
              <a:spcBef>
                <a:spcPts val="0"/>
              </a:spcBef>
              <a:spcAft>
                <a:spcPts val="0"/>
              </a:spcAft>
              <a:buNone/>
              <a:defRPr sz="1200"/>
            </a:lvl9pPr>
          </a:lstStyle>
          <a:p/>
        </p:txBody>
      </p:sp>
      <p:sp>
        <p:nvSpPr>
          <p:cNvPr id="127" name="Google Shape;127;p14"/>
          <p:cNvSpPr txBox="1"/>
          <p:nvPr>
            <p:ph idx="13" type="title"/>
          </p:nvPr>
        </p:nvSpPr>
        <p:spPr>
          <a:xfrm>
            <a:off x="6556525" y="3219175"/>
            <a:ext cx="1873200" cy="527400"/>
          </a:xfrm>
          <a:prstGeom prst="rect">
            <a:avLst/>
          </a:prstGeom>
        </p:spPr>
        <p:txBody>
          <a:bodyPr anchorCtr="0" anchor="t" bIns="0" lIns="182875" spcFirstLastPara="1" rIns="182875" wrap="square" tIns="182875">
            <a:spAutoFit/>
          </a:bodyPr>
          <a:lstStyle>
            <a:lvl1pPr lvl="0">
              <a:lnSpc>
                <a:spcPct val="90000"/>
              </a:lnSpc>
              <a:spcBef>
                <a:spcPts val="0"/>
              </a:spcBef>
              <a:spcAft>
                <a:spcPts val="0"/>
              </a:spcAft>
              <a:buNone/>
              <a:defRPr sz="1200"/>
            </a:lvl1pPr>
            <a:lvl2pPr lvl="1">
              <a:lnSpc>
                <a:spcPct val="115000"/>
              </a:lnSpc>
              <a:spcBef>
                <a:spcPts val="0"/>
              </a:spcBef>
              <a:spcAft>
                <a:spcPts val="0"/>
              </a:spcAft>
              <a:buNone/>
              <a:defRPr sz="1200"/>
            </a:lvl2pPr>
            <a:lvl3pPr lvl="2">
              <a:lnSpc>
                <a:spcPct val="115000"/>
              </a:lnSpc>
              <a:spcBef>
                <a:spcPts val="0"/>
              </a:spcBef>
              <a:spcAft>
                <a:spcPts val="0"/>
              </a:spcAft>
              <a:buNone/>
              <a:defRPr sz="1200"/>
            </a:lvl3pPr>
            <a:lvl4pPr lvl="3">
              <a:lnSpc>
                <a:spcPct val="115000"/>
              </a:lnSpc>
              <a:spcBef>
                <a:spcPts val="0"/>
              </a:spcBef>
              <a:spcAft>
                <a:spcPts val="0"/>
              </a:spcAft>
              <a:buNone/>
              <a:defRPr sz="1200"/>
            </a:lvl4pPr>
            <a:lvl5pPr lvl="4">
              <a:lnSpc>
                <a:spcPct val="115000"/>
              </a:lnSpc>
              <a:spcBef>
                <a:spcPts val="0"/>
              </a:spcBef>
              <a:spcAft>
                <a:spcPts val="0"/>
              </a:spcAft>
              <a:buNone/>
              <a:defRPr sz="1200"/>
            </a:lvl5pPr>
            <a:lvl6pPr lvl="5">
              <a:lnSpc>
                <a:spcPct val="115000"/>
              </a:lnSpc>
              <a:spcBef>
                <a:spcPts val="0"/>
              </a:spcBef>
              <a:spcAft>
                <a:spcPts val="0"/>
              </a:spcAft>
              <a:buNone/>
              <a:defRPr sz="1200"/>
            </a:lvl6pPr>
            <a:lvl7pPr lvl="6">
              <a:lnSpc>
                <a:spcPct val="115000"/>
              </a:lnSpc>
              <a:spcBef>
                <a:spcPts val="0"/>
              </a:spcBef>
              <a:spcAft>
                <a:spcPts val="0"/>
              </a:spcAft>
              <a:buNone/>
              <a:defRPr sz="1200"/>
            </a:lvl7pPr>
            <a:lvl8pPr lvl="7">
              <a:lnSpc>
                <a:spcPct val="115000"/>
              </a:lnSpc>
              <a:spcBef>
                <a:spcPts val="0"/>
              </a:spcBef>
              <a:spcAft>
                <a:spcPts val="0"/>
              </a:spcAft>
              <a:buNone/>
              <a:defRPr sz="1200"/>
            </a:lvl8pPr>
            <a:lvl9pPr lvl="8">
              <a:lnSpc>
                <a:spcPct val="115000"/>
              </a:lnSpc>
              <a:spcBef>
                <a:spcPts val="0"/>
              </a:spcBef>
              <a:spcAft>
                <a:spcPts val="0"/>
              </a:spcAft>
              <a:buNone/>
              <a:defRPr sz="1200"/>
            </a:lvl9pPr>
          </a:lstStyle>
          <a:p/>
        </p:txBody>
      </p:sp>
      <p:sp>
        <p:nvSpPr>
          <p:cNvPr id="128" name="Google Shape;128;p14"/>
          <p:cNvSpPr txBox="1"/>
          <p:nvPr>
            <p:ph idx="14"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129" name="Google Shape;129;p14"/>
          <p:cNvSpPr txBox="1"/>
          <p:nvPr>
            <p:ph idx="15"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6">
  <p:cSld name="CUSTOM_1">
    <p:spTree>
      <p:nvGrpSpPr>
        <p:cNvPr id="130" name="Shape 130"/>
        <p:cNvGrpSpPr/>
        <p:nvPr/>
      </p:nvGrpSpPr>
      <p:grpSpPr>
        <a:xfrm>
          <a:off x="0" y="0"/>
          <a:ext cx="0" cy="0"/>
          <a:chOff x="0" y="0"/>
          <a:chExt cx="0" cy="0"/>
        </a:xfrm>
      </p:grpSpPr>
      <p:sp>
        <p:nvSpPr>
          <p:cNvPr id="131" name="Google Shape;131;p15"/>
          <p:cNvSpPr txBox="1"/>
          <p:nvPr>
            <p:ph idx="1" type="body"/>
          </p:nvPr>
        </p:nvSpPr>
        <p:spPr>
          <a:xfrm>
            <a:off x="1733138" y="3655570"/>
            <a:ext cx="2304900" cy="979500"/>
          </a:xfrm>
          <a:prstGeom prst="rect">
            <a:avLst/>
          </a:prstGeom>
        </p:spPr>
        <p:txBody>
          <a:bodyPr anchorCtr="0" anchor="b"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32" name="Google Shape;132;p15"/>
          <p:cNvSpPr txBox="1"/>
          <p:nvPr>
            <p:ph idx="2" type="body"/>
          </p:nvPr>
        </p:nvSpPr>
        <p:spPr>
          <a:xfrm>
            <a:off x="4143088" y="3655570"/>
            <a:ext cx="2304900" cy="979500"/>
          </a:xfrm>
          <a:prstGeom prst="rect">
            <a:avLst/>
          </a:prstGeom>
        </p:spPr>
        <p:txBody>
          <a:bodyPr anchorCtr="0" anchor="b"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33" name="Google Shape;133;p15"/>
          <p:cNvSpPr txBox="1"/>
          <p:nvPr>
            <p:ph idx="3" type="body"/>
          </p:nvPr>
        </p:nvSpPr>
        <p:spPr>
          <a:xfrm>
            <a:off x="6553038" y="3655570"/>
            <a:ext cx="2304900" cy="979500"/>
          </a:xfrm>
          <a:prstGeom prst="rect">
            <a:avLst/>
          </a:prstGeom>
        </p:spPr>
        <p:txBody>
          <a:bodyPr anchorCtr="0" anchor="b"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34" name="Google Shape;134;p15"/>
          <p:cNvSpPr txBox="1"/>
          <p:nvPr>
            <p:ph type="title"/>
          </p:nvPr>
        </p:nvSpPr>
        <p:spPr>
          <a:xfrm>
            <a:off x="284775" y="282900"/>
            <a:ext cx="71280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135" name="Google Shape;135;p15"/>
          <p:cNvSpPr/>
          <p:nvPr>
            <p:ph idx="4" type="pic"/>
          </p:nvPr>
        </p:nvSpPr>
        <p:spPr>
          <a:xfrm>
            <a:off x="4144025" y="1872750"/>
            <a:ext cx="2304000" cy="1111800"/>
          </a:xfrm>
          <a:prstGeom prst="roundRect">
            <a:avLst>
              <a:gd fmla="val 13968" name="adj"/>
            </a:avLst>
          </a:prstGeom>
          <a:noFill/>
          <a:ln>
            <a:noFill/>
          </a:ln>
        </p:spPr>
      </p:sp>
      <p:sp>
        <p:nvSpPr>
          <p:cNvPr id="136" name="Google Shape;136;p15"/>
          <p:cNvSpPr/>
          <p:nvPr>
            <p:ph idx="5" type="pic"/>
          </p:nvPr>
        </p:nvSpPr>
        <p:spPr>
          <a:xfrm>
            <a:off x="1733200" y="1872750"/>
            <a:ext cx="2304000" cy="1111800"/>
          </a:xfrm>
          <a:prstGeom prst="roundRect">
            <a:avLst>
              <a:gd fmla="val 13968" name="adj"/>
            </a:avLst>
          </a:prstGeom>
          <a:noFill/>
          <a:ln>
            <a:noFill/>
          </a:ln>
        </p:spPr>
      </p:sp>
      <p:sp>
        <p:nvSpPr>
          <p:cNvPr id="137" name="Google Shape;137;p15"/>
          <p:cNvSpPr txBox="1"/>
          <p:nvPr>
            <p:ph idx="6" type="title"/>
          </p:nvPr>
        </p:nvSpPr>
        <p:spPr>
          <a:xfrm>
            <a:off x="1733150" y="2984550"/>
            <a:ext cx="2305800" cy="367500"/>
          </a:xfrm>
          <a:prstGeom prst="rect">
            <a:avLst/>
          </a:prstGeom>
        </p:spPr>
        <p:txBody>
          <a:bodyPr anchorCtr="0" anchor="t" bIns="0" lIns="182875" spcFirstLastPara="1" rIns="182875" wrap="square" tIns="182875">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p:txBody>
      </p:sp>
      <p:sp>
        <p:nvSpPr>
          <p:cNvPr id="138" name="Google Shape;138;p15"/>
          <p:cNvSpPr/>
          <p:nvPr>
            <p:ph idx="7" type="pic"/>
          </p:nvPr>
        </p:nvSpPr>
        <p:spPr>
          <a:xfrm>
            <a:off x="6556600" y="1872750"/>
            <a:ext cx="2304000" cy="1111800"/>
          </a:xfrm>
          <a:prstGeom prst="roundRect">
            <a:avLst>
              <a:gd fmla="val 13968" name="adj"/>
            </a:avLst>
          </a:prstGeom>
          <a:noFill/>
          <a:ln>
            <a:noFill/>
          </a:ln>
        </p:spPr>
      </p:sp>
      <p:sp>
        <p:nvSpPr>
          <p:cNvPr id="139" name="Google Shape;139;p15"/>
          <p:cNvSpPr txBox="1"/>
          <p:nvPr>
            <p:ph idx="8" type="title"/>
          </p:nvPr>
        </p:nvSpPr>
        <p:spPr>
          <a:xfrm>
            <a:off x="1733150" y="3312769"/>
            <a:ext cx="2305800" cy="3675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400"/>
            </a:lvl1pPr>
            <a:lvl2pPr lvl="1">
              <a:lnSpc>
                <a:spcPct val="115000"/>
              </a:lnSpc>
              <a:spcBef>
                <a:spcPts val="0"/>
              </a:spcBef>
              <a:spcAft>
                <a:spcPts val="0"/>
              </a:spcAft>
              <a:buNone/>
              <a:defRPr sz="1400"/>
            </a:lvl2pPr>
            <a:lvl3pPr lvl="2">
              <a:lnSpc>
                <a:spcPct val="115000"/>
              </a:lnSpc>
              <a:spcBef>
                <a:spcPts val="0"/>
              </a:spcBef>
              <a:spcAft>
                <a:spcPts val="0"/>
              </a:spcAft>
              <a:buNone/>
              <a:defRPr sz="1400"/>
            </a:lvl3pPr>
            <a:lvl4pPr lvl="3">
              <a:lnSpc>
                <a:spcPct val="115000"/>
              </a:lnSpc>
              <a:spcBef>
                <a:spcPts val="0"/>
              </a:spcBef>
              <a:spcAft>
                <a:spcPts val="0"/>
              </a:spcAft>
              <a:buNone/>
              <a:defRPr sz="1400"/>
            </a:lvl4pPr>
            <a:lvl5pPr lvl="4">
              <a:lnSpc>
                <a:spcPct val="115000"/>
              </a:lnSpc>
              <a:spcBef>
                <a:spcPts val="0"/>
              </a:spcBef>
              <a:spcAft>
                <a:spcPts val="0"/>
              </a:spcAft>
              <a:buNone/>
              <a:defRPr sz="1400"/>
            </a:lvl5pPr>
            <a:lvl6pPr lvl="5">
              <a:lnSpc>
                <a:spcPct val="115000"/>
              </a:lnSpc>
              <a:spcBef>
                <a:spcPts val="0"/>
              </a:spcBef>
              <a:spcAft>
                <a:spcPts val="0"/>
              </a:spcAft>
              <a:buNone/>
              <a:defRPr sz="1400"/>
            </a:lvl6pPr>
            <a:lvl7pPr lvl="6">
              <a:lnSpc>
                <a:spcPct val="115000"/>
              </a:lnSpc>
              <a:spcBef>
                <a:spcPts val="0"/>
              </a:spcBef>
              <a:spcAft>
                <a:spcPts val="0"/>
              </a:spcAft>
              <a:buNone/>
              <a:defRPr sz="1400"/>
            </a:lvl7pPr>
            <a:lvl8pPr lvl="7">
              <a:lnSpc>
                <a:spcPct val="115000"/>
              </a:lnSpc>
              <a:spcBef>
                <a:spcPts val="0"/>
              </a:spcBef>
              <a:spcAft>
                <a:spcPts val="0"/>
              </a:spcAft>
              <a:buNone/>
              <a:defRPr sz="1400"/>
            </a:lvl8pPr>
            <a:lvl9pPr lvl="8">
              <a:lnSpc>
                <a:spcPct val="115000"/>
              </a:lnSpc>
              <a:spcBef>
                <a:spcPts val="0"/>
              </a:spcBef>
              <a:spcAft>
                <a:spcPts val="0"/>
              </a:spcAft>
              <a:buNone/>
              <a:defRPr sz="1400"/>
            </a:lvl9pPr>
          </a:lstStyle>
          <a:p/>
        </p:txBody>
      </p:sp>
      <p:sp>
        <p:nvSpPr>
          <p:cNvPr id="140" name="Google Shape;140;p15"/>
          <p:cNvSpPr txBox="1"/>
          <p:nvPr>
            <p:ph idx="9" type="title"/>
          </p:nvPr>
        </p:nvSpPr>
        <p:spPr>
          <a:xfrm>
            <a:off x="4143100" y="2984550"/>
            <a:ext cx="2305800" cy="367500"/>
          </a:xfrm>
          <a:prstGeom prst="rect">
            <a:avLst/>
          </a:prstGeom>
        </p:spPr>
        <p:txBody>
          <a:bodyPr anchorCtr="0" anchor="t" bIns="0" lIns="182875" spcFirstLastPara="1" rIns="182875" wrap="square" tIns="182875">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p:txBody>
      </p:sp>
      <p:sp>
        <p:nvSpPr>
          <p:cNvPr id="141" name="Google Shape;141;p15"/>
          <p:cNvSpPr txBox="1"/>
          <p:nvPr>
            <p:ph idx="13" type="title"/>
          </p:nvPr>
        </p:nvSpPr>
        <p:spPr>
          <a:xfrm>
            <a:off x="4143100" y="3312769"/>
            <a:ext cx="2305800" cy="3675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400"/>
            </a:lvl1pPr>
            <a:lvl2pPr lvl="1">
              <a:lnSpc>
                <a:spcPct val="115000"/>
              </a:lnSpc>
              <a:spcBef>
                <a:spcPts val="0"/>
              </a:spcBef>
              <a:spcAft>
                <a:spcPts val="0"/>
              </a:spcAft>
              <a:buNone/>
              <a:defRPr sz="1400"/>
            </a:lvl2pPr>
            <a:lvl3pPr lvl="2">
              <a:lnSpc>
                <a:spcPct val="115000"/>
              </a:lnSpc>
              <a:spcBef>
                <a:spcPts val="0"/>
              </a:spcBef>
              <a:spcAft>
                <a:spcPts val="0"/>
              </a:spcAft>
              <a:buNone/>
              <a:defRPr sz="1400"/>
            </a:lvl3pPr>
            <a:lvl4pPr lvl="3">
              <a:lnSpc>
                <a:spcPct val="115000"/>
              </a:lnSpc>
              <a:spcBef>
                <a:spcPts val="0"/>
              </a:spcBef>
              <a:spcAft>
                <a:spcPts val="0"/>
              </a:spcAft>
              <a:buNone/>
              <a:defRPr sz="1400"/>
            </a:lvl4pPr>
            <a:lvl5pPr lvl="4">
              <a:lnSpc>
                <a:spcPct val="115000"/>
              </a:lnSpc>
              <a:spcBef>
                <a:spcPts val="0"/>
              </a:spcBef>
              <a:spcAft>
                <a:spcPts val="0"/>
              </a:spcAft>
              <a:buNone/>
              <a:defRPr sz="1400"/>
            </a:lvl5pPr>
            <a:lvl6pPr lvl="5">
              <a:lnSpc>
                <a:spcPct val="115000"/>
              </a:lnSpc>
              <a:spcBef>
                <a:spcPts val="0"/>
              </a:spcBef>
              <a:spcAft>
                <a:spcPts val="0"/>
              </a:spcAft>
              <a:buNone/>
              <a:defRPr sz="1400"/>
            </a:lvl6pPr>
            <a:lvl7pPr lvl="6">
              <a:lnSpc>
                <a:spcPct val="115000"/>
              </a:lnSpc>
              <a:spcBef>
                <a:spcPts val="0"/>
              </a:spcBef>
              <a:spcAft>
                <a:spcPts val="0"/>
              </a:spcAft>
              <a:buNone/>
              <a:defRPr sz="1400"/>
            </a:lvl7pPr>
            <a:lvl8pPr lvl="7">
              <a:lnSpc>
                <a:spcPct val="115000"/>
              </a:lnSpc>
              <a:spcBef>
                <a:spcPts val="0"/>
              </a:spcBef>
              <a:spcAft>
                <a:spcPts val="0"/>
              </a:spcAft>
              <a:buNone/>
              <a:defRPr sz="1400"/>
            </a:lvl8pPr>
            <a:lvl9pPr lvl="8">
              <a:lnSpc>
                <a:spcPct val="115000"/>
              </a:lnSpc>
              <a:spcBef>
                <a:spcPts val="0"/>
              </a:spcBef>
              <a:spcAft>
                <a:spcPts val="0"/>
              </a:spcAft>
              <a:buNone/>
              <a:defRPr sz="1400"/>
            </a:lvl9pPr>
          </a:lstStyle>
          <a:p/>
        </p:txBody>
      </p:sp>
      <p:sp>
        <p:nvSpPr>
          <p:cNvPr id="142" name="Google Shape;142;p15"/>
          <p:cNvSpPr txBox="1"/>
          <p:nvPr>
            <p:ph idx="14" type="title"/>
          </p:nvPr>
        </p:nvSpPr>
        <p:spPr>
          <a:xfrm>
            <a:off x="6553050" y="2984550"/>
            <a:ext cx="2305800" cy="367500"/>
          </a:xfrm>
          <a:prstGeom prst="rect">
            <a:avLst/>
          </a:prstGeom>
        </p:spPr>
        <p:txBody>
          <a:bodyPr anchorCtr="0" anchor="t" bIns="0" lIns="182875" spcFirstLastPara="1" rIns="182875" wrap="square" tIns="182875">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p:txBody>
      </p:sp>
      <p:sp>
        <p:nvSpPr>
          <p:cNvPr id="143" name="Google Shape;143;p15"/>
          <p:cNvSpPr txBox="1"/>
          <p:nvPr>
            <p:ph idx="15" type="title"/>
          </p:nvPr>
        </p:nvSpPr>
        <p:spPr>
          <a:xfrm>
            <a:off x="6553050" y="3312769"/>
            <a:ext cx="2305800" cy="3675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400"/>
            </a:lvl1pPr>
            <a:lvl2pPr lvl="1">
              <a:lnSpc>
                <a:spcPct val="115000"/>
              </a:lnSpc>
              <a:spcBef>
                <a:spcPts val="0"/>
              </a:spcBef>
              <a:spcAft>
                <a:spcPts val="0"/>
              </a:spcAft>
              <a:buNone/>
              <a:defRPr sz="1400"/>
            </a:lvl2pPr>
            <a:lvl3pPr lvl="2">
              <a:lnSpc>
                <a:spcPct val="115000"/>
              </a:lnSpc>
              <a:spcBef>
                <a:spcPts val="0"/>
              </a:spcBef>
              <a:spcAft>
                <a:spcPts val="0"/>
              </a:spcAft>
              <a:buNone/>
              <a:defRPr sz="1400"/>
            </a:lvl3pPr>
            <a:lvl4pPr lvl="3">
              <a:lnSpc>
                <a:spcPct val="115000"/>
              </a:lnSpc>
              <a:spcBef>
                <a:spcPts val="0"/>
              </a:spcBef>
              <a:spcAft>
                <a:spcPts val="0"/>
              </a:spcAft>
              <a:buNone/>
              <a:defRPr sz="1400"/>
            </a:lvl4pPr>
            <a:lvl5pPr lvl="4">
              <a:lnSpc>
                <a:spcPct val="115000"/>
              </a:lnSpc>
              <a:spcBef>
                <a:spcPts val="0"/>
              </a:spcBef>
              <a:spcAft>
                <a:spcPts val="0"/>
              </a:spcAft>
              <a:buNone/>
              <a:defRPr sz="1400"/>
            </a:lvl5pPr>
            <a:lvl6pPr lvl="5">
              <a:lnSpc>
                <a:spcPct val="115000"/>
              </a:lnSpc>
              <a:spcBef>
                <a:spcPts val="0"/>
              </a:spcBef>
              <a:spcAft>
                <a:spcPts val="0"/>
              </a:spcAft>
              <a:buNone/>
              <a:defRPr sz="1400"/>
            </a:lvl6pPr>
            <a:lvl7pPr lvl="6">
              <a:lnSpc>
                <a:spcPct val="115000"/>
              </a:lnSpc>
              <a:spcBef>
                <a:spcPts val="0"/>
              </a:spcBef>
              <a:spcAft>
                <a:spcPts val="0"/>
              </a:spcAft>
              <a:buNone/>
              <a:defRPr sz="1400"/>
            </a:lvl7pPr>
            <a:lvl8pPr lvl="7">
              <a:lnSpc>
                <a:spcPct val="115000"/>
              </a:lnSpc>
              <a:spcBef>
                <a:spcPts val="0"/>
              </a:spcBef>
              <a:spcAft>
                <a:spcPts val="0"/>
              </a:spcAft>
              <a:buNone/>
              <a:defRPr sz="1400"/>
            </a:lvl8pPr>
            <a:lvl9pPr lvl="8">
              <a:lnSpc>
                <a:spcPct val="115000"/>
              </a:lnSpc>
              <a:spcBef>
                <a:spcPts val="0"/>
              </a:spcBef>
              <a:spcAft>
                <a:spcPts val="0"/>
              </a:spcAft>
              <a:buNone/>
              <a:defRPr sz="1400"/>
            </a:lvl9pPr>
          </a:lstStyle>
          <a:p/>
        </p:txBody>
      </p:sp>
      <p:sp>
        <p:nvSpPr>
          <p:cNvPr id="144" name="Google Shape;144;p15"/>
          <p:cNvSpPr txBox="1"/>
          <p:nvPr>
            <p:ph idx="16"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145" name="Google Shape;145;p15"/>
          <p:cNvSpPr txBox="1"/>
          <p:nvPr>
            <p:ph idx="17"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8">
  <p:cSld name="BLANK_1_1_1_1_1_1_1_1_1_1_1_1_1_1_4_3">
    <p:spTree>
      <p:nvGrpSpPr>
        <p:cNvPr id="146" name="Shape 146"/>
        <p:cNvGrpSpPr/>
        <p:nvPr/>
      </p:nvGrpSpPr>
      <p:grpSpPr>
        <a:xfrm>
          <a:off x="0" y="0"/>
          <a:ext cx="0" cy="0"/>
          <a:chOff x="0" y="0"/>
          <a:chExt cx="0" cy="0"/>
        </a:xfrm>
      </p:grpSpPr>
      <p:sp>
        <p:nvSpPr>
          <p:cNvPr id="147" name="Google Shape;147;p16"/>
          <p:cNvSpPr txBox="1"/>
          <p:nvPr>
            <p:ph idx="1" type="body"/>
          </p:nvPr>
        </p:nvSpPr>
        <p:spPr>
          <a:xfrm>
            <a:off x="1731400" y="2542773"/>
            <a:ext cx="2304900" cy="2092200"/>
          </a:xfrm>
          <a:prstGeom prst="rect">
            <a:avLst/>
          </a:prstGeom>
        </p:spPr>
        <p:txBody>
          <a:bodyPr anchorCtr="0" anchor="b" bIns="27430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48" name="Google Shape;148;p16"/>
          <p:cNvSpPr txBox="1"/>
          <p:nvPr>
            <p:ph idx="2" type="body"/>
          </p:nvPr>
        </p:nvSpPr>
        <p:spPr>
          <a:xfrm>
            <a:off x="4143075" y="2542773"/>
            <a:ext cx="2304900" cy="2092200"/>
          </a:xfrm>
          <a:prstGeom prst="rect">
            <a:avLst/>
          </a:prstGeom>
        </p:spPr>
        <p:txBody>
          <a:bodyPr anchorCtr="0" anchor="b" bIns="27430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49" name="Google Shape;149;p16"/>
          <p:cNvSpPr txBox="1"/>
          <p:nvPr>
            <p:ph idx="3" type="body"/>
          </p:nvPr>
        </p:nvSpPr>
        <p:spPr>
          <a:xfrm>
            <a:off x="6554750" y="2542773"/>
            <a:ext cx="2304900" cy="2092200"/>
          </a:xfrm>
          <a:prstGeom prst="rect">
            <a:avLst/>
          </a:prstGeom>
        </p:spPr>
        <p:txBody>
          <a:bodyPr anchorCtr="0" anchor="b" bIns="27430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50" name="Google Shape;150;p16"/>
          <p:cNvSpPr txBox="1"/>
          <p:nvPr>
            <p:ph idx="4" type="subTitle"/>
          </p:nvPr>
        </p:nvSpPr>
        <p:spPr>
          <a:xfrm>
            <a:off x="1731400" y="1463500"/>
            <a:ext cx="1340700" cy="153900"/>
          </a:xfrm>
          <a:prstGeom prst="rect">
            <a:avLst/>
          </a:prstGeom>
        </p:spPr>
        <p:txBody>
          <a:bodyPr anchorCtr="0" anchor="t" bIns="0" lIns="182875" spcFirstLastPara="1" rIns="91425" wrap="square" tIns="0">
            <a:noAutofit/>
          </a:bodyPr>
          <a:lstStyle>
            <a:lvl1pPr lvl="0">
              <a:spcBef>
                <a:spcPts val="0"/>
              </a:spcBef>
              <a:spcAft>
                <a:spcPts val="0"/>
              </a:spcAft>
              <a:buNone/>
              <a:defRPr b="1" sz="1000">
                <a:latin typeface="Outfit"/>
                <a:ea typeface="Outfit"/>
                <a:cs typeface="Outfit"/>
                <a:sym typeface="Outfit"/>
              </a:defRPr>
            </a:lvl1pPr>
            <a:lvl2pPr lvl="1">
              <a:spcBef>
                <a:spcPts val="0"/>
              </a:spcBef>
              <a:spcAft>
                <a:spcPts val="0"/>
              </a:spcAft>
              <a:buSzPts val="1000"/>
              <a:buFont typeface="Outfit"/>
              <a:buNone/>
              <a:defRPr sz="1000">
                <a:latin typeface="Outfit"/>
                <a:ea typeface="Outfit"/>
                <a:cs typeface="Outfit"/>
                <a:sym typeface="Outfit"/>
              </a:defRPr>
            </a:lvl2pPr>
            <a:lvl3pPr lvl="2">
              <a:spcBef>
                <a:spcPts val="0"/>
              </a:spcBef>
              <a:spcAft>
                <a:spcPts val="0"/>
              </a:spcAft>
              <a:buSzPts val="1000"/>
              <a:buFont typeface="Outfit"/>
              <a:buNone/>
              <a:defRPr sz="1000">
                <a:latin typeface="Outfit"/>
                <a:ea typeface="Outfit"/>
                <a:cs typeface="Outfit"/>
                <a:sym typeface="Outfit"/>
              </a:defRPr>
            </a:lvl3pPr>
            <a:lvl4pPr lvl="3">
              <a:spcBef>
                <a:spcPts val="0"/>
              </a:spcBef>
              <a:spcAft>
                <a:spcPts val="0"/>
              </a:spcAft>
              <a:buSzPts val="1000"/>
              <a:buFont typeface="Outfit"/>
              <a:buNone/>
              <a:defRPr sz="1000">
                <a:latin typeface="Outfit"/>
                <a:ea typeface="Outfit"/>
                <a:cs typeface="Outfit"/>
                <a:sym typeface="Outfit"/>
              </a:defRPr>
            </a:lvl4pPr>
            <a:lvl5pPr lvl="4">
              <a:spcBef>
                <a:spcPts val="0"/>
              </a:spcBef>
              <a:spcAft>
                <a:spcPts val="0"/>
              </a:spcAft>
              <a:buSzPts val="1000"/>
              <a:buFont typeface="Outfit"/>
              <a:buNone/>
              <a:defRPr sz="1000">
                <a:latin typeface="Outfit"/>
                <a:ea typeface="Outfit"/>
                <a:cs typeface="Outfit"/>
                <a:sym typeface="Outfit"/>
              </a:defRPr>
            </a:lvl5pPr>
            <a:lvl6pPr lvl="5">
              <a:spcBef>
                <a:spcPts val="0"/>
              </a:spcBef>
              <a:spcAft>
                <a:spcPts val="0"/>
              </a:spcAft>
              <a:buSzPts val="1000"/>
              <a:buFont typeface="Outfit"/>
              <a:buNone/>
              <a:defRPr sz="1000">
                <a:latin typeface="Outfit"/>
                <a:ea typeface="Outfit"/>
                <a:cs typeface="Outfit"/>
                <a:sym typeface="Outfit"/>
              </a:defRPr>
            </a:lvl6pPr>
            <a:lvl7pPr lvl="6">
              <a:spcBef>
                <a:spcPts val="0"/>
              </a:spcBef>
              <a:spcAft>
                <a:spcPts val="0"/>
              </a:spcAft>
              <a:buSzPts val="1000"/>
              <a:buFont typeface="Outfit"/>
              <a:buNone/>
              <a:defRPr sz="1000">
                <a:latin typeface="Outfit"/>
                <a:ea typeface="Outfit"/>
                <a:cs typeface="Outfit"/>
                <a:sym typeface="Outfit"/>
              </a:defRPr>
            </a:lvl7pPr>
            <a:lvl8pPr lvl="7">
              <a:spcBef>
                <a:spcPts val="0"/>
              </a:spcBef>
              <a:spcAft>
                <a:spcPts val="0"/>
              </a:spcAft>
              <a:buSzPts val="1000"/>
              <a:buFont typeface="Outfit"/>
              <a:buNone/>
              <a:defRPr sz="1000">
                <a:latin typeface="Outfit"/>
                <a:ea typeface="Outfit"/>
                <a:cs typeface="Outfit"/>
                <a:sym typeface="Outfit"/>
              </a:defRPr>
            </a:lvl8pPr>
            <a:lvl9pPr lvl="8">
              <a:spcBef>
                <a:spcPts val="0"/>
              </a:spcBef>
              <a:spcAft>
                <a:spcPts val="0"/>
              </a:spcAft>
              <a:buSzPts val="1000"/>
              <a:buFont typeface="Outfit"/>
              <a:buNone/>
              <a:defRPr sz="1000">
                <a:latin typeface="Outfit"/>
                <a:ea typeface="Outfit"/>
                <a:cs typeface="Outfit"/>
                <a:sym typeface="Outfit"/>
              </a:defRPr>
            </a:lvl9pPr>
          </a:lstStyle>
          <a:p/>
        </p:txBody>
      </p:sp>
      <p:sp>
        <p:nvSpPr>
          <p:cNvPr id="151" name="Google Shape;151;p16"/>
          <p:cNvSpPr txBox="1"/>
          <p:nvPr>
            <p:ph idx="5" type="subTitle"/>
          </p:nvPr>
        </p:nvSpPr>
        <p:spPr>
          <a:xfrm>
            <a:off x="4143075" y="1463500"/>
            <a:ext cx="1340700" cy="153900"/>
          </a:xfrm>
          <a:prstGeom prst="rect">
            <a:avLst/>
          </a:prstGeom>
        </p:spPr>
        <p:txBody>
          <a:bodyPr anchorCtr="0" anchor="t" bIns="0" lIns="182875" spcFirstLastPara="1" rIns="91425" wrap="square" tIns="0">
            <a:noAutofit/>
          </a:bodyPr>
          <a:lstStyle>
            <a:lvl1pPr lvl="0">
              <a:spcBef>
                <a:spcPts val="0"/>
              </a:spcBef>
              <a:spcAft>
                <a:spcPts val="0"/>
              </a:spcAft>
              <a:buNone/>
              <a:defRPr b="1" sz="1000">
                <a:latin typeface="Outfit"/>
                <a:ea typeface="Outfit"/>
                <a:cs typeface="Outfit"/>
                <a:sym typeface="Outfit"/>
              </a:defRPr>
            </a:lvl1pPr>
            <a:lvl2pPr lvl="1">
              <a:spcBef>
                <a:spcPts val="0"/>
              </a:spcBef>
              <a:spcAft>
                <a:spcPts val="0"/>
              </a:spcAft>
              <a:buSzPts val="1000"/>
              <a:buFont typeface="Outfit"/>
              <a:buNone/>
              <a:defRPr sz="1000">
                <a:latin typeface="Outfit"/>
                <a:ea typeface="Outfit"/>
                <a:cs typeface="Outfit"/>
                <a:sym typeface="Outfit"/>
              </a:defRPr>
            </a:lvl2pPr>
            <a:lvl3pPr lvl="2">
              <a:spcBef>
                <a:spcPts val="0"/>
              </a:spcBef>
              <a:spcAft>
                <a:spcPts val="0"/>
              </a:spcAft>
              <a:buSzPts val="1000"/>
              <a:buFont typeface="Outfit"/>
              <a:buNone/>
              <a:defRPr sz="1000">
                <a:latin typeface="Outfit"/>
                <a:ea typeface="Outfit"/>
                <a:cs typeface="Outfit"/>
                <a:sym typeface="Outfit"/>
              </a:defRPr>
            </a:lvl3pPr>
            <a:lvl4pPr lvl="3">
              <a:spcBef>
                <a:spcPts val="0"/>
              </a:spcBef>
              <a:spcAft>
                <a:spcPts val="0"/>
              </a:spcAft>
              <a:buSzPts val="1000"/>
              <a:buFont typeface="Outfit"/>
              <a:buNone/>
              <a:defRPr sz="1000">
                <a:latin typeface="Outfit"/>
                <a:ea typeface="Outfit"/>
                <a:cs typeface="Outfit"/>
                <a:sym typeface="Outfit"/>
              </a:defRPr>
            </a:lvl4pPr>
            <a:lvl5pPr lvl="4">
              <a:spcBef>
                <a:spcPts val="0"/>
              </a:spcBef>
              <a:spcAft>
                <a:spcPts val="0"/>
              </a:spcAft>
              <a:buSzPts val="1000"/>
              <a:buFont typeface="Outfit"/>
              <a:buNone/>
              <a:defRPr sz="1000">
                <a:latin typeface="Outfit"/>
                <a:ea typeface="Outfit"/>
                <a:cs typeface="Outfit"/>
                <a:sym typeface="Outfit"/>
              </a:defRPr>
            </a:lvl5pPr>
            <a:lvl6pPr lvl="5">
              <a:spcBef>
                <a:spcPts val="0"/>
              </a:spcBef>
              <a:spcAft>
                <a:spcPts val="0"/>
              </a:spcAft>
              <a:buSzPts val="1000"/>
              <a:buFont typeface="Outfit"/>
              <a:buNone/>
              <a:defRPr sz="1000">
                <a:latin typeface="Outfit"/>
                <a:ea typeface="Outfit"/>
                <a:cs typeface="Outfit"/>
                <a:sym typeface="Outfit"/>
              </a:defRPr>
            </a:lvl6pPr>
            <a:lvl7pPr lvl="6">
              <a:spcBef>
                <a:spcPts val="0"/>
              </a:spcBef>
              <a:spcAft>
                <a:spcPts val="0"/>
              </a:spcAft>
              <a:buSzPts val="1000"/>
              <a:buFont typeface="Outfit"/>
              <a:buNone/>
              <a:defRPr sz="1000">
                <a:latin typeface="Outfit"/>
                <a:ea typeface="Outfit"/>
                <a:cs typeface="Outfit"/>
                <a:sym typeface="Outfit"/>
              </a:defRPr>
            </a:lvl7pPr>
            <a:lvl8pPr lvl="7">
              <a:spcBef>
                <a:spcPts val="0"/>
              </a:spcBef>
              <a:spcAft>
                <a:spcPts val="0"/>
              </a:spcAft>
              <a:buSzPts val="1000"/>
              <a:buFont typeface="Outfit"/>
              <a:buNone/>
              <a:defRPr sz="1000">
                <a:latin typeface="Outfit"/>
                <a:ea typeface="Outfit"/>
                <a:cs typeface="Outfit"/>
                <a:sym typeface="Outfit"/>
              </a:defRPr>
            </a:lvl8pPr>
            <a:lvl9pPr lvl="8">
              <a:spcBef>
                <a:spcPts val="0"/>
              </a:spcBef>
              <a:spcAft>
                <a:spcPts val="0"/>
              </a:spcAft>
              <a:buSzPts val="1000"/>
              <a:buFont typeface="Outfit"/>
              <a:buNone/>
              <a:defRPr sz="1000">
                <a:latin typeface="Outfit"/>
                <a:ea typeface="Outfit"/>
                <a:cs typeface="Outfit"/>
                <a:sym typeface="Outfit"/>
              </a:defRPr>
            </a:lvl9pPr>
          </a:lstStyle>
          <a:p/>
        </p:txBody>
      </p:sp>
      <p:sp>
        <p:nvSpPr>
          <p:cNvPr id="152" name="Google Shape;152;p16"/>
          <p:cNvSpPr txBox="1"/>
          <p:nvPr>
            <p:ph idx="6" type="subTitle"/>
          </p:nvPr>
        </p:nvSpPr>
        <p:spPr>
          <a:xfrm>
            <a:off x="6554750" y="1463500"/>
            <a:ext cx="1340700" cy="153900"/>
          </a:xfrm>
          <a:prstGeom prst="rect">
            <a:avLst/>
          </a:prstGeom>
        </p:spPr>
        <p:txBody>
          <a:bodyPr anchorCtr="0" anchor="t" bIns="0" lIns="182875" spcFirstLastPara="1" rIns="91425" wrap="square" tIns="0">
            <a:noAutofit/>
          </a:bodyPr>
          <a:lstStyle>
            <a:lvl1pPr lvl="0">
              <a:spcBef>
                <a:spcPts val="0"/>
              </a:spcBef>
              <a:spcAft>
                <a:spcPts val="0"/>
              </a:spcAft>
              <a:buNone/>
              <a:defRPr b="1" sz="1000">
                <a:latin typeface="Outfit"/>
                <a:ea typeface="Outfit"/>
                <a:cs typeface="Outfit"/>
                <a:sym typeface="Outfit"/>
              </a:defRPr>
            </a:lvl1pPr>
            <a:lvl2pPr lvl="1">
              <a:spcBef>
                <a:spcPts val="0"/>
              </a:spcBef>
              <a:spcAft>
                <a:spcPts val="0"/>
              </a:spcAft>
              <a:buSzPts val="1000"/>
              <a:buFont typeface="Outfit"/>
              <a:buNone/>
              <a:defRPr sz="1000">
                <a:latin typeface="Outfit"/>
                <a:ea typeface="Outfit"/>
                <a:cs typeface="Outfit"/>
                <a:sym typeface="Outfit"/>
              </a:defRPr>
            </a:lvl2pPr>
            <a:lvl3pPr lvl="2">
              <a:spcBef>
                <a:spcPts val="0"/>
              </a:spcBef>
              <a:spcAft>
                <a:spcPts val="0"/>
              </a:spcAft>
              <a:buSzPts val="1000"/>
              <a:buFont typeface="Outfit"/>
              <a:buNone/>
              <a:defRPr sz="1000">
                <a:latin typeface="Outfit"/>
                <a:ea typeface="Outfit"/>
                <a:cs typeface="Outfit"/>
                <a:sym typeface="Outfit"/>
              </a:defRPr>
            </a:lvl3pPr>
            <a:lvl4pPr lvl="3">
              <a:spcBef>
                <a:spcPts val="0"/>
              </a:spcBef>
              <a:spcAft>
                <a:spcPts val="0"/>
              </a:spcAft>
              <a:buSzPts val="1000"/>
              <a:buFont typeface="Outfit"/>
              <a:buNone/>
              <a:defRPr sz="1000">
                <a:latin typeface="Outfit"/>
                <a:ea typeface="Outfit"/>
                <a:cs typeface="Outfit"/>
                <a:sym typeface="Outfit"/>
              </a:defRPr>
            </a:lvl4pPr>
            <a:lvl5pPr lvl="4">
              <a:spcBef>
                <a:spcPts val="0"/>
              </a:spcBef>
              <a:spcAft>
                <a:spcPts val="0"/>
              </a:spcAft>
              <a:buSzPts val="1000"/>
              <a:buFont typeface="Outfit"/>
              <a:buNone/>
              <a:defRPr sz="1000">
                <a:latin typeface="Outfit"/>
                <a:ea typeface="Outfit"/>
                <a:cs typeface="Outfit"/>
                <a:sym typeface="Outfit"/>
              </a:defRPr>
            </a:lvl5pPr>
            <a:lvl6pPr lvl="5">
              <a:spcBef>
                <a:spcPts val="0"/>
              </a:spcBef>
              <a:spcAft>
                <a:spcPts val="0"/>
              </a:spcAft>
              <a:buSzPts val="1000"/>
              <a:buFont typeface="Outfit"/>
              <a:buNone/>
              <a:defRPr sz="1000">
                <a:latin typeface="Outfit"/>
                <a:ea typeface="Outfit"/>
                <a:cs typeface="Outfit"/>
                <a:sym typeface="Outfit"/>
              </a:defRPr>
            </a:lvl6pPr>
            <a:lvl7pPr lvl="6">
              <a:spcBef>
                <a:spcPts val="0"/>
              </a:spcBef>
              <a:spcAft>
                <a:spcPts val="0"/>
              </a:spcAft>
              <a:buSzPts val="1000"/>
              <a:buFont typeface="Outfit"/>
              <a:buNone/>
              <a:defRPr sz="1000">
                <a:latin typeface="Outfit"/>
                <a:ea typeface="Outfit"/>
                <a:cs typeface="Outfit"/>
                <a:sym typeface="Outfit"/>
              </a:defRPr>
            </a:lvl7pPr>
            <a:lvl8pPr lvl="7">
              <a:spcBef>
                <a:spcPts val="0"/>
              </a:spcBef>
              <a:spcAft>
                <a:spcPts val="0"/>
              </a:spcAft>
              <a:buSzPts val="1000"/>
              <a:buFont typeface="Outfit"/>
              <a:buNone/>
              <a:defRPr sz="1000">
                <a:latin typeface="Outfit"/>
                <a:ea typeface="Outfit"/>
                <a:cs typeface="Outfit"/>
                <a:sym typeface="Outfit"/>
              </a:defRPr>
            </a:lvl8pPr>
            <a:lvl9pPr lvl="8">
              <a:spcBef>
                <a:spcPts val="0"/>
              </a:spcBef>
              <a:spcAft>
                <a:spcPts val="0"/>
              </a:spcAft>
              <a:buSzPts val="1000"/>
              <a:buFont typeface="Outfit"/>
              <a:buNone/>
              <a:defRPr sz="1000">
                <a:latin typeface="Outfit"/>
                <a:ea typeface="Outfit"/>
                <a:cs typeface="Outfit"/>
                <a:sym typeface="Outfit"/>
              </a:defRPr>
            </a:lvl9pPr>
          </a:lstStyle>
          <a:p/>
        </p:txBody>
      </p:sp>
      <p:sp>
        <p:nvSpPr>
          <p:cNvPr id="153" name="Google Shape;153;p16"/>
          <p:cNvSpPr txBox="1"/>
          <p:nvPr>
            <p:ph type="title"/>
          </p:nvPr>
        </p:nvSpPr>
        <p:spPr>
          <a:xfrm>
            <a:off x="1731400" y="1881175"/>
            <a:ext cx="2304900" cy="2676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54" name="Google Shape;154;p16"/>
          <p:cNvSpPr txBox="1"/>
          <p:nvPr>
            <p:ph idx="7" type="title"/>
          </p:nvPr>
        </p:nvSpPr>
        <p:spPr>
          <a:xfrm>
            <a:off x="4143075" y="1881175"/>
            <a:ext cx="2304900" cy="2676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55" name="Google Shape;155;p16"/>
          <p:cNvSpPr txBox="1"/>
          <p:nvPr>
            <p:ph idx="8" type="title"/>
          </p:nvPr>
        </p:nvSpPr>
        <p:spPr>
          <a:xfrm>
            <a:off x="6554750" y="1881175"/>
            <a:ext cx="2304900" cy="267600"/>
          </a:xfrm>
          <a:prstGeom prst="rect">
            <a:avLst/>
          </a:prstGeom>
        </p:spPr>
        <p:txBody>
          <a:bodyPr anchorCtr="0" anchor="t" bIns="0" lIns="182875" spcFirstLastPara="1" rIns="182875"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56" name="Google Shape;156;p16"/>
          <p:cNvSpPr txBox="1"/>
          <p:nvPr>
            <p:ph idx="9" type="title"/>
          </p:nvPr>
        </p:nvSpPr>
        <p:spPr>
          <a:xfrm>
            <a:off x="284775" y="282900"/>
            <a:ext cx="8574900" cy="10701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2800"/>
            </a:lvl1pPr>
            <a:lvl2pPr lvl="1">
              <a:lnSpc>
                <a:spcPct val="115000"/>
              </a:lnSpc>
              <a:spcBef>
                <a:spcPts val="0"/>
              </a:spcBef>
              <a:spcAft>
                <a:spcPts val="0"/>
              </a:spcAft>
              <a:buNone/>
              <a:defRPr sz="2800"/>
            </a:lvl2pPr>
            <a:lvl3pPr lvl="2">
              <a:lnSpc>
                <a:spcPct val="115000"/>
              </a:lnSpc>
              <a:spcBef>
                <a:spcPts val="0"/>
              </a:spcBef>
              <a:spcAft>
                <a:spcPts val="0"/>
              </a:spcAft>
              <a:buNone/>
              <a:defRPr sz="2800"/>
            </a:lvl3pPr>
            <a:lvl4pPr lvl="3">
              <a:lnSpc>
                <a:spcPct val="115000"/>
              </a:lnSpc>
              <a:spcBef>
                <a:spcPts val="0"/>
              </a:spcBef>
              <a:spcAft>
                <a:spcPts val="0"/>
              </a:spcAft>
              <a:buNone/>
              <a:defRPr sz="2800"/>
            </a:lvl4pPr>
            <a:lvl5pPr lvl="4">
              <a:lnSpc>
                <a:spcPct val="115000"/>
              </a:lnSpc>
              <a:spcBef>
                <a:spcPts val="0"/>
              </a:spcBef>
              <a:spcAft>
                <a:spcPts val="0"/>
              </a:spcAft>
              <a:buNone/>
              <a:defRPr sz="2800"/>
            </a:lvl5pPr>
            <a:lvl6pPr lvl="5">
              <a:lnSpc>
                <a:spcPct val="115000"/>
              </a:lnSpc>
              <a:spcBef>
                <a:spcPts val="0"/>
              </a:spcBef>
              <a:spcAft>
                <a:spcPts val="0"/>
              </a:spcAft>
              <a:buNone/>
              <a:defRPr sz="2800"/>
            </a:lvl6pPr>
            <a:lvl7pPr lvl="6">
              <a:lnSpc>
                <a:spcPct val="115000"/>
              </a:lnSpc>
              <a:spcBef>
                <a:spcPts val="0"/>
              </a:spcBef>
              <a:spcAft>
                <a:spcPts val="0"/>
              </a:spcAft>
              <a:buNone/>
              <a:defRPr sz="2800"/>
            </a:lvl7pPr>
            <a:lvl8pPr lvl="7">
              <a:lnSpc>
                <a:spcPct val="115000"/>
              </a:lnSpc>
              <a:spcBef>
                <a:spcPts val="0"/>
              </a:spcBef>
              <a:spcAft>
                <a:spcPts val="0"/>
              </a:spcAft>
              <a:buNone/>
              <a:defRPr sz="2800"/>
            </a:lvl8pPr>
            <a:lvl9pPr lvl="8">
              <a:lnSpc>
                <a:spcPct val="115000"/>
              </a:lnSpc>
              <a:spcBef>
                <a:spcPts val="0"/>
              </a:spcBef>
              <a:spcAft>
                <a:spcPts val="0"/>
              </a:spcAft>
              <a:buNone/>
              <a:defRPr sz="2800"/>
            </a:lvl9pPr>
          </a:lstStyle>
          <a:p/>
        </p:txBody>
      </p:sp>
      <p:sp>
        <p:nvSpPr>
          <p:cNvPr id="157" name="Google Shape;157;p16"/>
          <p:cNvSpPr txBox="1"/>
          <p:nvPr>
            <p:ph idx="13"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158" name="Google Shape;158;p16"/>
          <p:cNvSpPr txBox="1"/>
          <p:nvPr>
            <p:ph idx="14"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2">
  <p:cSld name="BLANK_1_1_1_1_1_1_1_1_1_1_1_1_1_1_1_2_1">
    <p:spTree>
      <p:nvGrpSpPr>
        <p:cNvPr id="159" name="Shape 159"/>
        <p:cNvGrpSpPr/>
        <p:nvPr/>
      </p:nvGrpSpPr>
      <p:grpSpPr>
        <a:xfrm>
          <a:off x="0" y="0"/>
          <a:ext cx="0" cy="0"/>
          <a:chOff x="0" y="0"/>
          <a:chExt cx="0" cy="0"/>
        </a:xfrm>
      </p:grpSpPr>
      <p:sp>
        <p:nvSpPr>
          <p:cNvPr id="160" name="Google Shape;160;p17"/>
          <p:cNvSpPr txBox="1"/>
          <p:nvPr>
            <p:ph type="title"/>
          </p:nvPr>
        </p:nvSpPr>
        <p:spPr>
          <a:xfrm>
            <a:off x="284775" y="282900"/>
            <a:ext cx="35121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161" name="Google Shape;161;p17"/>
          <p:cNvSpPr txBox="1"/>
          <p:nvPr>
            <p:ph idx="1" type="body"/>
          </p:nvPr>
        </p:nvSpPr>
        <p:spPr>
          <a:xfrm>
            <a:off x="6795150" y="509451"/>
            <a:ext cx="1944300" cy="8352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62" name="Google Shape;162;p17"/>
          <p:cNvSpPr txBox="1"/>
          <p:nvPr>
            <p:ph idx="2" type="title"/>
          </p:nvPr>
        </p:nvSpPr>
        <p:spPr>
          <a:xfrm>
            <a:off x="5494245" y="509451"/>
            <a:ext cx="1149900" cy="7068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63" name="Google Shape;163;p17"/>
          <p:cNvSpPr txBox="1"/>
          <p:nvPr>
            <p:ph idx="3" type="body"/>
          </p:nvPr>
        </p:nvSpPr>
        <p:spPr>
          <a:xfrm>
            <a:off x="6795150" y="1596758"/>
            <a:ext cx="1944300" cy="8352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64" name="Google Shape;164;p17"/>
          <p:cNvSpPr txBox="1"/>
          <p:nvPr>
            <p:ph idx="4" type="title"/>
          </p:nvPr>
        </p:nvSpPr>
        <p:spPr>
          <a:xfrm>
            <a:off x="5494245" y="1596758"/>
            <a:ext cx="1149900" cy="7068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65" name="Google Shape;165;p17"/>
          <p:cNvSpPr txBox="1"/>
          <p:nvPr>
            <p:ph idx="5" type="body"/>
          </p:nvPr>
        </p:nvSpPr>
        <p:spPr>
          <a:xfrm>
            <a:off x="6795150" y="2684065"/>
            <a:ext cx="1944300" cy="8352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66" name="Google Shape;166;p17"/>
          <p:cNvSpPr txBox="1"/>
          <p:nvPr>
            <p:ph idx="6" type="title"/>
          </p:nvPr>
        </p:nvSpPr>
        <p:spPr>
          <a:xfrm>
            <a:off x="5494245" y="2684065"/>
            <a:ext cx="1149900" cy="7068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67" name="Google Shape;167;p17"/>
          <p:cNvSpPr txBox="1"/>
          <p:nvPr>
            <p:ph idx="7" type="body"/>
          </p:nvPr>
        </p:nvSpPr>
        <p:spPr>
          <a:xfrm>
            <a:off x="6795150" y="3771372"/>
            <a:ext cx="1944300" cy="8352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68" name="Google Shape;168;p17"/>
          <p:cNvSpPr txBox="1"/>
          <p:nvPr>
            <p:ph idx="8" type="title"/>
          </p:nvPr>
        </p:nvSpPr>
        <p:spPr>
          <a:xfrm>
            <a:off x="5494245" y="3771372"/>
            <a:ext cx="1149900" cy="7068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1800"/>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69" name="Google Shape;169;p17"/>
          <p:cNvSpPr txBox="1"/>
          <p:nvPr>
            <p:ph idx="9"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170" name="Google Shape;170;p17"/>
          <p:cNvSpPr txBox="1"/>
          <p:nvPr>
            <p:ph idx="13"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
        <p:nvSpPr>
          <p:cNvPr id="171" name="Google Shape;171;p17"/>
          <p:cNvSpPr txBox="1"/>
          <p:nvPr>
            <p:ph idx="14" type="title"/>
          </p:nvPr>
        </p:nvSpPr>
        <p:spPr>
          <a:xfrm>
            <a:off x="4731400" y="509451"/>
            <a:ext cx="481500" cy="304800"/>
          </a:xfrm>
          <a:prstGeom prst="rect">
            <a:avLst/>
          </a:prstGeom>
        </p:spPr>
        <p:txBody>
          <a:bodyPr anchorCtr="0" anchor="t" bIns="0" lIns="0" spcFirstLastPara="1" rIns="0" wrap="square" tIns="0">
            <a:spAutoFit/>
          </a:bodyPr>
          <a:lstStyle>
            <a:lvl1pPr lvl="0">
              <a:lnSpc>
                <a:spcPct val="100000"/>
              </a:lnSpc>
              <a:spcBef>
                <a:spcPts val="0"/>
              </a:spcBef>
              <a:spcAft>
                <a:spcPts val="0"/>
              </a:spcAft>
              <a:buNone/>
              <a:defRPr sz="1000">
                <a:solidFill>
                  <a:schemeClr val="lt2"/>
                </a:solidFill>
              </a:defRPr>
            </a:lvl1pPr>
            <a:lvl2pPr lvl="1">
              <a:lnSpc>
                <a:spcPct val="100000"/>
              </a:lnSpc>
              <a:spcBef>
                <a:spcPts val="0"/>
              </a:spcBef>
              <a:spcAft>
                <a:spcPts val="0"/>
              </a:spcAft>
              <a:buNone/>
              <a:defRPr sz="1000"/>
            </a:lvl2pPr>
            <a:lvl3pPr lvl="2">
              <a:lnSpc>
                <a:spcPct val="100000"/>
              </a:lnSpc>
              <a:spcBef>
                <a:spcPts val="0"/>
              </a:spcBef>
              <a:spcAft>
                <a:spcPts val="0"/>
              </a:spcAft>
              <a:buNone/>
              <a:defRPr sz="1000"/>
            </a:lvl3pPr>
            <a:lvl4pPr lvl="3">
              <a:lnSpc>
                <a:spcPct val="100000"/>
              </a:lnSpc>
              <a:spcBef>
                <a:spcPts val="0"/>
              </a:spcBef>
              <a:spcAft>
                <a:spcPts val="0"/>
              </a:spcAft>
              <a:buNone/>
              <a:defRPr sz="1000"/>
            </a:lvl4pPr>
            <a:lvl5pPr lvl="4">
              <a:lnSpc>
                <a:spcPct val="100000"/>
              </a:lnSpc>
              <a:spcBef>
                <a:spcPts val="0"/>
              </a:spcBef>
              <a:spcAft>
                <a:spcPts val="0"/>
              </a:spcAft>
              <a:buNone/>
              <a:defRPr sz="1000"/>
            </a:lvl5pPr>
            <a:lvl6pPr lvl="5">
              <a:lnSpc>
                <a:spcPct val="100000"/>
              </a:lnSpc>
              <a:spcBef>
                <a:spcPts val="0"/>
              </a:spcBef>
              <a:spcAft>
                <a:spcPts val="0"/>
              </a:spcAft>
              <a:buNone/>
              <a:defRPr sz="1000"/>
            </a:lvl6pPr>
            <a:lvl7pPr lvl="6">
              <a:lnSpc>
                <a:spcPct val="100000"/>
              </a:lnSpc>
              <a:spcBef>
                <a:spcPts val="0"/>
              </a:spcBef>
              <a:spcAft>
                <a:spcPts val="0"/>
              </a:spcAft>
              <a:buNone/>
              <a:defRPr sz="1000"/>
            </a:lvl7pPr>
            <a:lvl8pPr lvl="7">
              <a:lnSpc>
                <a:spcPct val="100000"/>
              </a:lnSpc>
              <a:spcBef>
                <a:spcPts val="0"/>
              </a:spcBef>
              <a:spcAft>
                <a:spcPts val="0"/>
              </a:spcAft>
              <a:buNone/>
              <a:defRPr sz="1000"/>
            </a:lvl8pPr>
            <a:lvl9pPr lvl="8">
              <a:lnSpc>
                <a:spcPct val="100000"/>
              </a:lnSpc>
              <a:spcBef>
                <a:spcPts val="0"/>
              </a:spcBef>
              <a:spcAft>
                <a:spcPts val="0"/>
              </a:spcAft>
              <a:buNone/>
              <a:defRPr sz="1000"/>
            </a:lvl9pPr>
          </a:lstStyle>
          <a:p/>
        </p:txBody>
      </p:sp>
      <p:sp>
        <p:nvSpPr>
          <p:cNvPr id="172" name="Google Shape;172;p17"/>
          <p:cNvSpPr txBox="1"/>
          <p:nvPr>
            <p:ph idx="15" type="title"/>
          </p:nvPr>
        </p:nvSpPr>
        <p:spPr>
          <a:xfrm>
            <a:off x="4731400" y="1596758"/>
            <a:ext cx="481500" cy="304800"/>
          </a:xfrm>
          <a:prstGeom prst="rect">
            <a:avLst/>
          </a:prstGeom>
        </p:spPr>
        <p:txBody>
          <a:bodyPr anchorCtr="0" anchor="t" bIns="0" lIns="0" spcFirstLastPara="1" rIns="0" wrap="square" tIns="0">
            <a:spAutoFit/>
          </a:bodyPr>
          <a:lstStyle>
            <a:lvl1pPr lvl="0">
              <a:lnSpc>
                <a:spcPct val="100000"/>
              </a:lnSpc>
              <a:spcBef>
                <a:spcPts val="0"/>
              </a:spcBef>
              <a:spcAft>
                <a:spcPts val="0"/>
              </a:spcAft>
              <a:buNone/>
              <a:defRPr sz="1000"/>
            </a:lvl1pPr>
            <a:lvl2pPr lvl="1">
              <a:lnSpc>
                <a:spcPct val="100000"/>
              </a:lnSpc>
              <a:spcBef>
                <a:spcPts val="0"/>
              </a:spcBef>
              <a:spcAft>
                <a:spcPts val="0"/>
              </a:spcAft>
              <a:buNone/>
              <a:defRPr sz="1000"/>
            </a:lvl2pPr>
            <a:lvl3pPr lvl="2">
              <a:lnSpc>
                <a:spcPct val="100000"/>
              </a:lnSpc>
              <a:spcBef>
                <a:spcPts val="0"/>
              </a:spcBef>
              <a:spcAft>
                <a:spcPts val="0"/>
              </a:spcAft>
              <a:buNone/>
              <a:defRPr sz="1000"/>
            </a:lvl3pPr>
            <a:lvl4pPr lvl="3">
              <a:lnSpc>
                <a:spcPct val="100000"/>
              </a:lnSpc>
              <a:spcBef>
                <a:spcPts val="0"/>
              </a:spcBef>
              <a:spcAft>
                <a:spcPts val="0"/>
              </a:spcAft>
              <a:buNone/>
              <a:defRPr sz="1000"/>
            </a:lvl4pPr>
            <a:lvl5pPr lvl="4">
              <a:lnSpc>
                <a:spcPct val="100000"/>
              </a:lnSpc>
              <a:spcBef>
                <a:spcPts val="0"/>
              </a:spcBef>
              <a:spcAft>
                <a:spcPts val="0"/>
              </a:spcAft>
              <a:buNone/>
              <a:defRPr sz="1000"/>
            </a:lvl5pPr>
            <a:lvl6pPr lvl="5">
              <a:lnSpc>
                <a:spcPct val="100000"/>
              </a:lnSpc>
              <a:spcBef>
                <a:spcPts val="0"/>
              </a:spcBef>
              <a:spcAft>
                <a:spcPts val="0"/>
              </a:spcAft>
              <a:buNone/>
              <a:defRPr sz="1000"/>
            </a:lvl6pPr>
            <a:lvl7pPr lvl="6">
              <a:lnSpc>
                <a:spcPct val="100000"/>
              </a:lnSpc>
              <a:spcBef>
                <a:spcPts val="0"/>
              </a:spcBef>
              <a:spcAft>
                <a:spcPts val="0"/>
              </a:spcAft>
              <a:buNone/>
              <a:defRPr sz="1000"/>
            </a:lvl7pPr>
            <a:lvl8pPr lvl="7">
              <a:lnSpc>
                <a:spcPct val="100000"/>
              </a:lnSpc>
              <a:spcBef>
                <a:spcPts val="0"/>
              </a:spcBef>
              <a:spcAft>
                <a:spcPts val="0"/>
              </a:spcAft>
              <a:buNone/>
              <a:defRPr sz="1000"/>
            </a:lvl8pPr>
            <a:lvl9pPr lvl="8">
              <a:lnSpc>
                <a:spcPct val="100000"/>
              </a:lnSpc>
              <a:spcBef>
                <a:spcPts val="0"/>
              </a:spcBef>
              <a:spcAft>
                <a:spcPts val="0"/>
              </a:spcAft>
              <a:buNone/>
              <a:defRPr sz="1000"/>
            </a:lvl9pPr>
          </a:lstStyle>
          <a:p/>
        </p:txBody>
      </p:sp>
      <p:sp>
        <p:nvSpPr>
          <p:cNvPr id="173" name="Google Shape;173;p17"/>
          <p:cNvSpPr txBox="1"/>
          <p:nvPr>
            <p:ph idx="16" type="title"/>
          </p:nvPr>
        </p:nvSpPr>
        <p:spPr>
          <a:xfrm>
            <a:off x="4731400" y="2684065"/>
            <a:ext cx="481500" cy="304800"/>
          </a:xfrm>
          <a:prstGeom prst="rect">
            <a:avLst/>
          </a:prstGeom>
        </p:spPr>
        <p:txBody>
          <a:bodyPr anchorCtr="0" anchor="t" bIns="0" lIns="0" spcFirstLastPara="1" rIns="0" wrap="square" tIns="0">
            <a:spAutoFit/>
          </a:bodyPr>
          <a:lstStyle>
            <a:lvl1pPr lvl="0">
              <a:lnSpc>
                <a:spcPct val="100000"/>
              </a:lnSpc>
              <a:spcBef>
                <a:spcPts val="0"/>
              </a:spcBef>
              <a:spcAft>
                <a:spcPts val="0"/>
              </a:spcAft>
              <a:buNone/>
              <a:defRPr sz="1000"/>
            </a:lvl1pPr>
            <a:lvl2pPr lvl="1">
              <a:lnSpc>
                <a:spcPct val="100000"/>
              </a:lnSpc>
              <a:spcBef>
                <a:spcPts val="0"/>
              </a:spcBef>
              <a:spcAft>
                <a:spcPts val="0"/>
              </a:spcAft>
              <a:buNone/>
              <a:defRPr sz="1000"/>
            </a:lvl2pPr>
            <a:lvl3pPr lvl="2">
              <a:lnSpc>
                <a:spcPct val="100000"/>
              </a:lnSpc>
              <a:spcBef>
                <a:spcPts val="0"/>
              </a:spcBef>
              <a:spcAft>
                <a:spcPts val="0"/>
              </a:spcAft>
              <a:buNone/>
              <a:defRPr sz="1000"/>
            </a:lvl3pPr>
            <a:lvl4pPr lvl="3">
              <a:lnSpc>
                <a:spcPct val="100000"/>
              </a:lnSpc>
              <a:spcBef>
                <a:spcPts val="0"/>
              </a:spcBef>
              <a:spcAft>
                <a:spcPts val="0"/>
              </a:spcAft>
              <a:buNone/>
              <a:defRPr sz="1000"/>
            </a:lvl4pPr>
            <a:lvl5pPr lvl="4">
              <a:lnSpc>
                <a:spcPct val="100000"/>
              </a:lnSpc>
              <a:spcBef>
                <a:spcPts val="0"/>
              </a:spcBef>
              <a:spcAft>
                <a:spcPts val="0"/>
              </a:spcAft>
              <a:buNone/>
              <a:defRPr sz="1000"/>
            </a:lvl5pPr>
            <a:lvl6pPr lvl="5">
              <a:lnSpc>
                <a:spcPct val="100000"/>
              </a:lnSpc>
              <a:spcBef>
                <a:spcPts val="0"/>
              </a:spcBef>
              <a:spcAft>
                <a:spcPts val="0"/>
              </a:spcAft>
              <a:buNone/>
              <a:defRPr sz="1000"/>
            </a:lvl6pPr>
            <a:lvl7pPr lvl="6">
              <a:lnSpc>
                <a:spcPct val="100000"/>
              </a:lnSpc>
              <a:spcBef>
                <a:spcPts val="0"/>
              </a:spcBef>
              <a:spcAft>
                <a:spcPts val="0"/>
              </a:spcAft>
              <a:buNone/>
              <a:defRPr sz="1000"/>
            </a:lvl7pPr>
            <a:lvl8pPr lvl="7">
              <a:lnSpc>
                <a:spcPct val="100000"/>
              </a:lnSpc>
              <a:spcBef>
                <a:spcPts val="0"/>
              </a:spcBef>
              <a:spcAft>
                <a:spcPts val="0"/>
              </a:spcAft>
              <a:buNone/>
              <a:defRPr sz="1000"/>
            </a:lvl8pPr>
            <a:lvl9pPr lvl="8">
              <a:lnSpc>
                <a:spcPct val="100000"/>
              </a:lnSpc>
              <a:spcBef>
                <a:spcPts val="0"/>
              </a:spcBef>
              <a:spcAft>
                <a:spcPts val="0"/>
              </a:spcAft>
              <a:buNone/>
              <a:defRPr sz="1000"/>
            </a:lvl9pPr>
          </a:lstStyle>
          <a:p/>
        </p:txBody>
      </p:sp>
      <p:sp>
        <p:nvSpPr>
          <p:cNvPr id="174" name="Google Shape;174;p17"/>
          <p:cNvSpPr txBox="1"/>
          <p:nvPr>
            <p:ph idx="17" type="title"/>
          </p:nvPr>
        </p:nvSpPr>
        <p:spPr>
          <a:xfrm>
            <a:off x="4731400" y="3771372"/>
            <a:ext cx="481500" cy="304800"/>
          </a:xfrm>
          <a:prstGeom prst="rect">
            <a:avLst/>
          </a:prstGeom>
        </p:spPr>
        <p:txBody>
          <a:bodyPr anchorCtr="0" anchor="t" bIns="0" lIns="0" spcFirstLastPara="1" rIns="0" wrap="square" tIns="0">
            <a:spAutoFit/>
          </a:bodyPr>
          <a:lstStyle>
            <a:lvl1pPr lvl="0">
              <a:lnSpc>
                <a:spcPct val="100000"/>
              </a:lnSpc>
              <a:spcBef>
                <a:spcPts val="0"/>
              </a:spcBef>
              <a:spcAft>
                <a:spcPts val="0"/>
              </a:spcAft>
              <a:buNone/>
              <a:defRPr sz="1000"/>
            </a:lvl1pPr>
            <a:lvl2pPr lvl="1">
              <a:lnSpc>
                <a:spcPct val="100000"/>
              </a:lnSpc>
              <a:spcBef>
                <a:spcPts val="0"/>
              </a:spcBef>
              <a:spcAft>
                <a:spcPts val="0"/>
              </a:spcAft>
              <a:buNone/>
              <a:defRPr sz="1000"/>
            </a:lvl2pPr>
            <a:lvl3pPr lvl="2">
              <a:lnSpc>
                <a:spcPct val="100000"/>
              </a:lnSpc>
              <a:spcBef>
                <a:spcPts val="0"/>
              </a:spcBef>
              <a:spcAft>
                <a:spcPts val="0"/>
              </a:spcAft>
              <a:buNone/>
              <a:defRPr sz="1000"/>
            </a:lvl3pPr>
            <a:lvl4pPr lvl="3">
              <a:lnSpc>
                <a:spcPct val="100000"/>
              </a:lnSpc>
              <a:spcBef>
                <a:spcPts val="0"/>
              </a:spcBef>
              <a:spcAft>
                <a:spcPts val="0"/>
              </a:spcAft>
              <a:buNone/>
              <a:defRPr sz="1000"/>
            </a:lvl4pPr>
            <a:lvl5pPr lvl="4">
              <a:lnSpc>
                <a:spcPct val="100000"/>
              </a:lnSpc>
              <a:spcBef>
                <a:spcPts val="0"/>
              </a:spcBef>
              <a:spcAft>
                <a:spcPts val="0"/>
              </a:spcAft>
              <a:buNone/>
              <a:defRPr sz="1000"/>
            </a:lvl5pPr>
            <a:lvl6pPr lvl="5">
              <a:lnSpc>
                <a:spcPct val="100000"/>
              </a:lnSpc>
              <a:spcBef>
                <a:spcPts val="0"/>
              </a:spcBef>
              <a:spcAft>
                <a:spcPts val="0"/>
              </a:spcAft>
              <a:buNone/>
              <a:defRPr sz="1000"/>
            </a:lvl6pPr>
            <a:lvl7pPr lvl="6">
              <a:lnSpc>
                <a:spcPct val="100000"/>
              </a:lnSpc>
              <a:spcBef>
                <a:spcPts val="0"/>
              </a:spcBef>
              <a:spcAft>
                <a:spcPts val="0"/>
              </a:spcAft>
              <a:buNone/>
              <a:defRPr sz="1000"/>
            </a:lvl7pPr>
            <a:lvl8pPr lvl="7">
              <a:lnSpc>
                <a:spcPct val="100000"/>
              </a:lnSpc>
              <a:spcBef>
                <a:spcPts val="0"/>
              </a:spcBef>
              <a:spcAft>
                <a:spcPts val="0"/>
              </a:spcAft>
              <a:buNone/>
              <a:defRPr sz="1000"/>
            </a:lvl8pPr>
            <a:lvl9pPr lvl="8">
              <a:lnSpc>
                <a:spcPct val="100000"/>
              </a:lnSpc>
              <a:spcBef>
                <a:spcPts val="0"/>
              </a:spcBef>
              <a:spcAft>
                <a:spcPts val="0"/>
              </a:spcAft>
              <a:buNone/>
              <a:defRPr sz="10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4">
  <p:cSld name="CUSTOM_2_1_1">
    <p:spTree>
      <p:nvGrpSpPr>
        <p:cNvPr id="175" name="Shape 175"/>
        <p:cNvGrpSpPr/>
        <p:nvPr/>
      </p:nvGrpSpPr>
      <p:grpSpPr>
        <a:xfrm>
          <a:off x="0" y="0"/>
          <a:ext cx="0" cy="0"/>
          <a:chOff x="0" y="0"/>
          <a:chExt cx="0" cy="0"/>
        </a:xfrm>
      </p:grpSpPr>
      <p:sp>
        <p:nvSpPr>
          <p:cNvPr id="176" name="Google Shape;176;p18"/>
          <p:cNvSpPr txBox="1"/>
          <p:nvPr>
            <p:ph idx="1" type="body"/>
          </p:nvPr>
        </p:nvSpPr>
        <p:spPr>
          <a:xfrm>
            <a:off x="6071873" y="767058"/>
            <a:ext cx="2787300" cy="1608300"/>
          </a:xfrm>
          <a:prstGeom prst="rect">
            <a:avLst/>
          </a:prstGeom>
        </p:spPr>
        <p:txBody>
          <a:bodyPr anchorCtr="0" anchor="t"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77" name="Google Shape;177;p18"/>
          <p:cNvSpPr txBox="1"/>
          <p:nvPr>
            <p:ph idx="2" type="body"/>
          </p:nvPr>
        </p:nvSpPr>
        <p:spPr>
          <a:xfrm>
            <a:off x="3178225" y="767058"/>
            <a:ext cx="2787300" cy="1608300"/>
          </a:xfrm>
          <a:prstGeom prst="rect">
            <a:avLst/>
          </a:prstGeom>
        </p:spPr>
        <p:txBody>
          <a:bodyPr anchorCtr="0" anchor="t" bIns="182875" lIns="182875" spcFirstLastPara="1" rIns="182875" wrap="square" tIns="0">
            <a:noAutofit/>
          </a:bodyPr>
          <a:lstStyle>
            <a:lvl1pPr indent="-292100" lvl="0" marL="457200">
              <a:spcBef>
                <a:spcPts val="0"/>
              </a:spcBef>
              <a:spcAft>
                <a:spcPts val="0"/>
              </a:spcAft>
              <a:buClr>
                <a:schemeClr val="lt2"/>
              </a:buClr>
              <a:buSzPts val="1000"/>
              <a:buChar char="●"/>
              <a:defRPr sz="1000">
                <a:solidFill>
                  <a:schemeClr val="lt2"/>
                </a:solidFill>
              </a:defRPr>
            </a:lvl1pPr>
            <a:lvl2pPr indent="-292100" lvl="1" marL="914400">
              <a:spcBef>
                <a:spcPts val="0"/>
              </a:spcBef>
              <a:spcAft>
                <a:spcPts val="0"/>
              </a:spcAft>
              <a:buClr>
                <a:schemeClr val="lt2"/>
              </a:buClr>
              <a:buSzPts val="1000"/>
              <a:buChar char="○"/>
              <a:defRPr sz="1000">
                <a:solidFill>
                  <a:schemeClr val="lt2"/>
                </a:solidFill>
              </a:defRPr>
            </a:lvl2pPr>
            <a:lvl3pPr indent="-292100" lvl="2" marL="1371600">
              <a:spcBef>
                <a:spcPts val="0"/>
              </a:spcBef>
              <a:spcAft>
                <a:spcPts val="0"/>
              </a:spcAft>
              <a:buClr>
                <a:schemeClr val="lt2"/>
              </a:buClr>
              <a:buSzPts val="1000"/>
              <a:buChar char="■"/>
              <a:defRPr sz="1000">
                <a:solidFill>
                  <a:schemeClr val="lt2"/>
                </a:solidFill>
              </a:defRPr>
            </a:lvl3pPr>
            <a:lvl4pPr indent="-292100" lvl="3" marL="1828800">
              <a:spcBef>
                <a:spcPts val="0"/>
              </a:spcBef>
              <a:spcAft>
                <a:spcPts val="0"/>
              </a:spcAft>
              <a:buClr>
                <a:schemeClr val="lt2"/>
              </a:buClr>
              <a:buSzPts val="1000"/>
              <a:buChar char="●"/>
              <a:defRPr sz="1000">
                <a:solidFill>
                  <a:schemeClr val="lt2"/>
                </a:solidFill>
              </a:defRPr>
            </a:lvl4pPr>
            <a:lvl5pPr indent="-292100" lvl="4" marL="2286000">
              <a:spcBef>
                <a:spcPts val="0"/>
              </a:spcBef>
              <a:spcAft>
                <a:spcPts val="0"/>
              </a:spcAft>
              <a:buClr>
                <a:schemeClr val="lt2"/>
              </a:buClr>
              <a:buSzPts val="1000"/>
              <a:buChar char="○"/>
              <a:defRPr sz="1000">
                <a:solidFill>
                  <a:schemeClr val="lt2"/>
                </a:solidFill>
              </a:defRPr>
            </a:lvl5pPr>
            <a:lvl6pPr indent="-292100" lvl="5" marL="2743200">
              <a:spcBef>
                <a:spcPts val="0"/>
              </a:spcBef>
              <a:spcAft>
                <a:spcPts val="0"/>
              </a:spcAft>
              <a:buClr>
                <a:schemeClr val="lt2"/>
              </a:buClr>
              <a:buSzPts val="1000"/>
              <a:buChar char="■"/>
              <a:defRPr sz="1000">
                <a:solidFill>
                  <a:schemeClr val="lt2"/>
                </a:solidFill>
              </a:defRPr>
            </a:lvl6pPr>
            <a:lvl7pPr indent="-292100" lvl="6" marL="3200400">
              <a:spcBef>
                <a:spcPts val="0"/>
              </a:spcBef>
              <a:spcAft>
                <a:spcPts val="0"/>
              </a:spcAft>
              <a:buClr>
                <a:schemeClr val="lt2"/>
              </a:buClr>
              <a:buSzPts val="1000"/>
              <a:buChar char="●"/>
              <a:defRPr sz="1000">
                <a:solidFill>
                  <a:schemeClr val="lt2"/>
                </a:solidFill>
              </a:defRPr>
            </a:lvl7pPr>
            <a:lvl8pPr indent="-292100" lvl="7" marL="3657600">
              <a:spcBef>
                <a:spcPts val="0"/>
              </a:spcBef>
              <a:spcAft>
                <a:spcPts val="0"/>
              </a:spcAft>
              <a:buClr>
                <a:schemeClr val="lt2"/>
              </a:buClr>
              <a:buSzPts val="1000"/>
              <a:buChar char="○"/>
              <a:defRPr sz="1000">
                <a:solidFill>
                  <a:schemeClr val="lt2"/>
                </a:solidFill>
              </a:defRPr>
            </a:lvl8pPr>
            <a:lvl9pPr indent="-292100" lvl="8" marL="4114800">
              <a:spcBef>
                <a:spcPts val="0"/>
              </a:spcBef>
              <a:spcAft>
                <a:spcPts val="0"/>
              </a:spcAft>
              <a:buClr>
                <a:schemeClr val="lt2"/>
              </a:buClr>
              <a:buSzPts val="1000"/>
              <a:buChar char="■"/>
              <a:defRPr sz="1000">
                <a:solidFill>
                  <a:schemeClr val="lt2"/>
                </a:solidFill>
              </a:defRPr>
            </a:lvl9pPr>
          </a:lstStyle>
          <a:p/>
        </p:txBody>
      </p:sp>
      <p:sp>
        <p:nvSpPr>
          <p:cNvPr id="178" name="Google Shape;178;p18"/>
          <p:cNvSpPr txBox="1"/>
          <p:nvPr>
            <p:ph idx="3" type="body"/>
          </p:nvPr>
        </p:nvSpPr>
        <p:spPr>
          <a:xfrm>
            <a:off x="6071873" y="2993932"/>
            <a:ext cx="2787300" cy="1608300"/>
          </a:xfrm>
          <a:prstGeom prst="rect">
            <a:avLst/>
          </a:prstGeom>
        </p:spPr>
        <p:txBody>
          <a:bodyPr anchorCtr="0" anchor="t"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79" name="Google Shape;179;p18"/>
          <p:cNvSpPr txBox="1"/>
          <p:nvPr>
            <p:ph idx="4" type="body"/>
          </p:nvPr>
        </p:nvSpPr>
        <p:spPr>
          <a:xfrm>
            <a:off x="3178225" y="2993932"/>
            <a:ext cx="2787300" cy="1608300"/>
          </a:xfrm>
          <a:prstGeom prst="rect">
            <a:avLst/>
          </a:prstGeom>
        </p:spPr>
        <p:txBody>
          <a:bodyPr anchorCtr="0" anchor="t" bIns="182875"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80" name="Google Shape;180;p18"/>
          <p:cNvSpPr txBox="1"/>
          <p:nvPr>
            <p:ph type="title"/>
          </p:nvPr>
        </p:nvSpPr>
        <p:spPr>
          <a:xfrm>
            <a:off x="3178383" y="282825"/>
            <a:ext cx="1553400" cy="475800"/>
          </a:xfrm>
          <a:prstGeom prst="rect">
            <a:avLst/>
          </a:prstGeom>
        </p:spPr>
        <p:txBody>
          <a:bodyPr anchorCtr="0" anchor="t" bIns="0" lIns="182875" spcFirstLastPara="1" rIns="0" wrap="square" tIns="182875">
            <a:spAutoFit/>
          </a:bodyPr>
          <a:lstStyle>
            <a:lvl1pPr lvl="0">
              <a:lnSpc>
                <a:spcPct val="90000"/>
              </a:lnSpc>
              <a:spcBef>
                <a:spcPts val="0"/>
              </a:spcBef>
              <a:spcAft>
                <a:spcPts val="0"/>
              </a:spcAft>
              <a:buNone/>
              <a:defRPr sz="1200">
                <a:solidFill>
                  <a:schemeClr val="lt2"/>
                </a:solidFill>
                <a:latin typeface="Outfit SemiBold"/>
                <a:ea typeface="Outfit SemiBold"/>
                <a:cs typeface="Outfit SemiBold"/>
                <a:sym typeface="Outfit SemiBold"/>
              </a:defRPr>
            </a:lvl1pPr>
            <a:lvl2pPr lvl="1">
              <a:lnSpc>
                <a:spcPct val="115000"/>
              </a:lnSpc>
              <a:spcBef>
                <a:spcPts val="0"/>
              </a:spcBef>
              <a:spcAft>
                <a:spcPts val="0"/>
              </a:spcAft>
              <a:buNone/>
              <a:defRPr sz="1800">
                <a:solidFill>
                  <a:schemeClr val="lt2"/>
                </a:solidFill>
              </a:defRPr>
            </a:lvl2pPr>
            <a:lvl3pPr lvl="2">
              <a:lnSpc>
                <a:spcPct val="115000"/>
              </a:lnSpc>
              <a:spcBef>
                <a:spcPts val="0"/>
              </a:spcBef>
              <a:spcAft>
                <a:spcPts val="0"/>
              </a:spcAft>
              <a:buNone/>
              <a:defRPr sz="1800">
                <a:solidFill>
                  <a:schemeClr val="lt2"/>
                </a:solidFill>
              </a:defRPr>
            </a:lvl3pPr>
            <a:lvl4pPr lvl="3">
              <a:lnSpc>
                <a:spcPct val="115000"/>
              </a:lnSpc>
              <a:spcBef>
                <a:spcPts val="0"/>
              </a:spcBef>
              <a:spcAft>
                <a:spcPts val="0"/>
              </a:spcAft>
              <a:buNone/>
              <a:defRPr sz="1800">
                <a:solidFill>
                  <a:schemeClr val="lt2"/>
                </a:solidFill>
              </a:defRPr>
            </a:lvl4pPr>
            <a:lvl5pPr lvl="4">
              <a:lnSpc>
                <a:spcPct val="115000"/>
              </a:lnSpc>
              <a:spcBef>
                <a:spcPts val="0"/>
              </a:spcBef>
              <a:spcAft>
                <a:spcPts val="0"/>
              </a:spcAft>
              <a:buNone/>
              <a:defRPr sz="1800">
                <a:solidFill>
                  <a:schemeClr val="lt2"/>
                </a:solidFill>
              </a:defRPr>
            </a:lvl5pPr>
            <a:lvl6pPr lvl="5">
              <a:lnSpc>
                <a:spcPct val="115000"/>
              </a:lnSpc>
              <a:spcBef>
                <a:spcPts val="0"/>
              </a:spcBef>
              <a:spcAft>
                <a:spcPts val="0"/>
              </a:spcAft>
              <a:buNone/>
              <a:defRPr sz="1800">
                <a:solidFill>
                  <a:schemeClr val="lt2"/>
                </a:solidFill>
              </a:defRPr>
            </a:lvl6pPr>
            <a:lvl7pPr lvl="6">
              <a:lnSpc>
                <a:spcPct val="115000"/>
              </a:lnSpc>
              <a:spcBef>
                <a:spcPts val="0"/>
              </a:spcBef>
              <a:spcAft>
                <a:spcPts val="0"/>
              </a:spcAft>
              <a:buNone/>
              <a:defRPr sz="1800">
                <a:solidFill>
                  <a:schemeClr val="lt2"/>
                </a:solidFill>
              </a:defRPr>
            </a:lvl7pPr>
            <a:lvl8pPr lvl="7">
              <a:lnSpc>
                <a:spcPct val="115000"/>
              </a:lnSpc>
              <a:spcBef>
                <a:spcPts val="0"/>
              </a:spcBef>
              <a:spcAft>
                <a:spcPts val="0"/>
              </a:spcAft>
              <a:buNone/>
              <a:defRPr sz="1800">
                <a:solidFill>
                  <a:schemeClr val="lt2"/>
                </a:solidFill>
              </a:defRPr>
            </a:lvl8pPr>
            <a:lvl9pPr lvl="8">
              <a:lnSpc>
                <a:spcPct val="115000"/>
              </a:lnSpc>
              <a:spcBef>
                <a:spcPts val="0"/>
              </a:spcBef>
              <a:spcAft>
                <a:spcPts val="0"/>
              </a:spcAft>
              <a:buNone/>
              <a:defRPr sz="1800">
                <a:solidFill>
                  <a:schemeClr val="lt2"/>
                </a:solidFill>
              </a:defRPr>
            </a:lvl9pPr>
          </a:lstStyle>
          <a:p/>
        </p:txBody>
      </p:sp>
      <p:sp>
        <p:nvSpPr>
          <p:cNvPr id="181" name="Google Shape;181;p18"/>
          <p:cNvSpPr txBox="1"/>
          <p:nvPr>
            <p:ph idx="5" type="title"/>
          </p:nvPr>
        </p:nvSpPr>
        <p:spPr>
          <a:xfrm>
            <a:off x="6072048" y="282825"/>
            <a:ext cx="1553400" cy="475800"/>
          </a:xfrm>
          <a:prstGeom prst="rect">
            <a:avLst/>
          </a:prstGeom>
        </p:spPr>
        <p:txBody>
          <a:bodyPr anchorCtr="0" anchor="t" bIns="0" lIns="182875" spcFirstLastPara="1" rIns="0" wrap="square" tIns="182875">
            <a:spAutoFit/>
          </a:bodyPr>
          <a:lstStyle>
            <a:lvl1pPr lvl="0">
              <a:lnSpc>
                <a:spcPct val="90000"/>
              </a:lnSpc>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82" name="Google Shape;182;p18"/>
          <p:cNvSpPr txBox="1"/>
          <p:nvPr>
            <p:ph idx="6" type="title"/>
          </p:nvPr>
        </p:nvSpPr>
        <p:spPr>
          <a:xfrm>
            <a:off x="3178383" y="2509698"/>
            <a:ext cx="1553400" cy="475800"/>
          </a:xfrm>
          <a:prstGeom prst="rect">
            <a:avLst/>
          </a:prstGeom>
        </p:spPr>
        <p:txBody>
          <a:bodyPr anchorCtr="0" anchor="t" bIns="0" lIns="182875" spcFirstLastPara="1" rIns="0" wrap="square" tIns="182875">
            <a:spAutoFit/>
          </a:bodyPr>
          <a:lstStyle>
            <a:lvl1pPr lvl="0">
              <a:lnSpc>
                <a:spcPct val="90000"/>
              </a:lnSpc>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83" name="Google Shape;183;p18"/>
          <p:cNvSpPr txBox="1"/>
          <p:nvPr>
            <p:ph idx="7" type="title"/>
          </p:nvPr>
        </p:nvSpPr>
        <p:spPr>
          <a:xfrm>
            <a:off x="6072048" y="2509698"/>
            <a:ext cx="1553400" cy="475800"/>
          </a:xfrm>
          <a:prstGeom prst="rect">
            <a:avLst/>
          </a:prstGeom>
        </p:spPr>
        <p:txBody>
          <a:bodyPr anchorCtr="0" anchor="t" bIns="0" lIns="182875" spcFirstLastPara="1" rIns="0" wrap="square" tIns="182875">
            <a:spAutoFit/>
          </a:bodyPr>
          <a:lstStyle>
            <a:lvl1pPr lvl="0">
              <a:lnSpc>
                <a:spcPct val="90000"/>
              </a:lnSpc>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184" name="Google Shape;184;p18"/>
          <p:cNvSpPr txBox="1"/>
          <p:nvPr>
            <p:ph idx="8" type="title"/>
          </p:nvPr>
        </p:nvSpPr>
        <p:spPr>
          <a:xfrm>
            <a:off x="284775" y="282900"/>
            <a:ext cx="27876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185" name="Google Shape;185;p18"/>
          <p:cNvSpPr txBox="1"/>
          <p:nvPr>
            <p:ph idx="9" type="body"/>
          </p:nvPr>
        </p:nvSpPr>
        <p:spPr>
          <a:xfrm>
            <a:off x="284775" y="3598975"/>
            <a:ext cx="2064000" cy="1036200"/>
          </a:xfrm>
          <a:prstGeom prst="rect">
            <a:avLst/>
          </a:prstGeom>
        </p:spPr>
        <p:txBody>
          <a:bodyPr anchorCtr="0" anchor="b" bIns="0" lIns="0" spcFirstLastPara="1" rIns="0" wrap="square" tIns="0">
            <a:noAutofit/>
          </a:bodyPr>
          <a:lstStyle>
            <a:lvl1pPr indent="-292100" lvl="0" marL="457200">
              <a:spcBef>
                <a:spcPts val="0"/>
              </a:spcBef>
              <a:spcAft>
                <a:spcPts val="0"/>
              </a:spcAft>
              <a:buSzPts val="1000"/>
              <a:buChar char="●"/>
              <a:defRPr b="1" sz="1000"/>
            </a:lvl1pPr>
            <a:lvl2pPr indent="-292100" lvl="1" marL="914400">
              <a:spcBef>
                <a:spcPts val="0"/>
              </a:spcBef>
              <a:spcAft>
                <a:spcPts val="0"/>
              </a:spcAft>
              <a:buSzPts val="1000"/>
              <a:buChar char="○"/>
              <a:defRPr b="1" sz="1000"/>
            </a:lvl2pPr>
            <a:lvl3pPr indent="-292100" lvl="2" marL="1371600">
              <a:spcBef>
                <a:spcPts val="0"/>
              </a:spcBef>
              <a:spcAft>
                <a:spcPts val="0"/>
              </a:spcAft>
              <a:buSzPts val="1000"/>
              <a:buChar char="■"/>
              <a:defRPr b="1" sz="1000"/>
            </a:lvl3pPr>
            <a:lvl4pPr indent="-292100" lvl="3" marL="1828800">
              <a:spcBef>
                <a:spcPts val="0"/>
              </a:spcBef>
              <a:spcAft>
                <a:spcPts val="0"/>
              </a:spcAft>
              <a:buSzPts val="1000"/>
              <a:buChar char="●"/>
              <a:defRPr b="1" sz="1000"/>
            </a:lvl4pPr>
            <a:lvl5pPr indent="-292100" lvl="4" marL="2286000">
              <a:spcBef>
                <a:spcPts val="0"/>
              </a:spcBef>
              <a:spcAft>
                <a:spcPts val="0"/>
              </a:spcAft>
              <a:buSzPts val="1000"/>
              <a:buChar char="○"/>
              <a:defRPr b="1" sz="1000"/>
            </a:lvl5pPr>
            <a:lvl6pPr indent="-292100" lvl="5" marL="2743200">
              <a:spcBef>
                <a:spcPts val="0"/>
              </a:spcBef>
              <a:spcAft>
                <a:spcPts val="0"/>
              </a:spcAft>
              <a:buSzPts val="1000"/>
              <a:buChar char="■"/>
              <a:defRPr b="1" sz="1000"/>
            </a:lvl6pPr>
            <a:lvl7pPr indent="-292100" lvl="6" marL="3200400">
              <a:spcBef>
                <a:spcPts val="0"/>
              </a:spcBef>
              <a:spcAft>
                <a:spcPts val="0"/>
              </a:spcAft>
              <a:buSzPts val="1000"/>
              <a:buChar char="●"/>
              <a:defRPr b="1" sz="1000"/>
            </a:lvl7pPr>
            <a:lvl8pPr indent="-292100" lvl="7" marL="3657600">
              <a:spcBef>
                <a:spcPts val="0"/>
              </a:spcBef>
              <a:spcAft>
                <a:spcPts val="0"/>
              </a:spcAft>
              <a:buSzPts val="1000"/>
              <a:buChar char="○"/>
              <a:defRPr b="1" sz="1000"/>
            </a:lvl8pPr>
            <a:lvl9pPr indent="-292100" lvl="8" marL="4114800">
              <a:spcBef>
                <a:spcPts val="0"/>
              </a:spcBef>
              <a:spcAft>
                <a:spcPts val="0"/>
              </a:spcAft>
              <a:buSzPts val="1000"/>
              <a:buChar char="■"/>
              <a:defRPr b="1" sz="1000"/>
            </a:lvl9pPr>
          </a:lstStyle>
          <a:p/>
        </p:txBody>
      </p:sp>
      <p:sp>
        <p:nvSpPr>
          <p:cNvPr id="186" name="Google Shape;186;p18"/>
          <p:cNvSpPr txBox="1"/>
          <p:nvPr>
            <p:ph idx="13"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187" name="Google Shape;187;p18"/>
          <p:cNvSpPr txBox="1"/>
          <p:nvPr>
            <p:ph idx="14"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5">
  <p:cSld name="CUSTOM_6">
    <p:spTree>
      <p:nvGrpSpPr>
        <p:cNvPr id="188" name="Shape 188"/>
        <p:cNvGrpSpPr/>
        <p:nvPr/>
      </p:nvGrpSpPr>
      <p:grpSpPr>
        <a:xfrm>
          <a:off x="0" y="0"/>
          <a:ext cx="0" cy="0"/>
          <a:chOff x="0" y="0"/>
          <a:chExt cx="0" cy="0"/>
        </a:xfrm>
      </p:grpSpPr>
      <p:sp>
        <p:nvSpPr>
          <p:cNvPr id="189" name="Google Shape;189;p19"/>
          <p:cNvSpPr txBox="1"/>
          <p:nvPr>
            <p:ph type="title"/>
          </p:nvPr>
        </p:nvSpPr>
        <p:spPr>
          <a:xfrm>
            <a:off x="7054825" y="1868626"/>
            <a:ext cx="1808700" cy="337800"/>
          </a:xfrm>
          <a:prstGeom prst="rect">
            <a:avLst/>
          </a:prstGeom>
        </p:spPr>
        <p:txBody>
          <a:bodyPr anchorCtr="0" anchor="t" bIns="0" lIns="182875" spcFirstLastPara="1" rIns="91425" wrap="square" tIns="91425">
            <a:spAutoFit/>
          </a:bodyPr>
          <a:lstStyle>
            <a:lvl1pPr lvl="0">
              <a:lnSpc>
                <a:spcPct val="90000"/>
              </a:lnSpc>
              <a:spcBef>
                <a:spcPts val="0"/>
              </a:spcBef>
              <a:spcAft>
                <a:spcPts val="0"/>
              </a:spcAft>
              <a:buNone/>
              <a:defRPr b="1" sz="1000">
                <a:latin typeface="Instrument Sans"/>
                <a:ea typeface="Instrument Sans"/>
                <a:cs typeface="Instrument Sans"/>
                <a:sym typeface="Instrument Sans"/>
              </a:defRPr>
            </a:lvl1pPr>
            <a:lvl2pPr lvl="1">
              <a:lnSpc>
                <a:spcPct val="115000"/>
              </a:lnSpc>
              <a:spcBef>
                <a:spcPts val="0"/>
              </a:spcBef>
              <a:spcAft>
                <a:spcPts val="0"/>
              </a:spcAft>
              <a:buNone/>
              <a:defRPr b="1" sz="1000">
                <a:latin typeface="Instrument Sans"/>
                <a:ea typeface="Instrument Sans"/>
                <a:cs typeface="Instrument Sans"/>
                <a:sym typeface="Instrument Sans"/>
              </a:defRPr>
            </a:lvl2pPr>
            <a:lvl3pPr lvl="2">
              <a:lnSpc>
                <a:spcPct val="115000"/>
              </a:lnSpc>
              <a:spcBef>
                <a:spcPts val="0"/>
              </a:spcBef>
              <a:spcAft>
                <a:spcPts val="0"/>
              </a:spcAft>
              <a:buNone/>
              <a:defRPr b="1" sz="1000">
                <a:latin typeface="Instrument Sans"/>
                <a:ea typeface="Instrument Sans"/>
                <a:cs typeface="Instrument Sans"/>
                <a:sym typeface="Instrument Sans"/>
              </a:defRPr>
            </a:lvl3pPr>
            <a:lvl4pPr lvl="3">
              <a:lnSpc>
                <a:spcPct val="115000"/>
              </a:lnSpc>
              <a:spcBef>
                <a:spcPts val="0"/>
              </a:spcBef>
              <a:spcAft>
                <a:spcPts val="0"/>
              </a:spcAft>
              <a:buNone/>
              <a:defRPr b="1" sz="1000">
                <a:latin typeface="Instrument Sans"/>
                <a:ea typeface="Instrument Sans"/>
                <a:cs typeface="Instrument Sans"/>
                <a:sym typeface="Instrument Sans"/>
              </a:defRPr>
            </a:lvl4pPr>
            <a:lvl5pPr lvl="4">
              <a:lnSpc>
                <a:spcPct val="115000"/>
              </a:lnSpc>
              <a:spcBef>
                <a:spcPts val="0"/>
              </a:spcBef>
              <a:spcAft>
                <a:spcPts val="0"/>
              </a:spcAft>
              <a:buNone/>
              <a:defRPr b="1" sz="1000">
                <a:latin typeface="Instrument Sans"/>
                <a:ea typeface="Instrument Sans"/>
                <a:cs typeface="Instrument Sans"/>
                <a:sym typeface="Instrument Sans"/>
              </a:defRPr>
            </a:lvl5pPr>
            <a:lvl6pPr lvl="5">
              <a:lnSpc>
                <a:spcPct val="115000"/>
              </a:lnSpc>
              <a:spcBef>
                <a:spcPts val="0"/>
              </a:spcBef>
              <a:spcAft>
                <a:spcPts val="0"/>
              </a:spcAft>
              <a:buNone/>
              <a:defRPr b="1" sz="1000">
                <a:latin typeface="Instrument Sans"/>
                <a:ea typeface="Instrument Sans"/>
                <a:cs typeface="Instrument Sans"/>
                <a:sym typeface="Instrument Sans"/>
              </a:defRPr>
            </a:lvl6pPr>
            <a:lvl7pPr lvl="6">
              <a:lnSpc>
                <a:spcPct val="115000"/>
              </a:lnSpc>
              <a:spcBef>
                <a:spcPts val="0"/>
              </a:spcBef>
              <a:spcAft>
                <a:spcPts val="0"/>
              </a:spcAft>
              <a:buNone/>
              <a:defRPr b="1" sz="1000">
                <a:latin typeface="Instrument Sans"/>
                <a:ea typeface="Instrument Sans"/>
                <a:cs typeface="Instrument Sans"/>
                <a:sym typeface="Instrument Sans"/>
              </a:defRPr>
            </a:lvl7pPr>
            <a:lvl8pPr lvl="7">
              <a:lnSpc>
                <a:spcPct val="115000"/>
              </a:lnSpc>
              <a:spcBef>
                <a:spcPts val="0"/>
              </a:spcBef>
              <a:spcAft>
                <a:spcPts val="0"/>
              </a:spcAft>
              <a:buNone/>
              <a:defRPr b="1" sz="1000">
                <a:latin typeface="Instrument Sans"/>
                <a:ea typeface="Instrument Sans"/>
                <a:cs typeface="Instrument Sans"/>
                <a:sym typeface="Instrument Sans"/>
              </a:defRPr>
            </a:lvl8pPr>
            <a:lvl9pPr lvl="8">
              <a:lnSpc>
                <a:spcPct val="115000"/>
              </a:lnSpc>
              <a:spcBef>
                <a:spcPts val="0"/>
              </a:spcBef>
              <a:spcAft>
                <a:spcPts val="0"/>
              </a:spcAft>
              <a:buNone/>
              <a:defRPr b="1" sz="1000">
                <a:latin typeface="Instrument Sans"/>
                <a:ea typeface="Instrument Sans"/>
                <a:cs typeface="Instrument Sans"/>
                <a:sym typeface="Instrument Sans"/>
              </a:defRPr>
            </a:lvl9pPr>
          </a:lstStyle>
          <a:p/>
        </p:txBody>
      </p:sp>
      <p:sp>
        <p:nvSpPr>
          <p:cNvPr id="190" name="Google Shape;190;p19"/>
          <p:cNvSpPr txBox="1"/>
          <p:nvPr>
            <p:ph idx="2" type="title"/>
          </p:nvPr>
        </p:nvSpPr>
        <p:spPr>
          <a:xfrm>
            <a:off x="5249650" y="1868626"/>
            <a:ext cx="1808700" cy="337800"/>
          </a:xfrm>
          <a:prstGeom prst="rect">
            <a:avLst/>
          </a:prstGeom>
        </p:spPr>
        <p:txBody>
          <a:bodyPr anchorCtr="0" anchor="t" bIns="0" lIns="182875" spcFirstLastPara="1" rIns="91425" wrap="square" tIns="91425">
            <a:spAutoFit/>
          </a:bodyPr>
          <a:lstStyle>
            <a:lvl1pPr lvl="0">
              <a:lnSpc>
                <a:spcPct val="90000"/>
              </a:lnSpc>
              <a:spcBef>
                <a:spcPts val="0"/>
              </a:spcBef>
              <a:spcAft>
                <a:spcPts val="0"/>
              </a:spcAft>
              <a:buNone/>
              <a:defRPr b="1" sz="1000">
                <a:latin typeface="Instrument Sans"/>
                <a:ea typeface="Instrument Sans"/>
                <a:cs typeface="Instrument Sans"/>
                <a:sym typeface="Instrument Sans"/>
              </a:defRPr>
            </a:lvl1pPr>
            <a:lvl2pPr lvl="1">
              <a:lnSpc>
                <a:spcPct val="115000"/>
              </a:lnSpc>
              <a:spcBef>
                <a:spcPts val="0"/>
              </a:spcBef>
              <a:spcAft>
                <a:spcPts val="0"/>
              </a:spcAft>
              <a:buNone/>
              <a:defRPr b="1" sz="1000">
                <a:latin typeface="Instrument Sans"/>
                <a:ea typeface="Instrument Sans"/>
                <a:cs typeface="Instrument Sans"/>
                <a:sym typeface="Instrument Sans"/>
              </a:defRPr>
            </a:lvl2pPr>
            <a:lvl3pPr lvl="2">
              <a:lnSpc>
                <a:spcPct val="115000"/>
              </a:lnSpc>
              <a:spcBef>
                <a:spcPts val="0"/>
              </a:spcBef>
              <a:spcAft>
                <a:spcPts val="0"/>
              </a:spcAft>
              <a:buNone/>
              <a:defRPr b="1" sz="1000">
                <a:latin typeface="Instrument Sans"/>
                <a:ea typeface="Instrument Sans"/>
                <a:cs typeface="Instrument Sans"/>
                <a:sym typeface="Instrument Sans"/>
              </a:defRPr>
            </a:lvl3pPr>
            <a:lvl4pPr lvl="3">
              <a:lnSpc>
                <a:spcPct val="115000"/>
              </a:lnSpc>
              <a:spcBef>
                <a:spcPts val="0"/>
              </a:spcBef>
              <a:spcAft>
                <a:spcPts val="0"/>
              </a:spcAft>
              <a:buNone/>
              <a:defRPr b="1" sz="1000">
                <a:latin typeface="Instrument Sans"/>
                <a:ea typeface="Instrument Sans"/>
                <a:cs typeface="Instrument Sans"/>
                <a:sym typeface="Instrument Sans"/>
              </a:defRPr>
            </a:lvl4pPr>
            <a:lvl5pPr lvl="4">
              <a:lnSpc>
                <a:spcPct val="115000"/>
              </a:lnSpc>
              <a:spcBef>
                <a:spcPts val="0"/>
              </a:spcBef>
              <a:spcAft>
                <a:spcPts val="0"/>
              </a:spcAft>
              <a:buNone/>
              <a:defRPr b="1" sz="1000">
                <a:latin typeface="Instrument Sans"/>
                <a:ea typeface="Instrument Sans"/>
                <a:cs typeface="Instrument Sans"/>
                <a:sym typeface="Instrument Sans"/>
              </a:defRPr>
            </a:lvl5pPr>
            <a:lvl6pPr lvl="5">
              <a:lnSpc>
                <a:spcPct val="115000"/>
              </a:lnSpc>
              <a:spcBef>
                <a:spcPts val="0"/>
              </a:spcBef>
              <a:spcAft>
                <a:spcPts val="0"/>
              </a:spcAft>
              <a:buNone/>
              <a:defRPr b="1" sz="1000">
                <a:latin typeface="Instrument Sans"/>
                <a:ea typeface="Instrument Sans"/>
                <a:cs typeface="Instrument Sans"/>
                <a:sym typeface="Instrument Sans"/>
              </a:defRPr>
            </a:lvl6pPr>
            <a:lvl7pPr lvl="6">
              <a:lnSpc>
                <a:spcPct val="115000"/>
              </a:lnSpc>
              <a:spcBef>
                <a:spcPts val="0"/>
              </a:spcBef>
              <a:spcAft>
                <a:spcPts val="0"/>
              </a:spcAft>
              <a:buNone/>
              <a:defRPr b="1" sz="1000">
                <a:latin typeface="Instrument Sans"/>
                <a:ea typeface="Instrument Sans"/>
                <a:cs typeface="Instrument Sans"/>
                <a:sym typeface="Instrument Sans"/>
              </a:defRPr>
            </a:lvl7pPr>
            <a:lvl8pPr lvl="7">
              <a:lnSpc>
                <a:spcPct val="115000"/>
              </a:lnSpc>
              <a:spcBef>
                <a:spcPts val="0"/>
              </a:spcBef>
              <a:spcAft>
                <a:spcPts val="0"/>
              </a:spcAft>
              <a:buNone/>
              <a:defRPr b="1" sz="1000">
                <a:latin typeface="Instrument Sans"/>
                <a:ea typeface="Instrument Sans"/>
                <a:cs typeface="Instrument Sans"/>
                <a:sym typeface="Instrument Sans"/>
              </a:defRPr>
            </a:lvl8pPr>
            <a:lvl9pPr lvl="8">
              <a:lnSpc>
                <a:spcPct val="115000"/>
              </a:lnSpc>
              <a:spcBef>
                <a:spcPts val="0"/>
              </a:spcBef>
              <a:spcAft>
                <a:spcPts val="0"/>
              </a:spcAft>
              <a:buNone/>
              <a:defRPr b="1" sz="1000">
                <a:latin typeface="Instrument Sans"/>
                <a:ea typeface="Instrument Sans"/>
                <a:cs typeface="Instrument Sans"/>
                <a:sym typeface="Instrument Sans"/>
              </a:defRPr>
            </a:lvl9pPr>
          </a:lstStyle>
          <a:p/>
        </p:txBody>
      </p:sp>
      <p:sp>
        <p:nvSpPr>
          <p:cNvPr id="191" name="Google Shape;191;p19"/>
          <p:cNvSpPr txBox="1"/>
          <p:nvPr>
            <p:ph idx="3" type="title"/>
          </p:nvPr>
        </p:nvSpPr>
        <p:spPr>
          <a:xfrm>
            <a:off x="3444475" y="1868626"/>
            <a:ext cx="1808700" cy="337800"/>
          </a:xfrm>
          <a:prstGeom prst="rect">
            <a:avLst/>
          </a:prstGeom>
        </p:spPr>
        <p:txBody>
          <a:bodyPr anchorCtr="0" anchor="t" bIns="0" lIns="182875" spcFirstLastPara="1" rIns="91425" wrap="square" tIns="91425">
            <a:spAutoFit/>
          </a:bodyPr>
          <a:lstStyle>
            <a:lvl1pPr lvl="0">
              <a:lnSpc>
                <a:spcPct val="90000"/>
              </a:lnSpc>
              <a:spcBef>
                <a:spcPts val="0"/>
              </a:spcBef>
              <a:spcAft>
                <a:spcPts val="0"/>
              </a:spcAft>
              <a:buNone/>
              <a:defRPr b="1" sz="1000">
                <a:latin typeface="Instrument Sans"/>
                <a:ea typeface="Instrument Sans"/>
                <a:cs typeface="Instrument Sans"/>
                <a:sym typeface="Instrument Sans"/>
              </a:defRPr>
            </a:lvl1pPr>
            <a:lvl2pPr lvl="1">
              <a:lnSpc>
                <a:spcPct val="115000"/>
              </a:lnSpc>
              <a:spcBef>
                <a:spcPts val="0"/>
              </a:spcBef>
              <a:spcAft>
                <a:spcPts val="0"/>
              </a:spcAft>
              <a:buNone/>
              <a:defRPr b="1" sz="1000">
                <a:latin typeface="Instrument Sans"/>
                <a:ea typeface="Instrument Sans"/>
                <a:cs typeface="Instrument Sans"/>
                <a:sym typeface="Instrument Sans"/>
              </a:defRPr>
            </a:lvl2pPr>
            <a:lvl3pPr lvl="2">
              <a:lnSpc>
                <a:spcPct val="115000"/>
              </a:lnSpc>
              <a:spcBef>
                <a:spcPts val="0"/>
              </a:spcBef>
              <a:spcAft>
                <a:spcPts val="0"/>
              </a:spcAft>
              <a:buNone/>
              <a:defRPr b="1" sz="1000">
                <a:latin typeface="Instrument Sans"/>
                <a:ea typeface="Instrument Sans"/>
                <a:cs typeface="Instrument Sans"/>
                <a:sym typeface="Instrument Sans"/>
              </a:defRPr>
            </a:lvl3pPr>
            <a:lvl4pPr lvl="3">
              <a:lnSpc>
                <a:spcPct val="115000"/>
              </a:lnSpc>
              <a:spcBef>
                <a:spcPts val="0"/>
              </a:spcBef>
              <a:spcAft>
                <a:spcPts val="0"/>
              </a:spcAft>
              <a:buNone/>
              <a:defRPr b="1" sz="1000">
                <a:latin typeface="Instrument Sans"/>
                <a:ea typeface="Instrument Sans"/>
                <a:cs typeface="Instrument Sans"/>
                <a:sym typeface="Instrument Sans"/>
              </a:defRPr>
            </a:lvl4pPr>
            <a:lvl5pPr lvl="4">
              <a:lnSpc>
                <a:spcPct val="115000"/>
              </a:lnSpc>
              <a:spcBef>
                <a:spcPts val="0"/>
              </a:spcBef>
              <a:spcAft>
                <a:spcPts val="0"/>
              </a:spcAft>
              <a:buNone/>
              <a:defRPr b="1" sz="1000">
                <a:latin typeface="Instrument Sans"/>
                <a:ea typeface="Instrument Sans"/>
                <a:cs typeface="Instrument Sans"/>
                <a:sym typeface="Instrument Sans"/>
              </a:defRPr>
            </a:lvl5pPr>
            <a:lvl6pPr lvl="5">
              <a:lnSpc>
                <a:spcPct val="115000"/>
              </a:lnSpc>
              <a:spcBef>
                <a:spcPts val="0"/>
              </a:spcBef>
              <a:spcAft>
                <a:spcPts val="0"/>
              </a:spcAft>
              <a:buNone/>
              <a:defRPr b="1" sz="1000">
                <a:latin typeface="Instrument Sans"/>
                <a:ea typeface="Instrument Sans"/>
                <a:cs typeface="Instrument Sans"/>
                <a:sym typeface="Instrument Sans"/>
              </a:defRPr>
            </a:lvl6pPr>
            <a:lvl7pPr lvl="6">
              <a:lnSpc>
                <a:spcPct val="115000"/>
              </a:lnSpc>
              <a:spcBef>
                <a:spcPts val="0"/>
              </a:spcBef>
              <a:spcAft>
                <a:spcPts val="0"/>
              </a:spcAft>
              <a:buNone/>
              <a:defRPr b="1" sz="1000">
                <a:latin typeface="Instrument Sans"/>
                <a:ea typeface="Instrument Sans"/>
                <a:cs typeface="Instrument Sans"/>
                <a:sym typeface="Instrument Sans"/>
              </a:defRPr>
            </a:lvl7pPr>
            <a:lvl8pPr lvl="7">
              <a:lnSpc>
                <a:spcPct val="115000"/>
              </a:lnSpc>
              <a:spcBef>
                <a:spcPts val="0"/>
              </a:spcBef>
              <a:spcAft>
                <a:spcPts val="0"/>
              </a:spcAft>
              <a:buNone/>
              <a:defRPr b="1" sz="1000">
                <a:latin typeface="Instrument Sans"/>
                <a:ea typeface="Instrument Sans"/>
                <a:cs typeface="Instrument Sans"/>
                <a:sym typeface="Instrument Sans"/>
              </a:defRPr>
            </a:lvl8pPr>
            <a:lvl9pPr lvl="8">
              <a:lnSpc>
                <a:spcPct val="115000"/>
              </a:lnSpc>
              <a:spcBef>
                <a:spcPts val="0"/>
              </a:spcBef>
              <a:spcAft>
                <a:spcPts val="0"/>
              </a:spcAft>
              <a:buNone/>
              <a:defRPr b="1" sz="1000">
                <a:latin typeface="Instrument Sans"/>
                <a:ea typeface="Instrument Sans"/>
                <a:cs typeface="Instrument Sans"/>
                <a:sym typeface="Instrument Sans"/>
              </a:defRPr>
            </a:lvl9pPr>
          </a:lstStyle>
          <a:p/>
        </p:txBody>
      </p:sp>
      <p:sp>
        <p:nvSpPr>
          <p:cNvPr id="192" name="Google Shape;192;p19"/>
          <p:cNvSpPr txBox="1"/>
          <p:nvPr>
            <p:ph idx="4" type="title"/>
          </p:nvPr>
        </p:nvSpPr>
        <p:spPr>
          <a:xfrm>
            <a:off x="1624900" y="1868626"/>
            <a:ext cx="1808700" cy="337800"/>
          </a:xfrm>
          <a:prstGeom prst="rect">
            <a:avLst/>
          </a:prstGeom>
        </p:spPr>
        <p:txBody>
          <a:bodyPr anchorCtr="0" anchor="t" bIns="0" lIns="182875" spcFirstLastPara="1" rIns="91425" wrap="square" tIns="91425">
            <a:spAutoFit/>
          </a:bodyPr>
          <a:lstStyle>
            <a:lvl1pPr lvl="0">
              <a:lnSpc>
                <a:spcPct val="90000"/>
              </a:lnSpc>
              <a:spcBef>
                <a:spcPts val="0"/>
              </a:spcBef>
              <a:spcAft>
                <a:spcPts val="0"/>
              </a:spcAft>
              <a:buNone/>
              <a:defRPr b="1" sz="1000">
                <a:solidFill>
                  <a:schemeClr val="lt2"/>
                </a:solidFill>
                <a:latin typeface="Instrument Sans"/>
                <a:ea typeface="Instrument Sans"/>
                <a:cs typeface="Instrument Sans"/>
                <a:sym typeface="Instrument Sans"/>
              </a:defRPr>
            </a:lvl1pPr>
            <a:lvl2pPr lvl="1">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2pPr>
            <a:lvl3pPr lvl="2">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3pPr>
            <a:lvl4pPr lvl="3">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4pPr>
            <a:lvl5pPr lvl="4">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5pPr>
            <a:lvl6pPr lvl="5">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6pPr>
            <a:lvl7pPr lvl="6">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7pPr>
            <a:lvl8pPr lvl="7">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8pPr>
            <a:lvl9pPr lvl="8">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9pPr>
          </a:lstStyle>
          <a:p/>
        </p:txBody>
      </p:sp>
      <p:sp>
        <p:nvSpPr>
          <p:cNvPr id="193" name="Google Shape;193;p19"/>
          <p:cNvSpPr txBox="1"/>
          <p:nvPr>
            <p:ph idx="1" type="body"/>
          </p:nvPr>
        </p:nvSpPr>
        <p:spPr>
          <a:xfrm>
            <a:off x="5249650" y="2206475"/>
            <a:ext cx="1808700" cy="2428500"/>
          </a:xfrm>
          <a:prstGeom prst="rect">
            <a:avLst/>
          </a:prstGeom>
        </p:spPr>
        <p:txBody>
          <a:bodyPr anchorCtr="0" anchor="t" bIns="91425" lIns="155425" spcFirstLastPara="1" rIns="137150" wrap="square" tIns="91425">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94" name="Google Shape;194;p19"/>
          <p:cNvSpPr txBox="1"/>
          <p:nvPr>
            <p:ph idx="5" type="body"/>
          </p:nvPr>
        </p:nvSpPr>
        <p:spPr>
          <a:xfrm>
            <a:off x="3444475" y="2206475"/>
            <a:ext cx="1808700" cy="2428500"/>
          </a:xfrm>
          <a:prstGeom prst="rect">
            <a:avLst/>
          </a:prstGeom>
        </p:spPr>
        <p:txBody>
          <a:bodyPr anchorCtr="0" anchor="t" bIns="91425" lIns="155425" spcFirstLastPara="1" rIns="137150" wrap="square" tIns="91425">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195" name="Google Shape;195;p19"/>
          <p:cNvSpPr txBox="1"/>
          <p:nvPr>
            <p:ph idx="6" type="title"/>
          </p:nvPr>
        </p:nvSpPr>
        <p:spPr>
          <a:xfrm>
            <a:off x="1731400" y="282900"/>
            <a:ext cx="7128000" cy="11169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196" name="Google Shape;196;p19"/>
          <p:cNvSpPr txBox="1"/>
          <p:nvPr>
            <p:ph idx="7" type="title"/>
          </p:nvPr>
        </p:nvSpPr>
        <p:spPr>
          <a:xfrm>
            <a:off x="284800" y="2206500"/>
            <a:ext cx="1340100" cy="409500"/>
          </a:xfrm>
          <a:prstGeom prst="rect">
            <a:avLst/>
          </a:prstGeom>
        </p:spPr>
        <p:txBody>
          <a:bodyPr anchorCtr="0" anchor="t" bIns="0" lIns="182875" spcFirstLastPara="1" rIns="91425" wrap="square" tIns="91425">
            <a:spAutoFit/>
          </a:bodyPr>
          <a:lstStyle>
            <a:lvl1pPr lvl="0">
              <a:lnSpc>
                <a:spcPct val="90000"/>
              </a:lnSpc>
              <a:spcBef>
                <a:spcPts val="0"/>
              </a:spcBef>
              <a:spcAft>
                <a:spcPts val="0"/>
              </a:spcAft>
              <a:buNone/>
              <a:defRPr sz="1000">
                <a:latin typeface="Instrument Sans"/>
                <a:ea typeface="Instrument Sans"/>
                <a:cs typeface="Instrument Sans"/>
                <a:sym typeface="Instrument Sans"/>
              </a:defRPr>
            </a:lvl1pPr>
            <a:lvl2pPr lvl="1">
              <a:lnSpc>
                <a:spcPct val="115000"/>
              </a:lnSpc>
              <a:spcBef>
                <a:spcPts val="0"/>
              </a:spcBef>
              <a:spcAft>
                <a:spcPts val="0"/>
              </a:spcAft>
              <a:buNone/>
              <a:defRPr sz="1000">
                <a:latin typeface="Instrument Sans"/>
                <a:ea typeface="Instrument Sans"/>
                <a:cs typeface="Instrument Sans"/>
                <a:sym typeface="Instrument Sans"/>
              </a:defRPr>
            </a:lvl2pPr>
            <a:lvl3pPr lvl="2">
              <a:lnSpc>
                <a:spcPct val="115000"/>
              </a:lnSpc>
              <a:spcBef>
                <a:spcPts val="0"/>
              </a:spcBef>
              <a:spcAft>
                <a:spcPts val="0"/>
              </a:spcAft>
              <a:buNone/>
              <a:defRPr sz="1000">
                <a:latin typeface="Instrument Sans"/>
                <a:ea typeface="Instrument Sans"/>
                <a:cs typeface="Instrument Sans"/>
                <a:sym typeface="Instrument Sans"/>
              </a:defRPr>
            </a:lvl3pPr>
            <a:lvl4pPr lvl="3">
              <a:lnSpc>
                <a:spcPct val="115000"/>
              </a:lnSpc>
              <a:spcBef>
                <a:spcPts val="0"/>
              </a:spcBef>
              <a:spcAft>
                <a:spcPts val="0"/>
              </a:spcAft>
              <a:buNone/>
              <a:defRPr sz="1000">
                <a:latin typeface="Instrument Sans"/>
                <a:ea typeface="Instrument Sans"/>
                <a:cs typeface="Instrument Sans"/>
                <a:sym typeface="Instrument Sans"/>
              </a:defRPr>
            </a:lvl4pPr>
            <a:lvl5pPr lvl="4">
              <a:lnSpc>
                <a:spcPct val="115000"/>
              </a:lnSpc>
              <a:spcBef>
                <a:spcPts val="0"/>
              </a:spcBef>
              <a:spcAft>
                <a:spcPts val="0"/>
              </a:spcAft>
              <a:buNone/>
              <a:defRPr sz="1000">
                <a:latin typeface="Instrument Sans"/>
                <a:ea typeface="Instrument Sans"/>
                <a:cs typeface="Instrument Sans"/>
                <a:sym typeface="Instrument Sans"/>
              </a:defRPr>
            </a:lvl5pPr>
            <a:lvl6pPr lvl="5">
              <a:lnSpc>
                <a:spcPct val="115000"/>
              </a:lnSpc>
              <a:spcBef>
                <a:spcPts val="0"/>
              </a:spcBef>
              <a:spcAft>
                <a:spcPts val="0"/>
              </a:spcAft>
              <a:buNone/>
              <a:defRPr sz="1000">
                <a:latin typeface="Instrument Sans"/>
                <a:ea typeface="Instrument Sans"/>
                <a:cs typeface="Instrument Sans"/>
                <a:sym typeface="Instrument Sans"/>
              </a:defRPr>
            </a:lvl6pPr>
            <a:lvl7pPr lvl="6">
              <a:lnSpc>
                <a:spcPct val="115000"/>
              </a:lnSpc>
              <a:spcBef>
                <a:spcPts val="0"/>
              </a:spcBef>
              <a:spcAft>
                <a:spcPts val="0"/>
              </a:spcAft>
              <a:buNone/>
              <a:defRPr sz="1000">
                <a:latin typeface="Instrument Sans"/>
                <a:ea typeface="Instrument Sans"/>
                <a:cs typeface="Instrument Sans"/>
                <a:sym typeface="Instrument Sans"/>
              </a:defRPr>
            </a:lvl7pPr>
            <a:lvl8pPr lvl="7">
              <a:lnSpc>
                <a:spcPct val="115000"/>
              </a:lnSpc>
              <a:spcBef>
                <a:spcPts val="0"/>
              </a:spcBef>
              <a:spcAft>
                <a:spcPts val="0"/>
              </a:spcAft>
              <a:buNone/>
              <a:defRPr sz="1000">
                <a:latin typeface="Instrument Sans"/>
                <a:ea typeface="Instrument Sans"/>
                <a:cs typeface="Instrument Sans"/>
                <a:sym typeface="Instrument Sans"/>
              </a:defRPr>
            </a:lvl8pPr>
            <a:lvl9pPr lvl="8">
              <a:lnSpc>
                <a:spcPct val="115000"/>
              </a:lnSpc>
              <a:spcBef>
                <a:spcPts val="0"/>
              </a:spcBef>
              <a:spcAft>
                <a:spcPts val="0"/>
              </a:spcAft>
              <a:buNone/>
              <a:defRPr sz="1000">
                <a:latin typeface="Instrument Sans"/>
                <a:ea typeface="Instrument Sans"/>
                <a:cs typeface="Instrument Sans"/>
                <a:sym typeface="Instrument Sans"/>
              </a:defRPr>
            </a:lvl9pPr>
          </a:lstStyle>
          <a:p/>
        </p:txBody>
      </p:sp>
      <p:sp>
        <p:nvSpPr>
          <p:cNvPr id="197" name="Google Shape;197;p19"/>
          <p:cNvSpPr txBox="1"/>
          <p:nvPr>
            <p:ph idx="8" type="title"/>
          </p:nvPr>
        </p:nvSpPr>
        <p:spPr>
          <a:xfrm>
            <a:off x="284800" y="2939825"/>
            <a:ext cx="1340100" cy="409500"/>
          </a:xfrm>
          <a:prstGeom prst="rect">
            <a:avLst/>
          </a:prstGeom>
        </p:spPr>
        <p:txBody>
          <a:bodyPr anchorCtr="0" anchor="t" bIns="0" lIns="182875" spcFirstLastPara="1" rIns="91425" wrap="square" tIns="91425">
            <a:spAutoFit/>
          </a:bodyPr>
          <a:lstStyle>
            <a:lvl1pPr lvl="0">
              <a:lnSpc>
                <a:spcPct val="90000"/>
              </a:lnSpc>
              <a:spcBef>
                <a:spcPts val="0"/>
              </a:spcBef>
              <a:spcAft>
                <a:spcPts val="0"/>
              </a:spcAft>
              <a:buNone/>
              <a:defRPr sz="1000">
                <a:latin typeface="Instrument Sans"/>
                <a:ea typeface="Instrument Sans"/>
                <a:cs typeface="Instrument Sans"/>
                <a:sym typeface="Instrument Sans"/>
              </a:defRPr>
            </a:lvl1pPr>
            <a:lvl2pPr lvl="1">
              <a:lnSpc>
                <a:spcPct val="115000"/>
              </a:lnSpc>
              <a:spcBef>
                <a:spcPts val="0"/>
              </a:spcBef>
              <a:spcAft>
                <a:spcPts val="0"/>
              </a:spcAft>
              <a:buNone/>
              <a:defRPr sz="1000">
                <a:latin typeface="Instrument Sans"/>
                <a:ea typeface="Instrument Sans"/>
                <a:cs typeface="Instrument Sans"/>
                <a:sym typeface="Instrument Sans"/>
              </a:defRPr>
            </a:lvl2pPr>
            <a:lvl3pPr lvl="2">
              <a:lnSpc>
                <a:spcPct val="115000"/>
              </a:lnSpc>
              <a:spcBef>
                <a:spcPts val="0"/>
              </a:spcBef>
              <a:spcAft>
                <a:spcPts val="0"/>
              </a:spcAft>
              <a:buNone/>
              <a:defRPr sz="1000">
                <a:latin typeface="Instrument Sans"/>
                <a:ea typeface="Instrument Sans"/>
                <a:cs typeface="Instrument Sans"/>
                <a:sym typeface="Instrument Sans"/>
              </a:defRPr>
            </a:lvl3pPr>
            <a:lvl4pPr lvl="3">
              <a:lnSpc>
                <a:spcPct val="115000"/>
              </a:lnSpc>
              <a:spcBef>
                <a:spcPts val="0"/>
              </a:spcBef>
              <a:spcAft>
                <a:spcPts val="0"/>
              </a:spcAft>
              <a:buNone/>
              <a:defRPr sz="1000">
                <a:latin typeface="Instrument Sans"/>
                <a:ea typeface="Instrument Sans"/>
                <a:cs typeface="Instrument Sans"/>
                <a:sym typeface="Instrument Sans"/>
              </a:defRPr>
            </a:lvl4pPr>
            <a:lvl5pPr lvl="4">
              <a:lnSpc>
                <a:spcPct val="115000"/>
              </a:lnSpc>
              <a:spcBef>
                <a:spcPts val="0"/>
              </a:spcBef>
              <a:spcAft>
                <a:spcPts val="0"/>
              </a:spcAft>
              <a:buNone/>
              <a:defRPr sz="1000">
                <a:latin typeface="Instrument Sans"/>
                <a:ea typeface="Instrument Sans"/>
                <a:cs typeface="Instrument Sans"/>
                <a:sym typeface="Instrument Sans"/>
              </a:defRPr>
            </a:lvl5pPr>
            <a:lvl6pPr lvl="5">
              <a:lnSpc>
                <a:spcPct val="115000"/>
              </a:lnSpc>
              <a:spcBef>
                <a:spcPts val="0"/>
              </a:spcBef>
              <a:spcAft>
                <a:spcPts val="0"/>
              </a:spcAft>
              <a:buNone/>
              <a:defRPr sz="1000">
                <a:latin typeface="Instrument Sans"/>
                <a:ea typeface="Instrument Sans"/>
                <a:cs typeface="Instrument Sans"/>
                <a:sym typeface="Instrument Sans"/>
              </a:defRPr>
            </a:lvl6pPr>
            <a:lvl7pPr lvl="6">
              <a:lnSpc>
                <a:spcPct val="115000"/>
              </a:lnSpc>
              <a:spcBef>
                <a:spcPts val="0"/>
              </a:spcBef>
              <a:spcAft>
                <a:spcPts val="0"/>
              </a:spcAft>
              <a:buNone/>
              <a:defRPr sz="1000">
                <a:latin typeface="Instrument Sans"/>
                <a:ea typeface="Instrument Sans"/>
                <a:cs typeface="Instrument Sans"/>
                <a:sym typeface="Instrument Sans"/>
              </a:defRPr>
            </a:lvl7pPr>
            <a:lvl8pPr lvl="7">
              <a:lnSpc>
                <a:spcPct val="115000"/>
              </a:lnSpc>
              <a:spcBef>
                <a:spcPts val="0"/>
              </a:spcBef>
              <a:spcAft>
                <a:spcPts val="0"/>
              </a:spcAft>
              <a:buNone/>
              <a:defRPr sz="1000">
                <a:latin typeface="Instrument Sans"/>
                <a:ea typeface="Instrument Sans"/>
                <a:cs typeface="Instrument Sans"/>
                <a:sym typeface="Instrument Sans"/>
              </a:defRPr>
            </a:lvl8pPr>
            <a:lvl9pPr lvl="8">
              <a:lnSpc>
                <a:spcPct val="115000"/>
              </a:lnSpc>
              <a:spcBef>
                <a:spcPts val="0"/>
              </a:spcBef>
              <a:spcAft>
                <a:spcPts val="0"/>
              </a:spcAft>
              <a:buNone/>
              <a:defRPr sz="1000">
                <a:latin typeface="Instrument Sans"/>
                <a:ea typeface="Instrument Sans"/>
                <a:cs typeface="Instrument Sans"/>
                <a:sym typeface="Instrument Sans"/>
              </a:defRPr>
            </a:lvl9pPr>
          </a:lstStyle>
          <a:p/>
        </p:txBody>
      </p:sp>
      <p:sp>
        <p:nvSpPr>
          <p:cNvPr id="198" name="Google Shape;198;p19"/>
          <p:cNvSpPr txBox="1"/>
          <p:nvPr>
            <p:ph idx="9"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SzPts val="800"/>
              <a:buNone/>
              <a:defRPr sz="800"/>
            </a:lvl2pPr>
            <a:lvl3pPr lvl="2" algn="ctr">
              <a:spcBef>
                <a:spcPts val="0"/>
              </a:spcBef>
              <a:spcAft>
                <a:spcPts val="0"/>
              </a:spcAft>
              <a:buSzPts val="800"/>
              <a:buNone/>
              <a:defRPr sz="800"/>
            </a:lvl3pPr>
            <a:lvl4pPr lvl="3" algn="ctr">
              <a:spcBef>
                <a:spcPts val="0"/>
              </a:spcBef>
              <a:spcAft>
                <a:spcPts val="0"/>
              </a:spcAft>
              <a:buSzPts val="800"/>
              <a:buNone/>
              <a:defRPr sz="800"/>
            </a:lvl4pPr>
            <a:lvl5pPr lvl="4" algn="ctr">
              <a:spcBef>
                <a:spcPts val="0"/>
              </a:spcBef>
              <a:spcAft>
                <a:spcPts val="0"/>
              </a:spcAft>
              <a:buSzPts val="800"/>
              <a:buNone/>
              <a:defRPr sz="800"/>
            </a:lvl5pPr>
            <a:lvl6pPr lvl="5" algn="ctr">
              <a:spcBef>
                <a:spcPts val="0"/>
              </a:spcBef>
              <a:spcAft>
                <a:spcPts val="0"/>
              </a:spcAft>
              <a:buSzPts val="800"/>
              <a:buNone/>
              <a:defRPr sz="800"/>
            </a:lvl6pPr>
            <a:lvl7pPr lvl="6" algn="ctr">
              <a:spcBef>
                <a:spcPts val="0"/>
              </a:spcBef>
              <a:spcAft>
                <a:spcPts val="0"/>
              </a:spcAft>
              <a:buSzPts val="800"/>
              <a:buNone/>
              <a:defRPr sz="800"/>
            </a:lvl7pPr>
            <a:lvl8pPr lvl="7" algn="ctr">
              <a:spcBef>
                <a:spcPts val="0"/>
              </a:spcBef>
              <a:spcAft>
                <a:spcPts val="0"/>
              </a:spcAft>
              <a:buSzPts val="800"/>
              <a:buNone/>
              <a:defRPr sz="800"/>
            </a:lvl8pPr>
            <a:lvl9pPr lvl="8" algn="ctr">
              <a:spcBef>
                <a:spcPts val="0"/>
              </a:spcBef>
              <a:spcAft>
                <a:spcPts val="0"/>
              </a:spcAft>
              <a:buSzPts val="800"/>
              <a:buNone/>
              <a:defRPr sz="800"/>
            </a:lvl9pPr>
          </a:lstStyle>
          <a:p/>
        </p:txBody>
      </p:sp>
      <p:sp>
        <p:nvSpPr>
          <p:cNvPr id="199" name="Google Shape;199;p19"/>
          <p:cNvSpPr txBox="1"/>
          <p:nvPr>
            <p:ph idx="13" type="title"/>
          </p:nvPr>
        </p:nvSpPr>
        <p:spPr>
          <a:xfrm>
            <a:off x="284800" y="3825550"/>
            <a:ext cx="1340100" cy="409500"/>
          </a:xfrm>
          <a:prstGeom prst="rect">
            <a:avLst/>
          </a:prstGeom>
        </p:spPr>
        <p:txBody>
          <a:bodyPr anchorCtr="0" anchor="t" bIns="0" lIns="182875" spcFirstLastPara="1" rIns="91425" wrap="square" tIns="91425">
            <a:spAutoFit/>
          </a:bodyPr>
          <a:lstStyle>
            <a:lvl1pPr lvl="0">
              <a:lnSpc>
                <a:spcPct val="90000"/>
              </a:lnSpc>
              <a:spcBef>
                <a:spcPts val="0"/>
              </a:spcBef>
              <a:spcAft>
                <a:spcPts val="0"/>
              </a:spcAft>
              <a:buNone/>
              <a:defRPr sz="1000">
                <a:latin typeface="Instrument Sans"/>
                <a:ea typeface="Instrument Sans"/>
                <a:cs typeface="Instrument Sans"/>
                <a:sym typeface="Instrument Sans"/>
              </a:defRPr>
            </a:lvl1pPr>
            <a:lvl2pPr lvl="1">
              <a:lnSpc>
                <a:spcPct val="115000"/>
              </a:lnSpc>
              <a:spcBef>
                <a:spcPts val="0"/>
              </a:spcBef>
              <a:spcAft>
                <a:spcPts val="0"/>
              </a:spcAft>
              <a:buNone/>
              <a:defRPr sz="1000">
                <a:latin typeface="Instrument Sans"/>
                <a:ea typeface="Instrument Sans"/>
                <a:cs typeface="Instrument Sans"/>
                <a:sym typeface="Instrument Sans"/>
              </a:defRPr>
            </a:lvl2pPr>
            <a:lvl3pPr lvl="2">
              <a:lnSpc>
                <a:spcPct val="115000"/>
              </a:lnSpc>
              <a:spcBef>
                <a:spcPts val="0"/>
              </a:spcBef>
              <a:spcAft>
                <a:spcPts val="0"/>
              </a:spcAft>
              <a:buNone/>
              <a:defRPr sz="1000">
                <a:latin typeface="Instrument Sans"/>
                <a:ea typeface="Instrument Sans"/>
                <a:cs typeface="Instrument Sans"/>
                <a:sym typeface="Instrument Sans"/>
              </a:defRPr>
            </a:lvl3pPr>
            <a:lvl4pPr lvl="3">
              <a:lnSpc>
                <a:spcPct val="115000"/>
              </a:lnSpc>
              <a:spcBef>
                <a:spcPts val="0"/>
              </a:spcBef>
              <a:spcAft>
                <a:spcPts val="0"/>
              </a:spcAft>
              <a:buNone/>
              <a:defRPr sz="1000">
                <a:latin typeface="Instrument Sans"/>
                <a:ea typeface="Instrument Sans"/>
                <a:cs typeface="Instrument Sans"/>
                <a:sym typeface="Instrument Sans"/>
              </a:defRPr>
            </a:lvl4pPr>
            <a:lvl5pPr lvl="4">
              <a:lnSpc>
                <a:spcPct val="115000"/>
              </a:lnSpc>
              <a:spcBef>
                <a:spcPts val="0"/>
              </a:spcBef>
              <a:spcAft>
                <a:spcPts val="0"/>
              </a:spcAft>
              <a:buNone/>
              <a:defRPr sz="1000">
                <a:latin typeface="Instrument Sans"/>
                <a:ea typeface="Instrument Sans"/>
                <a:cs typeface="Instrument Sans"/>
                <a:sym typeface="Instrument Sans"/>
              </a:defRPr>
            </a:lvl5pPr>
            <a:lvl6pPr lvl="5">
              <a:lnSpc>
                <a:spcPct val="115000"/>
              </a:lnSpc>
              <a:spcBef>
                <a:spcPts val="0"/>
              </a:spcBef>
              <a:spcAft>
                <a:spcPts val="0"/>
              </a:spcAft>
              <a:buNone/>
              <a:defRPr sz="1000">
                <a:latin typeface="Instrument Sans"/>
                <a:ea typeface="Instrument Sans"/>
                <a:cs typeface="Instrument Sans"/>
                <a:sym typeface="Instrument Sans"/>
              </a:defRPr>
            </a:lvl6pPr>
            <a:lvl7pPr lvl="6">
              <a:lnSpc>
                <a:spcPct val="115000"/>
              </a:lnSpc>
              <a:spcBef>
                <a:spcPts val="0"/>
              </a:spcBef>
              <a:spcAft>
                <a:spcPts val="0"/>
              </a:spcAft>
              <a:buNone/>
              <a:defRPr sz="1000">
                <a:latin typeface="Instrument Sans"/>
                <a:ea typeface="Instrument Sans"/>
                <a:cs typeface="Instrument Sans"/>
                <a:sym typeface="Instrument Sans"/>
              </a:defRPr>
            </a:lvl7pPr>
            <a:lvl8pPr lvl="7">
              <a:lnSpc>
                <a:spcPct val="115000"/>
              </a:lnSpc>
              <a:spcBef>
                <a:spcPts val="0"/>
              </a:spcBef>
              <a:spcAft>
                <a:spcPts val="0"/>
              </a:spcAft>
              <a:buNone/>
              <a:defRPr sz="1000">
                <a:latin typeface="Instrument Sans"/>
                <a:ea typeface="Instrument Sans"/>
                <a:cs typeface="Instrument Sans"/>
                <a:sym typeface="Instrument Sans"/>
              </a:defRPr>
            </a:lvl8pPr>
            <a:lvl9pPr lvl="8">
              <a:lnSpc>
                <a:spcPct val="115000"/>
              </a:lnSpc>
              <a:spcBef>
                <a:spcPts val="0"/>
              </a:spcBef>
              <a:spcAft>
                <a:spcPts val="0"/>
              </a:spcAft>
              <a:buNone/>
              <a:defRPr sz="1000">
                <a:latin typeface="Instrument Sans"/>
                <a:ea typeface="Instrument Sans"/>
                <a:cs typeface="Instrument Sans"/>
                <a:sym typeface="Instrument Sans"/>
              </a:defRPr>
            </a:lvl9pPr>
          </a:lstStyle>
          <a:p/>
        </p:txBody>
      </p:sp>
      <p:sp>
        <p:nvSpPr>
          <p:cNvPr id="200" name="Google Shape;200;p19"/>
          <p:cNvSpPr txBox="1"/>
          <p:nvPr>
            <p:ph idx="14"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201" name="Google Shape;201;p19"/>
          <p:cNvSpPr txBox="1"/>
          <p:nvPr>
            <p:ph idx="15" type="body"/>
          </p:nvPr>
        </p:nvSpPr>
        <p:spPr>
          <a:xfrm>
            <a:off x="1624900" y="2206475"/>
            <a:ext cx="1808700" cy="2428500"/>
          </a:xfrm>
          <a:prstGeom prst="rect">
            <a:avLst/>
          </a:prstGeom>
        </p:spPr>
        <p:txBody>
          <a:bodyPr anchorCtr="0" anchor="t" bIns="91425" lIns="155425" spcFirstLastPara="1" rIns="137150" wrap="square" tIns="91425">
            <a:noAutofit/>
          </a:bodyPr>
          <a:lstStyle>
            <a:lvl1pPr indent="-292100" lvl="0" marL="457200">
              <a:spcBef>
                <a:spcPts val="0"/>
              </a:spcBef>
              <a:spcAft>
                <a:spcPts val="0"/>
              </a:spcAft>
              <a:buClr>
                <a:schemeClr val="lt2"/>
              </a:buClr>
              <a:buSzPts val="1000"/>
              <a:buChar char="●"/>
              <a:defRPr sz="1000">
                <a:solidFill>
                  <a:schemeClr val="lt2"/>
                </a:solidFill>
              </a:defRPr>
            </a:lvl1pPr>
            <a:lvl2pPr indent="-292100" lvl="1" marL="914400">
              <a:spcBef>
                <a:spcPts val="0"/>
              </a:spcBef>
              <a:spcAft>
                <a:spcPts val="0"/>
              </a:spcAft>
              <a:buClr>
                <a:schemeClr val="lt2"/>
              </a:buClr>
              <a:buSzPts val="1000"/>
              <a:buChar char="○"/>
              <a:defRPr sz="1000">
                <a:solidFill>
                  <a:schemeClr val="lt2"/>
                </a:solidFill>
              </a:defRPr>
            </a:lvl2pPr>
            <a:lvl3pPr indent="-292100" lvl="2" marL="1371600">
              <a:spcBef>
                <a:spcPts val="0"/>
              </a:spcBef>
              <a:spcAft>
                <a:spcPts val="0"/>
              </a:spcAft>
              <a:buClr>
                <a:schemeClr val="lt2"/>
              </a:buClr>
              <a:buSzPts val="1000"/>
              <a:buChar char="■"/>
              <a:defRPr sz="1000">
                <a:solidFill>
                  <a:schemeClr val="lt2"/>
                </a:solidFill>
              </a:defRPr>
            </a:lvl3pPr>
            <a:lvl4pPr indent="-292100" lvl="3" marL="1828800">
              <a:spcBef>
                <a:spcPts val="0"/>
              </a:spcBef>
              <a:spcAft>
                <a:spcPts val="0"/>
              </a:spcAft>
              <a:buClr>
                <a:schemeClr val="lt2"/>
              </a:buClr>
              <a:buSzPts val="1000"/>
              <a:buChar char="●"/>
              <a:defRPr sz="1000">
                <a:solidFill>
                  <a:schemeClr val="lt2"/>
                </a:solidFill>
              </a:defRPr>
            </a:lvl4pPr>
            <a:lvl5pPr indent="-292100" lvl="4" marL="2286000">
              <a:spcBef>
                <a:spcPts val="0"/>
              </a:spcBef>
              <a:spcAft>
                <a:spcPts val="0"/>
              </a:spcAft>
              <a:buClr>
                <a:schemeClr val="lt2"/>
              </a:buClr>
              <a:buSzPts val="1000"/>
              <a:buChar char="○"/>
              <a:defRPr sz="1000">
                <a:solidFill>
                  <a:schemeClr val="lt2"/>
                </a:solidFill>
              </a:defRPr>
            </a:lvl5pPr>
            <a:lvl6pPr indent="-292100" lvl="5" marL="2743200">
              <a:spcBef>
                <a:spcPts val="0"/>
              </a:spcBef>
              <a:spcAft>
                <a:spcPts val="0"/>
              </a:spcAft>
              <a:buClr>
                <a:schemeClr val="lt2"/>
              </a:buClr>
              <a:buSzPts val="1000"/>
              <a:buChar char="■"/>
              <a:defRPr sz="1000">
                <a:solidFill>
                  <a:schemeClr val="lt2"/>
                </a:solidFill>
              </a:defRPr>
            </a:lvl6pPr>
            <a:lvl7pPr indent="-292100" lvl="6" marL="3200400">
              <a:spcBef>
                <a:spcPts val="0"/>
              </a:spcBef>
              <a:spcAft>
                <a:spcPts val="0"/>
              </a:spcAft>
              <a:buClr>
                <a:schemeClr val="lt2"/>
              </a:buClr>
              <a:buSzPts val="1000"/>
              <a:buChar char="●"/>
              <a:defRPr sz="1000">
                <a:solidFill>
                  <a:schemeClr val="lt2"/>
                </a:solidFill>
              </a:defRPr>
            </a:lvl7pPr>
            <a:lvl8pPr indent="-292100" lvl="7" marL="3657600">
              <a:spcBef>
                <a:spcPts val="0"/>
              </a:spcBef>
              <a:spcAft>
                <a:spcPts val="0"/>
              </a:spcAft>
              <a:buClr>
                <a:schemeClr val="lt2"/>
              </a:buClr>
              <a:buSzPts val="1000"/>
              <a:buChar char="○"/>
              <a:defRPr sz="1000">
                <a:solidFill>
                  <a:schemeClr val="lt2"/>
                </a:solidFill>
              </a:defRPr>
            </a:lvl8pPr>
            <a:lvl9pPr indent="-292100" lvl="8" marL="4114800">
              <a:spcBef>
                <a:spcPts val="0"/>
              </a:spcBef>
              <a:spcAft>
                <a:spcPts val="0"/>
              </a:spcAft>
              <a:buClr>
                <a:schemeClr val="lt2"/>
              </a:buClr>
              <a:buSzPts val="1000"/>
              <a:buChar char="■"/>
              <a:defRPr sz="1000">
                <a:solidFill>
                  <a:schemeClr val="lt2"/>
                </a:solidFill>
              </a:defRPr>
            </a:lvl9pPr>
          </a:lstStyle>
          <a:p/>
        </p:txBody>
      </p:sp>
      <p:sp>
        <p:nvSpPr>
          <p:cNvPr id="202" name="Google Shape;202;p19"/>
          <p:cNvSpPr txBox="1"/>
          <p:nvPr>
            <p:ph idx="16" type="body"/>
          </p:nvPr>
        </p:nvSpPr>
        <p:spPr>
          <a:xfrm>
            <a:off x="7054825" y="2206475"/>
            <a:ext cx="1808700" cy="2428500"/>
          </a:xfrm>
          <a:prstGeom prst="rect">
            <a:avLst/>
          </a:prstGeom>
        </p:spPr>
        <p:txBody>
          <a:bodyPr anchorCtr="0" anchor="t" bIns="91425" lIns="155425" spcFirstLastPara="1" rIns="137150" wrap="square" tIns="91425">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03" name="Google Shape;203;p19"/>
          <p:cNvSpPr txBox="1"/>
          <p:nvPr>
            <p:ph idx="17"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6">
  <p:cSld name="CUSTOM_9">
    <p:spTree>
      <p:nvGrpSpPr>
        <p:cNvPr id="204" name="Shape 204"/>
        <p:cNvGrpSpPr/>
        <p:nvPr/>
      </p:nvGrpSpPr>
      <p:grpSpPr>
        <a:xfrm>
          <a:off x="0" y="0"/>
          <a:ext cx="0" cy="0"/>
          <a:chOff x="0" y="0"/>
          <a:chExt cx="0" cy="0"/>
        </a:xfrm>
      </p:grpSpPr>
      <p:sp>
        <p:nvSpPr>
          <p:cNvPr id="205" name="Google Shape;205;p20"/>
          <p:cNvSpPr txBox="1"/>
          <p:nvPr>
            <p:ph idx="1" type="body"/>
          </p:nvPr>
        </p:nvSpPr>
        <p:spPr>
          <a:xfrm>
            <a:off x="6795150" y="3532980"/>
            <a:ext cx="2064000" cy="1101900"/>
          </a:xfrm>
          <a:prstGeom prst="rect">
            <a:avLst/>
          </a:prstGeom>
        </p:spPr>
        <p:txBody>
          <a:bodyPr anchorCtr="0" anchor="b" bIns="182875" lIns="182875" spcFirstLastPara="1" rIns="182875" wrap="square" tIns="91425">
            <a:noAutofit/>
          </a:bodyPr>
          <a:lstStyle>
            <a:lvl1pPr indent="-292100" lvl="0" marL="457200">
              <a:spcBef>
                <a:spcPts val="0"/>
              </a:spcBef>
              <a:spcAft>
                <a:spcPts val="0"/>
              </a:spcAft>
              <a:buClr>
                <a:schemeClr val="lt2"/>
              </a:buClr>
              <a:buSzPts val="1000"/>
              <a:buChar char="●"/>
              <a:defRPr sz="1000">
                <a:solidFill>
                  <a:schemeClr val="lt2"/>
                </a:solidFill>
              </a:defRPr>
            </a:lvl1pPr>
            <a:lvl2pPr indent="-292100" lvl="1" marL="914400">
              <a:spcBef>
                <a:spcPts val="0"/>
              </a:spcBef>
              <a:spcAft>
                <a:spcPts val="0"/>
              </a:spcAft>
              <a:buClr>
                <a:schemeClr val="lt2"/>
              </a:buClr>
              <a:buSzPts val="1000"/>
              <a:buChar char="○"/>
              <a:defRPr sz="1000">
                <a:solidFill>
                  <a:schemeClr val="lt2"/>
                </a:solidFill>
              </a:defRPr>
            </a:lvl2pPr>
            <a:lvl3pPr indent="-292100" lvl="2" marL="1371600">
              <a:spcBef>
                <a:spcPts val="0"/>
              </a:spcBef>
              <a:spcAft>
                <a:spcPts val="0"/>
              </a:spcAft>
              <a:buClr>
                <a:schemeClr val="lt2"/>
              </a:buClr>
              <a:buSzPts val="1000"/>
              <a:buChar char="■"/>
              <a:defRPr sz="1000">
                <a:solidFill>
                  <a:schemeClr val="lt2"/>
                </a:solidFill>
              </a:defRPr>
            </a:lvl3pPr>
            <a:lvl4pPr indent="-292100" lvl="3" marL="1828800">
              <a:spcBef>
                <a:spcPts val="0"/>
              </a:spcBef>
              <a:spcAft>
                <a:spcPts val="0"/>
              </a:spcAft>
              <a:buClr>
                <a:schemeClr val="lt2"/>
              </a:buClr>
              <a:buSzPts val="1000"/>
              <a:buChar char="●"/>
              <a:defRPr sz="1000">
                <a:solidFill>
                  <a:schemeClr val="lt2"/>
                </a:solidFill>
              </a:defRPr>
            </a:lvl4pPr>
            <a:lvl5pPr indent="-292100" lvl="4" marL="2286000">
              <a:spcBef>
                <a:spcPts val="0"/>
              </a:spcBef>
              <a:spcAft>
                <a:spcPts val="0"/>
              </a:spcAft>
              <a:buClr>
                <a:schemeClr val="lt2"/>
              </a:buClr>
              <a:buSzPts val="1000"/>
              <a:buChar char="○"/>
              <a:defRPr sz="1000">
                <a:solidFill>
                  <a:schemeClr val="lt2"/>
                </a:solidFill>
              </a:defRPr>
            </a:lvl5pPr>
            <a:lvl6pPr indent="-292100" lvl="5" marL="2743200">
              <a:spcBef>
                <a:spcPts val="0"/>
              </a:spcBef>
              <a:spcAft>
                <a:spcPts val="0"/>
              </a:spcAft>
              <a:buClr>
                <a:schemeClr val="lt2"/>
              </a:buClr>
              <a:buSzPts val="1000"/>
              <a:buChar char="■"/>
              <a:defRPr sz="1000">
                <a:solidFill>
                  <a:schemeClr val="lt2"/>
                </a:solidFill>
              </a:defRPr>
            </a:lvl6pPr>
            <a:lvl7pPr indent="-292100" lvl="6" marL="3200400">
              <a:spcBef>
                <a:spcPts val="0"/>
              </a:spcBef>
              <a:spcAft>
                <a:spcPts val="0"/>
              </a:spcAft>
              <a:buClr>
                <a:schemeClr val="lt2"/>
              </a:buClr>
              <a:buSzPts val="1000"/>
              <a:buChar char="●"/>
              <a:defRPr sz="1000">
                <a:solidFill>
                  <a:schemeClr val="lt2"/>
                </a:solidFill>
              </a:defRPr>
            </a:lvl7pPr>
            <a:lvl8pPr indent="-292100" lvl="7" marL="3657600">
              <a:spcBef>
                <a:spcPts val="0"/>
              </a:spcBef>
              <a:spcAft>
                <a:spcPts val="0"/>
              </a:spcAft>
              <a:buClr>
                <a:schemeClr val="lt2"/>
              </a:buClr>
              <a:buSzPts val="1000"/>
              <a:buChar char="○"/>
              <a:defRPr sz="1000">
                <a:solidFill>
                  <a:schemeClr val="lt2"/>
                </a:solidFill>
              </a:defRPr>
            </a:lvl8pPr>
            <a:lvl9pPr indent="-292100" lvl="8" marL="4114800">
              <a:spcBef>
                <a:spcPts val="0"/>
              </a:spcBef>
              <a:spcAft>
                <a:spcPts val="0"/>
              </a:spcAft>
              <a:buClr>
                <a:schemeClr val="lt2"/>
              </a:buClr>
              <a:buSzPts val="1000"/>
              <a:buChar char="■"/>
              <a:defRPr sz="1000">
                <a:solidFill>
                  <a:schemeClr val="lt2"/>
                </a:solidFill>
              </a:defRPr>
            </a:lvl9pPr>
          </a:lstStyle>
          <a:p/>
        </p:txBody>
      </p:sp>
      <p:sp>
        <p:nvSpPr>
          <p:cNvPr id="206" name="Google Shape;206;p20"/>
          <p:cNvSpPr txBox="1"/>
          <p:nvPr>
            <p:ph type="title"/>
          </p:nvPr>
        </p:nvSpPr>
        <p:spPr>
          <a:xfrm>
            <a:off x="6795150" y="2623350"/>
            <a:ext cx="2064000" cy="464700"/>
          </a:xfrm>
          <a:prstGeom prst="rect">
            <a:avLst/>
          </a:prstGeom>
        </p:spPr>
        <p:txBody>
          <a:bodyPr anchorCtr="0" anchor="t" bIns="0" lIns="164575" spcFirstLastPara="1" rIns="91425" wrap="square" tIns="164575">
            <a:spAutoFit/>
          </a:bodyPr>
          <a:lstStyle>
            <a:lvl1pPr lvl="0">
              <a:spcBef>
                <a:spcPts val="0"/>
              </a:spcBef>
              <a:spcAft>
                <a:spcPts val="0"/>
              </a:spcAft>
              <a:buNone/>
              <a:defRPr sz="1200">
                <a:solidFill>
                  <a:schemeClr val="lt2"/>
                </a:solidFill>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07" name="Google Shape;207;p20"/>
          <p:cNvSpPr txBox="1"/>
          <p:nvPr>
            <p:ph idx="2" type="body"/>
          </p:nvPr>
        </p:nvSpPr>
        <p:spPr>
          <a:xfrm>
            <a:off x="3901625" y="3532980"/>
            <a:ext cx="2064000" cy="1101900"/>
          </a:xfrm>
          <a:prstGeom prst="rect">
            <a:avLst/>
          </a:prstGeom>
        </p:spPr>
        <p:txBody>
          <a:bodyPr anchorCtr="0" anchor="b" bIns="182875" lIns="182875" spcFirstLastPara="1" rIns="182875" wrap="square" tIns="91425">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08" name="Google Shape;208;p20"/>
          <p:cNvSpPr txBox="1"/>
          <p:nvPr>
            <p:ph idx="3" type="body"/>
          </p:nvPr>
        </p:nvSpPr>
        <p:spPr>
          <a:xfrm>
            <a:off x="1731400" y="3532980"/>
            <a:ext cx="2064000" cy="1101900"/>
          </a:xfrm>
          <a:prstGeom prst="rect">
            <a:avLst/>
          </a:prstGeom>
        </p:spPr>
        <p:txBody>
          <a:bodyPr anchorCtr="0" anchor="b" bIns="182875" lIns="182875" spcFirstLastPara="1" rIns="182875" wrap="square" tIns="91425">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09" name="Google Shape;209;p20"/>
          <p:cNvSpPr txBox="1"/>
          <p:nvPr>
            <p:ph idx="4" type="title"/>
          </p:nvPr>
        </p:nvSpPr>
        <p:spPr>
          <a:xfrm>
            <a:off x="3901625" y="2623350"/>
            <a:ext cx="2064000" cy="4647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lvl2pPr>
            <a:lvl3pPr lvl="2">
              <a:lnSpc>
                <a:spcPct val="115000"/>
              </a:lnSpc>
              <a:spcBef>
                <a:spcPts val="0"/>
              </a:spcBef>
              <a:spcAft>
                <a:spcPts val="0"/>
              </a:spcAft>
              <a:buNone/>
              <a:defRPr b="1" sz="1200"/>
            </a:lvl3pPr>
            <a:lvl4pPr lvl="3">
              <a:lnSpc>
                <a:spcPct val="115000"/>
              </a:lnSpc>
              <a:spcBef>
                <a:spcPts val="0"/>
              </a:spcBef>
              <a:spcAft>
                <a:spcPts val="0"/>
              </a:spcAft>
              <a:buNone/>
              <a:defRPr b="1" sz="1200"/>
            </a:lvl4pPr>
            <a:lvl5pPr lvl="4">
              <a:lnSpc>
                <a:spcPct val="115000"/>
              </a:lnSpc>
              <a:spcBef>
                <a:spcPts val="0"/>
              </a:spcBef>
              <a:spcAft>
                <a:spcPts val="0"/>
              </a:spcAft>
              <a:buNone/>
              <a:defRPr b="1" sz="1200"/>
            </a:lvl5pPr>
            <a:lvl6pPr lvl="5">
              <a:lnSpc>
                <a:spcPct val="115000"/>
              </a:lnSpc>
              <a:spcBef>
                <a:spcPts val="0"/>
              </a:spcBef>
              <a:spcAft>
                <a:spcPts val="0"/>
              </a:spcAft>
              <a:buNone/>
              <a:defRPr b="1" sz="1200"/>
            </a:lvl6pPr>
            <a:lvl7pPr lvl="6">
              <a:lnSpc>
                <a:spcPct val="115000"/>
              </a:lnSpc>
              <a:spcBef>
                <a:spcPts val="0"/>
              </a:spcBef>
              <a:spcAft>
                <a:spcPts val="0"/>
              </a:spcAft>
              <a:buNone/>
              <a:defRPr b="1" sz="1200"/>
            </a:lvl7pPr>
            <a:lvl8pPr lvl="7">
              <a:lnSpc>
                <a:spcPct val="115000"/>
              </a:lnSpc>
              <a:spcBef>
                <a:spcPts val="0"/>
              </a:spcBef>
              <a:spcAft>
                <a:spcPts val="0"/>
              </a:spcAft>
              <a:buNone/>
              <a:defRPr b="1" sz="1200"/>
            </a:lvl8pPr>
            <a:lvl9pPr lvl="8">
              <a:lnSpc>
                <a:spcPct val="115000"/>
              </a:lnSpc>
              <a:spcBef>
                <a:spcPts val="0"/>
              </a:spcBef>
              <a:spcAft>
                <a:spcPts val="0"/>
              </a:spcAft>
              <a:buNone/>
              <a:defRPr b="1" sz="1200"/>
            </a:lvl9pPr>
          </a:lstStyle>
          <a:p/>
        </p:txBody>
      </p:sp>
      <p:sp>
        <p:nvSpPr>
          <p:cNvPr id="210" name="Google Shape;210;p20"/>
          <p:cNvSpPr txBox="1"/>
          <p:nvPr>
            <p:ph idx="5" type="title"/>
          </p:nvPr>
        </p:nvSpPr>
        <p:spPr>
          <a:xfrm>
            <a:off x="1731400" y="2623350"/>
            <a:ext cx="2064000" cy="4647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lvl2pPr>
            <a:lvl3pPr lvl="2">
              <a:lnSpc>
                <a:spcPct val="115000"/>
              </a:lnSpc>
              <a:spcBef>
                <a:spcPts val="0"/>
              </a:spcBef>
              <a:spcAft>
                <a:spcPts val="0"/>
              </a:spcAft>
              <a:buNone/>
              <a:defRPr b="1" sz="1200"/>
            </a:lvl3pPr>
            <a:lvl4pPr lvl="3">
              <a:lnSpc>
                <a:spcPct val="115000"/>
              </a:lnSpc>
              <a:spcBef>
                <a:spcPts val="0"/>
              </a:spcBef>
              <a:spcAft>
                <a:spcPts val="0"/>
              </a:spcAft>
              <a:buNone/>
              <a:defRPr b="1" sz="1200"/>
            </a:lvl4pPr>
            <a:lvl5pPr lvl="4">
              <a:lnSpc>
                <a:spcPct val="115000"/>
              </a:lnSpc>
              <a:spcBef>
                <a:spcPts val="0"/>
              </a:spcBef>
              <a:spcAft>
                <a:spcPts val="0"/>
              </a:spcAft>
              <a:buNone/>
              <a:defRPr b="1" sz="1200"/>
            </a:lvl5pPr>
            <a:lvl6pPr lvl="5">
              <a:lnSpc>
                <a:spcPct val="115000"/>
              </a:lnSpc>
              <a:spcBef>
                <a:spcPts val="0"/>
              </a:spcBef>
              <a:spcAft>
                <a:spcPts val="0"/>
              </a:spcAft>
              <a:buNone/>
              <a:defRPr b="1" sz="1200"/>
            </a:lvl6pPr>
            <a:lvl7pPr lvl="6">
              <a:lnSpc>
                <a:spcPct val="115000"/>
              </a:lnSpc>
              <a:spcBef>
                <a:spcPts val="0"/>
              </a:spcBef>
              <a:spcAft>
                <a:spcPts val="0"/>
              </a:spcAft>
              <a:buNone/>
              <a:defRPr b="1" sz="1200"/>
            </a:lvl7pPr>
            <a:lvl8pPr lvl="7">
              <a:lnSpc>
                <a:spcPct val="115000"/>
              </a:lnSpc>
              <a:spcBef>
                <a:spcPts val="0"/>
              </a:spcBef>
              <a:spcAft>
                <a:spcPts val="0"/>
              </a:spcAft>
              <a:buNone/>
              <a:defRPr b="1" sz="1200"/>
            </a:lvl8pPr>
            <a:lvl9pPr lvl="8">
              <a:lnSpc>
                <a:spcPct val="115000"/>
              </a:lnSpc>
              <a:spcBef>
                <a:spcPts val="0"/>
              </a:spcBef>
              <a:spcAft>
                <a:spcPts val="0"/>
              </a:spcAft>
              <a:buNone/>
              <a:defRPr b="1" sz="1200"/>
            </a:lvl9pPr>
          </a:lstStyle>
          <a:p/>
        </p:txBody>
      </p:sp>
      <p:sp>
        <p:nvSpPr>
          <p:cNvPr id="211" name="Google Shape;211;p20"/>
          <p:cNvSpPr/>
          <p:nvPr/>
        </p:nvSpPr>
        <p:spPr>
          <a:xfrm flipH="1">
            <a:off x="4625100" y="282925"/>
            <a:ext cx="3510900" cy="2234100"/>
          </a:xfrm>
          <a:prstGeom prst="round2DiagRect">
            <a:avLst>
              <a:gd fmla="val 13968"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Outfit"/>
              <a:ea typeface="Outfit"/>
              <a:cs typeface="Outfit"/>
              <a:sym typeface="Outfit"/>
            </a:endParaRPr>
          </a:p>
        </p:txBody>
      </p:sp>
      <p:sp>
        <p:nvSpPr>
          <p:cNvPr id="212" name="Google Shape;212;p20"/>
          <p:cNvSpPr txBox="1"/>
          <p:nvPr>
            <p:ph idx="6"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SzPts val="800"/>
              <a:buNone/>
              <a:defRPr sz="800"/>
            </a:lvl2pPr>
            <a:lvl3pPr lvl="2" algn="ctr">
              <a:spcBef>
                <a:spcPts val="0"/>
              </a:spcBef>
              <a:spcAft>
                <a:spcPts val="0"/>
              </a:spcAft>
              <a:buSzPts val="800"/>
              <a:buNone/>
              <a:defRPr sz="800"/>
            </a:lvl3pPr>
            <a:lvl4pPr lvl="3" algn="ctr">
              <a:spcBef>
                <a:spcPts val="0"/>
              </a:spcBef>
              <a:spcAft>
                <a:spcPts val="0"/>
              </a:spcAft>
              <a:buSzPts val="800"/>
              <a:buNone/>
              <a:defRPr sz="800"/>
            </a:lvl4pPr>
            <a:lvl5pPr lvl="4" algn="ctr">
              <a:spcBef>
                <a:spcPts val="0"/>
              </a:spcBef>
              <a:spcAft>
                <a:spcPts val="0"/>
              </a:spcAft>
              <a:buSzPts val="800"/>
              <a:buNone/>
              <a:defRPr sz="800"/>
            </a:lvl5pPr>
            <a:lvl6pPr lvl="5" algn="ctr">
              <a:spcBef>
                <a:spcPts val="0"/>
              </a:spcBef>
              <a:spcAft>
                <a:spcPts val="0"/>
              </a:spcAft>
              <a:buSzPts val="800"/>
              <a:buNone/>
              <a:defRPr sz="800"/>
            </a:lvl6pPr>
            <a:lvl7pPr lvl="6" algn="ctr">
              <a:spcBef>
                <a:spcPts val="0"/>
              </a:spcBef>
              <a:spcAft>
                <a:spcPts val="0"/>
              </a:spcAft>
              <a:buSzPts val="800"/>
              <a:buNone/>
              <a:defRPr sz="800"/>
            </a:lvl7pPr>
            <a:lvl8pPr lvl="7" algn="ctr">
              <a:spcBef>
                <a:spcPts val="0"/>
              </a:spcBef>
              <a:spcAft>
                <a:spcPts val="0"/>
              </a:spcAft>
              <a:buSzPts val="800"/>
              <a:buNone/>
              <a:defRPr sz="800"/>
            </a:lvl8pPr>
            <a:lvl9pPr lvl="8" algn="ctr">
              <a:spcBef>
                <a:spcPts val="0"/>
              </a:spcBef>
              <a:spcAft>
                <a:spcPts val="0"/>
              </a:spcAft>
              <a:buSzPts val="800"/>
              <a:buNone/>
              <a:defRPr sz="800"/>
            </a:lvl9pPr>
          </a:lstStyle>
          <a:p/>
        </p:txBody>
      </p:sp>
      <p:sp>
        <p:nvSpPr>
          <p:cNvPr id="213" name="Google Shape;213;p20"/>
          <p:cNvSpPr/>
          <p:nvPr>
            <p:ph idx="7" type="pic"/>
          </p:nvPr>
        </p:nvSpPr>
        <p:spPr>
          <a:xfrm>
            <a:off x="2561025" y="389125"/>
            <a:ext cx="1957500" cy="2025300"/>
          </a:xfrm>
          <a:prstGeom prst="roundRect">
            <a:avLst>
              <a:gd fmla="val 7835" name="adj"/>
            </a:avLst>
          </a:prstGeom>
          <a:noFill/>
          <a:ln>
            <a:noFill/>
          </a:ln>
        </p:spPr>
      </p:sp>
      <p:sp>
        <p:nvSpPr>
          <p:cNvPr id="214" name="Google Shape;214;p20"/>
          <p:cNvSpPr txBox="1"/>
          <p:nvPr>
            <p:ph idx="8"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215" name="Google Shape;215;p20"/>
          <p:cNvSpPr txBox="1"/>
          <p:nvPr>
            <p:ph idx="9"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x big ideas">
  <p:cSld name="CUSTOM_7">
    <p:spTree>
      <p:nvGrpSpPr>
        <p:cNvPr id="216" name="Shape 216"/>
        <p:cNvGrpSpPr/>
        <p:nvPr/>
      </p:nvGrpSpPr>
      <p:grpSpPr>
        <a:xfrm>
          <a:off x="0" y="0"/>
          <a:ext cx="0" cy="0"/>
          <a:chOff x="0" y="0"/>
          <a:chExt cx="0" cy="0"/>
        </a:xfrm>
      </p:grpSpPr>
      <p:sp>
        <p:nvSpPr>
          <p:cNvPr id="217" name="Google Shape;217;p21"/>
          <p:cNvSpPr txBox="1"/>
          <p:nvPr>
            <p:ph idx="1" type="body"/>
          </p:nvPr>
        </p:nvSpPr>
        <p:spPr>
          <a:xfrm>
            <a:off x="284775" y="1727100"/>
            <a:ext cx="2787300" cy="1677900"/>
          </a:xfrm>
          <a:prstGeom prst="rect">
            <a:avLst/>
          </a:prstGeom>
        </p:spPr>
        <p:txBody>
          <a:bodyPr anchorCtr="0" anchor="b" bIns="182875" lIns="164575" spcFirstLastPara="1" rIns="182875"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218" name="Google Shape;218;p21"/>
          <p:cNvSpPr txBox="1"/>
          <p:nvPr>
            <p:ph type="title"/>
          </p:nvPr>
        </p:nvSpPr>
        <p:spPr>
          <a:xfrm>
            <a:off x="284775" y="282900"/>
            <a:ext cx="3512100" cy="9963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19" name="Google Shape;219;p21"/>
          <p:cNvSpPr txBox="1"/>
          <p:nvPr>
            <p:ph idx="2" type="title"/>
          </p:nvPr>
        </p:nvSpPr>
        <p:spPr>
          <a:xfrm>
            <a:off x="3178325" y="1279200"/>
            <a:ext cx="27873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20" name="Google Shape;220;p21"/>
          <p:cNvSpPr txBox="1"/>
          <p:nvPr>
            <p:ph idx="3" type="title"/>
          </p:nvPr>
        </p:nvSpPr>
        <p:spPr>
          <a:xfrm>
            <a:off x="3178325" y="3007800"/>
            <a:ext cx="27873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lvl2pPr>
            <a:lvl3pPr lvl="2">
              <a:lnSpc>
                <a:spcPct val="115000"/>
              </a:lnSpc>
              <a:spcBef>
                <a:spcPts val="0"/>
              </a:spcBef>
              <a:spcAft>
                <a:spcPts val="0"/>
              </a:spcAft>
              <a:buNone/>
              <a:defRPr b="1" sz="1200"/>
            </a:lvl3pPr>
            <a:lvl4pPr lvl="3">
              <a:lnSpc>
                <a:spcPct val="115000"/>
              </a:lnSpc>
              <a:spcBef>
                <a:spcPts val="0"/>
              </a:spcBef>
              <a:spcAft>
                <a:spcPts val="0"/>
              </a:spcAft>
              <a:buNone/>
              <a:defRPr b="1" sz="1200"/>
            </a:lvl4pPr>
            <a:lvl5pPr lvl="4">
              <a:lnSpc>
                <a:spcPct val="115000"/>
              </a:lnSpc>
              <a:spcBef>
                <a:spcPts val="0"/>
              </a:spcBef>
              <a:spcAft>
                <a:spcPts val="0"/>
              </a:spcAft>
              <a:buNone/>
              <a:defRPr b="1" sz="1200"/>
            </a:lvl5pPr>
            <a:lvl6pPr lvl="5">
              <a:lnSpc>
                <a:spcPct val="115000"/>
              </a:lnSpc>
              <a:spcBef>
                <a:spcPts val="0"/>
              </a:spcBef>
              <a:spcAft>
                <a:spcPts val="0"/>
              </a:spcAft>
              <a:buNone/>
              <a:defRPr b="1" sz="1200"/>
            </a:lvl6pPr>
            <a:lvl7pPr lvl="6">
              <a:lnSpc>
                <a:spcPct val="115000"/>
              </a:lnSpc>
              <a:spcBef>
                <a:spcPts val="0"/>
              </a:spcBef>
              <a:spcAft>
                <a:spcPts val="0"/>
              </a:spcAft>
              <a:buNone/>
              <a:defRPr b="1" sz="1200"/>
            </a:lvl7pPr>
            <a:lvl8pPr lvl="7">
              <a:lnSpc>
                <a:spcPct val="115000"/>
              </a:lnSpc>
              <a:spcBef>
                <a:spcPts val="0"/>
              </a:spcBef>
              <a:spcAft>
                <a:spcPts val="0"/>
              </a:spcAft>
              <a:buNone/>
              <a:defRPr b="1" sz="1200"/>
            </a:lvl8pPr>
            <a:lvl9pPr lvl="8">
              <a:lnSpc>
                <a:spcPct val="115000"/>
              </a:lnSpc>
              <a:spcBef>
                <a:spcPts val="0"/>
              </a:spcBef>
              <a:spcAft>
                <a:spcPts val="0"/>
              </a:spcAft>
              <a:buNone/>
              <a:defRPr b="1" sz="1200"/>
            </a:lvl9pPr>
          </a:lstStyle>
          <a:p/>
        </p:txBody>
      </p:sp>
      <p:sp>
        <p:nvSpPr>
          <p:cNvPr id="221" name="Google Shape;221;p21"/>
          <p:cNvSpPr txBox="1"/>
          <p:nvPr>
            <p:ph idx="4" type="title"/>
          </p:nvPr>
        </p:nvSpPr>
        <p:spPr>
          <a:xfrm>
            <a:off x="6071875" y="1279200"/>
            <a:ext cx="27873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22" name="Google Shape;222;p21"/>
          <p:cNvSpPr txBox="1"/>
          <p:nvPr>
            <p:ph idx="5" type="title"/>
          </p:nvPr>
        </p:nvSpPr>
        <p:spPr>
          <a:xfrm>
            <a:off x="6071875" y="3007800"/>
            <a:ext cx="27873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23" name="Google Shape;223;p21"/>
          <p:cNvSpPr txBox="1"/>
          <p:nvPr>
            <p:ph idx="6" type="title"/>
          </p:nvPr>
        </p:nvSpPr>
        <p:spPr>
          <a:xfrm>
            <a:off x="284775" y="3511650"/>
            <a:ext cx="27873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lvl2pPr>
            <a:lvl3pPr lvl="2">
              <a:lnSpc>
                <a:spcPct val="115000"/>
              </a:lnSpc>
              <a:spcBef>
                <a:spcPts val="0"/>
              </a:spcBef>
              <a:spcAft>
                <a:spcPts val="0"/>
              </a:spcAft>
              <a:buNone/>
              <a:defRPr b="1" sz="1200"/>
            </a:lvl3pPr>
            <a:lvl4pPr lvl="3">
              <a:lnSpc>
                <a:spcPct val="115000"/>
              </a:lnSpc>
              <a:spcBef>
                <a:spcPts val="0"/>
              </a:spcBef>
              <a:spcAft>
                <a:spcPts val="0"/>
              </a:spcAft>
              <a:buNone/>
              <a:defRPr b="1" sz="1200"/>
            </a:lvl4pPr>
            <a:lvl5pPr lvl="4">
              <a:lnSpc>
                <a:spcPct val="115000"/>
              </a:lnSpc>
              <a:spcBef>
                <a:spcPts val="0"/>
              </a:spcBef>
              <a:spcAft>
                <a:spcPts val="0"/>
              </a:spcAft>
              <a:buNone/>
              <a:defRPr b="1" sz="1200"/>
            </a:lvl5pPr>
            <a:lvl6pPr lvl="5">
              <a:lnSpc>
                <a:spcPct val="115000"/>
              </a:lnSpc>
              <a:spcBef>
                <a:spcPts val="0"/>
              </a:spcBef>
              <a:spcAft>
                <a:spcPts val="0"/>
              </a:spcAft>
              <a:buNone/>
              <a:defRPr b="1" sz="1200"/>
            </a:lvl6pPr>
            <a:lvl7pPr lvl="6">
              <a:lnSpc>
                <a:spcPct val="115000"/>
              </a:lnSpc>
              <a:spcBef>
                <a:spcPts val="0"/>
              </a:spcBef>
              <a:spcAft>
                <a:spcPts val="0"/>
              </a:spcAft>
              <a:buNone/>
              <a:defRPr b="1" sz="1200"/>
            </a:lvl7pPr>
            <a:lvl8pPr lvl="7">
              <a:lnSpc>
                <a:spcPct val="115000"/>
              </a:lnSpc>
              <a:spcBef>
                <a:spcPts val="0"/>
              </a:spcBef>
              <a:spcAft>
                <a:spcPts val="0"/>
              </a:spcAft>
              <a:buNone/>
              <a:defRPr b="1" sz="1200"/>
            </a:lvl8pPr>
            <a:lvl9pPr lvl="8">
              <a:lnSpc>
                <a:spcPct val="115000"/>
              </a:lnSpc>
              <a:spcBef>
                <a:spcPts val="0"/>
              </a:spcBef>
              <a:spcAft>
                <a:spcPts val="0"/>
              </a:spcAft>
              <a:buNone/>
              <a:defRPr b="1" sz="1200"/>
            </a:lvl9pPr>
          </a:lstStyle>
          <a:p/>
        </p:txBody>
      </p:sp>
      <p:sp>
        <p:nvSpPr>
          <p:cNvPr id="224" name="Google Shape;224;p21"/>
          <p:cNvSpPr txBox="1"/>
          <p:nvPr>
            <p:ph idx="7"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225" name="Google Shape;225;p21"/>
          <p:cNvSpPr txBox="1"/>
          <p:nvPr>
            <p:ph idx="8"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x big ideas - Alt 1">
  <p:cSld name="CUSTOM_8">
    <p:spTree>
      <p:nvGrpSpPr>
        <p:cNvPr id="226" name="Shape 226"/>
        <p:cNvGrpSpPr/>
        <p:nvPr/>
      </p:nvGrpSpPr>
      <p:grpSpPr>
        <a:xfrm>
          <a:off x="0" y="0"/>
          <a:ext cx="0" cy="0"/>
          <a:chOff x="0" y="0"/>
          <a:chExt cx="0" cy="0"/>
        </a:xfrm>
      </p:grpSpPr>
      <p:sp>
        <p:nvSpPr>
          <p:cNvPr id="227" name="Google Shape;227;p22"/>
          <p:cNvSpPr txBox="1"/>
          <p:nvPr>
            <p:ph idx="1" type="body"/>
          </p:nvPr>
        </p:nvSpPr>
        <p:spPr>
          <a:xfrm>
            <a:off x="1731400" y="1357250"/>
            <a:ext cx="2064000" cy="1677900"/>
          </a:xfrm>
          <a:prstGeom prst="rect">
            <a:avLst/>
          </a:prstGeom>
        </p:spPr>
        <p:txBody>
          <a:bodyPr anchorCtr="0" anchor="b" bIns="182875" lIns="164575" spcFirstLastPara="1" rIns="182875"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228" name="Google Shape;228;p22"/>
          <p:cNvSpPr txBox="1"/>
          <p:nvPr>
            <p:ph idx="2" type="subTitle"/>
          </p:nvPr>
        </p:nvSpPr>
        <p:spPr>
          <a:xfrm>
            <a:off x="284798" y="282900"/>
            <a:ext cx="1207200" cy="368100"/>
          </a:xfrm>
          <a:prstGeom prst="rect">
            <a:avLst/>
          </a:prstGeom>
        </p:spPr>
        <p:txBody>
          <a:bodyPr anchorCtr="0" anchor="ctr" bIns="0" lIns="0" spcFirstLastPara="1" rIns="0" wrap="square" tIns="0">
            <a:noAutofit/>
          </a:bodyPr>
          <a:lstStyle>
            <a:lvl1pPr lvl="0" algn="ctr">
              <a:lnSpc>
                <a:spcPct val="115000"/>
              </a:lnSpc>
              <a:spcBef>
                <a:spcPts val="0"/>
              </a:spcBef>
              <a:spcAft>
                <a:spcPts val="0"/>
              </a:spcAft>
              <a:buNone/>
              <a:defRPr sz="800"/>
            </a:lvl1pPr>
            <a:lvl2pPr lvl="1" algn="ctr">
              <a:spcBef>
                <a:spcPts val="0"/>
              </a:spcBef>
              <a:spcAft>
                <a:spcPts val="0"/>
              </a:spcAft>
              <a:buClr>
                <a:schemeClr val="lt1"/>
              </a:buClr>
              <a:buSzPts val="800"/>
              <a:buNone/>
              <a:defRPr sz="800"/>
            </a:lvl2pPr>
            <a:lvl3pPr lvl="2" algn="ctr">
              <a:spcBef>
                <a:spcPts val="0"/>
              </a:spcBef>
              <a:spcAft>
                <a:spcPts val="0"/>
              </a:spcAft>
              <a:buClr>
                <a:schemeClr val="lt1"/>
              </a:buClr>
              <a:buSzPts val="800"/>
              <a:buNone/>
              <a:defRPr sz="800"/>
            </a:lvl3pPr>
            <a:lvl4pPr lvl="3" algn="ctr">
              <a:spcBef>
                <a:spcPts val="0"/>
              </a:spcBef>
              <a:spcAft>
                <a:spcPts val="0"/>
              </a:spcAft>
              <a:buClr>
                <a:schemeClr val="lt1"/>
              </a:buClr>
              <a:buSzPts val="800"/>
              <a:buNone/>
              <a:defRPr sz="800"/>
            </a:lvl4pPr>
            <a:lvl5pPr lvl="4" algn="ctr">
              <a:spcBef>
                <a:spcPts val="0"/>
              </a:spcBef>
              <a:spcAft>
                <a:spcPts val="0"/>
              </a:spcAft>
              <a:buClr>
                <a:schemeClr val="lt1"/>
              </a:buClr>
              <a:buSzPts val="800"/>
              <a:buNone/>
              <a:defRPr sz="800"/>
            </a:lvl5pPr>
            <a:lvl6pPr lvl="5" algn="ctr">
              <a:spcBef>
                <a:spcPts val="0"/>
              </a:spcBef>
              <a:spcAft>
                <a:spcPts val="0"/>
              </a:spcAft>
              <a:buClr>
                <a:schemeClr val="lt1"/>
              </a:buClr>
              <a:buSzPts val="800"/>
              <a:buNone/>
              <a:defRPr sz="800"/>
            </a:lvl6pPr>
            <a:lvl7pPr lvl="6" algn="ctr">
              <a:spcBef>
                <a:spcPts val="0"/>
              </a:spcBef>
              <a:spcAft>
                <a:spcPts val="0"/>
              </a:spcAft>
              <a:buClr>
                <a:schemeClr val="lt1"/>
              </a:buClr>
              <a:buSzPts val="800"/>
              <a:buNone/>
              <a:defRPr sz="800"/>
            </a:lvl7pPr>
            <a:lvl8pPr lvl="7" algn="ctr">
              <a:spcBef>
                <a:spcPts val="0"/>
              </a:spcBef>
              <a:spcAft>
                <a:spcPts val="0"/>
              </a:spcAft>
              <a:buClr>
                <a:schemeClr val="lt1"/>
              </a:buClr>
              <a:buSzPts val="800"/>
              <a:buNone/>
              <a:defRPr sz="800"/>
            </a:lvl8pPr>
            <a:lvl9pPr lvl="8" algn="ctr">
              <a:spcBef>
                <a:spcPts val="0"/>
              </a:spcBef>
              <a:spcAft>
                <a:spcPts val="0"/>
              </a:spcAft>
              <a:buClr>
                <a:schemeClr val="lt1"/>
              </a:buClr>
              <a:buSzPts val="800"/>
              <a:buNone/>
              <a:defRPr sz="800"/>
            </a:lvl9pPr>
          </a:lstStyle>
          <a:p/>
        </p:txBody>
      </p:sp>
      <p:sp>
        <p:nvSpPr>
          <p:cNvPr id="229" name="Google Shape;229;p22"/>
          <p:cNvSpPr txBox="1"/>
          <p:nvPr>
            <p:ph type="title"/>
          </p:nvPr>
        </p:nvSpPr>
        <p:spPr>
          <a:xfrm>
            <a:off x="3901625" y="389475"/>
            <a:ext cx="27873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30" name="Google Shape;230;p22"/>
          <p:cNvSpPr txBox="1"/>
          <p:nvPr>
            <p:ph idx="3" type="title"/>
          </p:nvPr>
        </p:nvSpPr>
        <p:spPr>
          <a:xfrm>
            <a:off x="3901625" y="2625650"/>
            <a:ext cx="35106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31" name="Google Shape;231;p22"/>
          <p:cNvSpPr txBox="1"/>
          <p:nvPr>
            <p:ph idx="4" type="title"/>
          </p:nvPr>
        </p:nvSpPr>
        <p:spPr>
          <a:xfrm>
            <a:off x="1731400" y="3144025"/>
            <a:ext cx="20640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32" name="Google Shape;232;p22"/>
          <p:cNvSpPr txBox="1"/>
          <p:nvPr>
            <p:ph idx="5" type="title"/>
          </p:nvPr>
        </p:nvSpPr>
        <p:spPr>
          <a:xfrm>
            <a:off x="6795150" y="389475"/>
            <a:ext cx="20640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33" name="Google Shape;233;p22"/>
          <p:cNvSpPr txBox="1"/>
          <p:nvPr>
            <p:ph idx="6" type="title"/>
          </p:nvPr>
        </p:nvSpPr>
        <p:spPr>
          <a:xfrm>
            <a:off x="7518450" y="2625650"/>
            <a:ext cx="13407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200">
                <a:solidFill>
                  <a:schemeClr val="lt2"/>
                </a:solidFill>
                <a:latin typeface="Outfit SemiBold"/>
                <a:ea typeface="Outfit SemiBold"/>
                <a:cs typeface="Outfit SemiBold"/>
                <a:sym typeface="Outfit SemiBold"/>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34" name="Google Shape;234;p22"/>
          <p:cNvSpPr txBox="1"/>
          <p:nvPr>
            <p:ph idx="7"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235" name="Google Shape;235;p22"/>
          <p:cNvSpPr txBox="1"/>
          <p:nvPr>
            <p:ph idx="8"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 Alt 2">
  <p:cSld name="BLANK_1_1_1_1_1_1_1_1_1_1_1_1_1_1_1_1_1_3">
    <p:spTree>
      <p:nvGrpSpPr>
        <p:cNvPr id="236" name="Shape 236"/>
        <p:cNvGrpSpPr/>
        <p:nvPr/>
      </p:nvGrpSpPr>
      <p:grpSpPr>
        <a:xfrm>
          <a:off x="0" y="0"/>
          <a:ext cx="0" cy="0"/>
          <a:chOff x="0" y="0"/>
          <a:chExt cx="0" cy="0"/>
        </a:xfrm>
      </p:grpSpPr>
      <p:sp>
        <p:nvSpPr>
          <p:cNvPr id="237" name="Google Shape;237;p23"/>
          <p:cNvSpPr txBox="1"/>
          <p:nvPr>
            <p:ph idx="1" type="body"/>
          </p:nvPr>
        </p:nvSpPr>
        <p:spPr>
          <a:xfrm>
            <a:off x="1883800" y="2695375"/>
            <a:ext cx="1564500" cy="1273500"/>
          </a:xfrm>
          <a:prstGeom prst="rect">
            <a:avLst/>
          </a:prstGeom>
        </p:spPr>
        <p:txBody>
          <a:bodyPr anchorCtr="0" anchor="t" bIns="0" lIns="0" spcFirstLastPara="1" rIns="0" wrap="square" tIns="0">
            <a:noAutofit/>
          </a:bodyPr>
          <a:lstStyle>
            <a:lvl1pPr indent="-285750" lvl="0" marL="457200">
              <a:spcBef>
                <a:spcPts val="0"/>
              </a:spcBef>
              <a:spcAft>
                <a:spcPts val="0"/>
              </a:spcAft>
              <a:buSzPts val="900"/>
              <a:buChar char="●"/>
              <a:defRPr sz="900"/>
            </a:lvl1pPr>
            <a:lvl2pPr indent="-285750" lvl="1" marL="914400">
              <a:spcBef>
                <a:spcPts val="0"/>
              </a:spcBef>
              <a:spcAft>
                <a:spcPts val="0"/>
              </a:spcAft>
              <a:buSzPts val="900"/>
              <a:buChar char="○"/>
              <a:defRPr sz="900"/>
            </a:lvl2pPr>
            <a:lvl3pPr indent="-285750" lvl="2" marL="1371600">
              <a:spcBef>
                <a:spcPts val="0"/>
              </a:spcBef>
              <a:spcAft>
                <a:spcPts val="0"/>
              </a:spcAft>
              <a:buSzPts val="900"/>
              <a:buChar char="■"/>
              <a:defRPr sz="900"/>
            </a:lvl3pPr>
            <a:lvl4pPr indent="-285750" lvl="3" marL="1828800">
              <a:spcBef>
                <a:spcPts val="0"/>
              </a:spcBef>
              <a:spcAft>
                <a:spcPts val="0"/>
              </a:spcAft>
              <a:buSzPts val="900"/>
              <a:buChar char="●"/>
              <a:defRPr sz="900"/>
            </a:lvl4pPr>
            <a:lvl5pPr indent="-285750" lvl="4" marL="2286000">
              <a:spcBef>
                <a:spcPts val="0"/>
              </a:spcBef>
              <a:spcAft>
                <a:spcPts val="0"/>
              </a:spcAft>
              <a:buSzPts val="900"/>
              <a:buChar char="○"/>
              <a:defRPr sz="900"/>
            </a:lvl5pPr>
            <a:lvl6pPr indent="-285750" lvl="5" marL="2743200">
              <a:spcBef>
                <a:spcPts val="0"/>
              </a:spcBef>
              <a:spcAft>
                <a:spcPts val="0"/>
              </a:spcAft>
              <a:buSzPts val="900"/>
              <a:buChar char="■"/>
              <a:defRPr sz="900"/>
            </a:lvl6pPr>
            <a:lvl7pPr indent="-285750" lvl="6" marL="3200400">
              <a:spcBef>
                <a:spcPts val="0"/>
              </a:spcBef>
              <a:spcAft>
                <a:spcPts val="0"/>
              </a:spcAft>
              <a:buSzPts val="900"/>
              <a:buChar char="●"/>
              <a:defRPr sz="900"/>
            </a:lvl7pPr>
            <a:lvl8pPr indent="-285750" lvl="7" marL="3657600">
              <a:spcBef>
                <a:spcPts val="0"/>
              </a:spcBef>
              <a:spcAft>
                <a:spcPts val="0"/>
              </a:spcAft>
              <a:buSzPts val="900"/>
              <a:buChar char="○"/>
              <a:defRPr sz="900"/>
            </a:lvl8pPr>
            <a:lvl9pPr indent="-285750" lvl="8" marL="4114800">
              <a:spcBef>
                <a:spcPts val="0"/>
              </a:spcBef>
              <a:spcAft>
                <a:spcPts val="0"/>
              </a:spcAft>
              <a:buSzPts val="900"/>
              <a:buChar char="■"/>
              <a:defRPr sz="900"/>
            </a:lvl9pPr>
          </a:lstStyle>
          <a:p/>
        </p:txBody>
      </p:sp>
      <p:sp>
        <p:nvSpPr>
          <p:cNvPr id="238" name="Google Shape;238;p23"/>
          <p:cNvSpPr txBox="1"/>
          <p:nvPr>
            <p:ph idx="2" type="body"/>
          </p:nvPr>
        </p:nvSpPr>
        <p:spPr>
          <a:xfrm>
            <a:off x="3571625" y="2695375"/>
            <a:ext cx="1564500" cy="1273500"/>
          </a:xfrm>
          <a:prstGeom prst="rect">
            <a:avLst/>
          </a:prstGeom>
        </p:spPr>
        <p:txBody>
          <a:bodyPr anchorCtr="0" anchor="t" bIns="0" lIns="0" spcFirstLastPara="1" rIns="91425" wrap="square" tIns="0">
            <a:noAutofit/>
          </a:bodyPr>
          <a:lstStyle>
            <a:lvl1pPr indent="-285750" lvl="0" marL="457200">
              <a:spcBef>
                <a:spcPts val="0"/>
              </a:spcBef>
              <a:spcAft>
                <a:spcPts val="0"/>
              </a:spcAft>
              <a:buSzPts val="900"/>
              <a:buChar char="●"/>
              <a:defRPr sz="900"/>
            </a:lvl1pPr>
            <a:lvl2pPr indent="-285750" lvl="1" marL="914400">
              <a:spcBef>
                <a:spcPts val="0"/>
              </a:spcBef>
              <a:spcAft>
                <a:spcPts val="0"/>
              </a:spcAft>
              <a:buSzPts val="900"/>
              <a:buChar char="○"/>
              <a:defRPr sz="900"/>
            </a:lvl2pPr>
            <a:lvl3pPr indent="-285750" lvl="2" marL="1371600">
              <a:spcBef>
                <a:spcPts val="0"/>
              </a:spcBef>
              <a:spcAft>
                <a:spcPts val="0"/>
              </a:spcAft>
              <a:buSzPts val="900"/>
              <a:buChar char="■"/>
              <a:defRPr sz="900"/>
            </a:lvl3pPr>
            <a:lvl4pPr indent="-285750" lvl="3" marL="1828800">
              <a:spcBef>
                <a:spcPts val="0"/>
              </a:spcBef>
              <a:spcAft>
                <a:spcPts val="0"/>
              </a:spcAft>
              <a:buSzPts val="900"/>
              <a:buChar char="●"/>
              <a:defRPr sz="900"/>
            </a:lvl4pPr>
            <a:lvl5pPr indent="-285750" lvl="4" marL="2286000">
              <a:spcBef>
                <a:spcPts val="0"/>
              </a:spcBef>
              <a:spcAft>
                <a:spcPts val="0"/>
              </a:spcAft>
              <a:buSzPts val="900"/>
              <a:buChar char="○"/>
              <a:defRPr sz="900"/>
            </a:lvl5pPr>
            <a:lvl6pPr indent="-285750" lvl="5" marL="2743200">
              <a:spcBef>
                <a:spcPts val="0"/>
              </a:spcBef>
              <a:spcAft>
                <a:spcPts val="0"/>
              </a:spcAft>
              <a:buSzPts val="900"/>
              <a:buChar char="■"/>
              <a:defRPr sz="900"/>
            </a:lvl6pPr>
            <a:lvl7pPr indent="-285750" lvl="6" marL="3200400">
              <a:spcBef>
                <a:spcPts val="0"/>
              </a:spcBef>
              <a:spcAft>
                <a:spcPts val="0"/>
              </a:spcAft>
              <a:buSzPts val="900"/>
              <a:buChar char="●"/>
              <a:defRPr sz="900"/>
            </a:lvl7pPr>
            <a:lvl8pPr indent="-285750" lvl="7" marL="3657600">
              <a:spcBef>
                <a:spcPts val="0"/>
              </a:spcBef>
              <a:spcAft>
                <a:spcPts val="0"/>
              </a:spcAft>
              <a:buSzPts val="900"/>
              <a:buChar char="○"/>
              <a:defRPr sz="900"/>
            </a:lvl8pPr>
            <a:lvl9pPr indent="-285750" lvl="8" marL="4114800">
              <a:spcBef>
                <a:spcPts val="0"/>
              </a:spcBef>
              <a:spcAft>
                <a:spcPts val="0"/>
              </a:spcAft>
              <a:buSzPts val="900"/>
              <a:buChar char="■"/>
              <a:defRPr sz="900"/>
            </a:lvl9pPr>
          </a:lstStyle>
          <a:p/>
        </p:txBody>
      </p:sp>
      <p:sp>
        <p:nvSpPr>
          <p:cNvPr id="239" name="Google Shape;239;p23"/>
          <p:cNvSpPr txBox="1"/>
          <p:nvPr>
            <p:ph idx="3" type="body"/>
          </p:nvPr>
        </p:nvSpPr>
        <p:spPr>
          <a:xfrm>
            <a:off x="5500650" y="2695375"/>
            <a:ext cx="1564500" cy="1273500"/>
          </a:xfrm>
          <a:prstGeom prst="rect">
            <a:avLst/>
          </a:prstGeom>
        </p:spPr>
        <p:txBody>
          <a:bodyPr anchorCtr="0" anchor="t" bIns="0" lIns="0" spcFirstLastPara="1" rIns="0" wrap="square" tIns="0">
            <a:noAutofit/>
          </a:bodyPr>
          <a:lstStyle>
            <a:lvl1pPr indent="-285750" lvl="0" marL="457200">
              <a:spcBef>
                <a:spcPts val="0"/>
              </a:spcBef>
              <a:spcAft>
                <a:spcPts val="0"/>
              </a:spcAft>
              <a:buSzPts val="900"/>
              <a:buChar char="●"/>
              <a:defRPr sz="900"/>
            </a:lvl1pPr>
            <a:lvl2pPr indent="-285750" lvl="1" marL="914400">
              <a:spcBef>
                <a:spcPts val="0"/>
              </a:spcBef>
              <a:spcAft>
                <a:spcPts val="0"/>
              </a:spcAft>
              <a:buSzPts val="900"/>
              <a:buChar char="○"/>
              <a:defRPr sz="900"/>
            </a:lvl2pPr>
            <a:lvl3pPr indent="-285750" lvl="2" marL="1371600">
              <a:spcBef>
                <a:spcPts val="0"/>
              </a:spcBef>
              <a:spcAft>
                <a:spcPts val="0"/>
              </a:spcAft>
              <a:buSzPts val="900"/>
              <a:buChar char="■"/>
              <a:defRPr sz="900"/>
            </a:lvl3pPr>
            <a:lvl4pPr indent="-285750" lvl="3" marL="1828800">
              <a:spcBef>
                <a:spcPts val="0"/>
              </a:spcBef>
              <a:spcAft>
                <a:spcPts val="0"/>
              </a:spcAft>
              <a:buSzPts val="900"/>
              <a:buChar char="●"/>
              <a:defRPr sz="900"/>
            </a:lvl4pPr>
            <a:lvl5pPr indent="-285750" lvl="4" marL="2286000">
              <a:spcBef>
                <a:spcPts val="0"/>
              </a:spcBef>
              <a:spcAft>
                <a:spcPts val="0"/>
              </a:spcAft>
              <a:buSzPts val="900"/>
              <a:buChar char="○"/>
              <a:defRPr sz="900"/>
            </a:lvl5pPr>
            <a:lvl6pPr indent="-285750" lvl="5" marL="2743200">
              <a:spcBef>
                <a:spcPts val="0"/>
              </a:spcBef>
              <a:spcAft>
                <a:spcPts val="0"/>
              </a:spcAft>
              <a:buSzPts val="900"/>
              <a:buChar char="■"/>
              <a:defRPr sz="900"/>
            </a:lvl6pPr>
            <a:lvl7pPr indent="-285750" lvl="6" marL="3200400">
              <a:spcBef>
                <a:spcPts val="0"/>
              </a:spcBef>
              <a:spcAft>
                <a:spcPts val="0"/>
              </a:spcAft>
              <a:buSzPts val="900"/>
              <a:buChar char="●"/>
              <a:defRPr sz="900"/>
            </a:lvl7pPr>
            <a:lvl8pPr indent="-285750" lvl="7" marL="3657600">
              <a:spcBef>
                <a:spcPts val="0"/>
              </a:spcBef>
              <a:spcAft>
                <a:spcPts val="0"/>
              </a:spcAft>
              <a:buSzPts val="900"/>
              <a:buChar char="○"/>
              <a:defRPr sz="900"/>
            </a:lvl8pPr>
            <a:lvl9pPr indent="-285750" lvl="8" marL="4114800">
              <a:spcBef>
                <a:spcPts val="0"/>
              </a:spcBef>
              <a:spcAft>
                <a:spcPts val="0"/>
              </a:spcAft>
              <a:buSzPts val="900"/>
              <a:buChar char="■"/>
              <a:defRPr sz="900"/>
            </a:lvl9pPr>
          </a:lstStyle>
          <a:p/>
        </p:txBody>
      </p:sp>
      <p:sp>
        <p:nvSpPr>
          <p:cNvPr id="240" name="Google Shape;240;p23"/>
          <p:cNvSpPr txBox="1"/>
          <p:nvPr>
            <p:ph idx="4" type="body"/>
          </p:nvPr>
        </p:nvSpPr>
        <p:spPr>
          <a:xfrm>
            <a:off x="7188475" y="2695375"/>
            <a:ext cx="1564500" cy="1273500"/>
          </a:xfrm>
          <a:prstGeom prst="rect">
            <a:avLst/>
          </a:prstGeom>
        </p:spPr>
        <p:txBody>
          <a:bodyPr anchorCtr="0" anchor="t" bIns="0" lIns="0" spcFirstLastPara="1" rIns="91425" wrap="square" tIns="0">
            <a:noAutofit/>
          </a:bodyPr>
          <a:lstStyle>
            <a:lvl1pPr indent="-285750" lvl="0" marL="457200">
              <a:spcBef>
                <a:spcPts val="0"/>
              </a:spcBef>
              <a:spcAft>
                <a:spcPts val="0"/>
              </a:spcAft>
              <a:buSzPts val="900"/>
              <a:buChar char="●"/>
              <a:defRPr sz="900"/>
            </a:lvl1pPr>
            <a:lvl2pPr indent="-285750" lvl="1" marL="914400">
              <a:spcBef>
                <a:spcPts val="0"/>
              </a:spcBef>
              <a:spcAft>
                <a:spcPts val="0"/>
              </a:spcAft>
              <a:buSzPts val="900"/>
              <a:buChar char="○"/>
              <a:defRPr sz="900"/>
            </a:lvl2pPr>
            <a:lvl3pPr indent="-285750" lvl="2" marL="1371600">
              <a:spcBef>
                <a:spcPts val="0"/>
              </a:spcBef>
              <a:spcAft>
                <a:spcPts val="0"/>
              </a:spcAft>
              <a:buSzPts val="900"/>
              <a:buChar char="■"/>
              <a:defRPr sz="900"/>
            </a:lvl3pPr>
            <a:lvl4pPr indent="-285750" lvl="3" marL="1828800">
              <a:spcBef>
                <a:spcPts val="0"/>
              </a:spcBef>
              <a:spcAft>
                <a:spcPts val="0"/>
              </a:spcAft>
              <a:buSzPts val="900"/>
              <a:buChar char="●"/>
              <a:defRPr sz="900"/>
            </a:lvl4pPr>
            <a:lvl5pPr indent="-285750" lvl="4" marL="2286000">
              <a:spcBef>
                <a:spcPts val="0"/>
              </a:spcBef>
              <a:spcAft>
                <a:spcPts val="0"/>
              </a:spcAft>
              <a:buSzPts val="900"/>
              <a:buChar char="○"/>
              <a:defRPr sz="900"/>
            </a:lvl5pPr>
            <a:lvl6pPr indent="-285750" lvl="5" marL="2743200">
              <a:spcBef>
                <a:spcPts val="0"/>
              </a:spcBef>
              <a:spcAft>
                <a:spcPts val="0"/>
              </a:spcAft>
              <a:buSzPts val="900"/>
              <a:buChar char="■"/>
              <a:defRPr sz="900"/>
            </a:lvl6pPr>
            <a:lvl7pPr indent="-285750" lvl="6" marL="3200400">
              <a:spcBef>
                <a:spcPts val="0"/>
              </a:spcBef>
              <a:spcAft>
                <a:spcPts val="0"/>
              </a:spcAft>
              <a:buSzPts val="900"/>
              <a:buChar char="●"/>
              <a:defRPr sz="900"/>
            </a:lvl7pPr>
            <a:lvl8pPr indent="-285750" lvl="7" marL="3657600">
              <a:spcBef>
                <a:spcPts val="0"/>
              </a:spcBef>
              <a:spcAft>
                <a:spcPts val="0"/>
              </a:spcAft>
              <a:buSzPts val="900"/>
              <a:buChar char="○"/>
              <a:defRPr sz="900"/>
            </a:lvl8pPr>
            <a:lvl9pPr indent="-285750" lvl="8" marL="4114800">
              <a:spcBef>
                <a:spcPts val="0"/>
              </a:spcBef>
              <a:spcAft>
                <a:spcPts val="0"/>
              </a:spcAft>
              <a:buSzPts val="900"/>
              <a:buChar char="■"/>
              <a:defRPr sz="900"/>
            </a:lvl9pPr>
          </a:lstStyle>
          <a:p/>
        </p:txBody>
      </p:sp>
      <p:sp>
        <p:nvSpPr>
          <p:cNvPr id="241" name="Google Shape;241;p23"/>
          <p:cNvSpPr txBox="1"/>
          <p:nvPr>
            <p:ph idx="5" type="subTitle"/>
          </p:nvPr>
        </p:nvSpPr>
        <p:spPr>
          <a:xfrm>
            <a:off x="1883800" y="2406325"/>
            <a:ext cx="3207300" cy="1692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1200"/>
              <a:buFont typeface="Outfit"/>
              <a:buNone/>
              <a:defRPr>
                <a:latin typeface="Outfit"/>
                <a:ea typeface="Outfit"/>
                <a:cs typeface="Outfit"/>
                <a:sym typeface="Outfit"/>
              </a:defRPr>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242" name="Google Shape;242;p23"/>
          <p:cNvSpPr/>
          <p:nvPr>
            <p:ph idx="6" type="pic"/>
          </p:nvPr>
        </p:nvSpPr>
        <p:spPr>
          <a:xfrm>
            <a:off x="1731400" y="967275"/>
            <a:ext cx="2064000" cy="1273500"/>
          </a:xfrm>
          <a:prstGeom prst="round2DiagRect">
            <a:avLst>
              <a:gd fmla="val 0" name="adj1"/>
              <a:gd fmla="val 16572" name="adj2"/>
            </a:avLst>
          </a:prstGeom>
          <a:noFill/>
          <a:ln>
            <a:noFill/>
          </a:ln>
        </p:spPr>
      </p:sp>
      <p:sp>
        <p:nvSpPr>
          <p:cNvPr id="243" name="Google Shape;243;p23"/>
          <p:cNvSpPr/>
          <p:nvPr>
            <p:ph idx="7" type="pic"/>
          </p:nvPr>
        </p:nvSpPr>
        <p:spPr>
          <a:xfrm>
            <a:off x="5348325" y="967275"/>
            <a:ext cx="2064000" cy="1273500"/>
          </a:xfrm>
          <a:prstGeom prst="round2DiagRect">
            <a:avLst>
              <a:gd fmla="val 0" name="adj1"/>
              <a:gd fmla="val 16572" name="adj2"/>
            </a:avLst>
          </a:prstGeom>
          <a:noFill/>
          <a:ln>
            <a:noFill/>
          </a:ln>
        </p:spPr>
      </p:sp>
      <p:sp>
        <p:nvSpPr>
          <p:cNvPr id="244" name="Google Shape;244;p23"/>
          <p:cNvSpPr txBox="1"/>
          <p:nvPr>
            <p:ph idx="8" type="subTitle"/>
          </p:nvPr>
        </p:nvSpPr>
        <p:spPr>
          <a:xfrm>
            <a:off x="5500650" y="2406325"/>
            <a:ext cx="3207300" cy="1692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1200"/>
              <a:buFont typeface="Outfit"/>
              <a:buNone/>
              <a:defRPr>
                <a:latin typeface="Outfit"/>
                <a:ea typeface="Outfit"/>
                <a:cs typeface="Outfit"/>
                <a:sym typeface="Outfit"/>
              </a:defRPr>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245" name="Google Shape;245;p23"/>
          <p:cNvSpPr txBox="1"/>
          <p:nvPr>
            <p:ph type="title"/>
          </p:nvPr>
        </p:nvSpPr>
        <p:spPr>
          <a:xfrm>
            <a:off x="284775" y="282900"/>
            <a:ext cx="7851300" cy="4764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46" name="Google Shape;246;p23"/>
          <p:cNvSpPr txBox="1"/>
          <p:nvPr>
            <p:ph idx="9"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247" name="Google Shape;247;p23"/>
          <p:cNvSpPr txBox="1"/>
          <p:nvPr>
            <p:ph idx="13"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storyboards">
  <p:cSld name="CUSTOM">
    <p:bg>
      <p:bgPr>
        <a:solidFill>
          <a:schemeClr val="lt2"/>
        </a:solidFill>
      </p:bgPr>
    </p:bg>
    <p:spTree>
      <p:nvGrpSpPr>
        <p:cNvPr id="248" name="Shape 248"/>
        <p:cNvGrpSpPr/>
        <p:nvPr/>
      </p:nvGrpSpPr>
      <p:grpSpPr>
        <a:xfrm>
          <a:off x="0" y="0"/>
          <a:ext cx="0" cy="0"/>
          <a:chOff x="0" y="0"/>
          <a:chExt cx="0" cy="0"/>
        </a:xfrm>
      </p:grpSpPr>
      <p:sp>
        <p:nvSpPr>
          <p:cNvPr id="249" name="Google Shape;249;p24"/>
          <p:cNvSpPr txBox="1"/>
          <p:nvPr>
            <p:ph idx="1" type="subTitle"/>
          </p:nvPr>
        </p:nvSpPr>
        <p:spPr>
          <a:xfrm>
            <a:off x="6794975" y="3103750"/>
            <a:ext cx="2064000" cy="530100"/>
          </a:xfrm>
          <a:prstGeom prst="rect">
            <a:avLst/>
          </a:prstGeom>
        </p:spPr>
        <p:txBody>
          <a:bodyPr anchorCtr="0" anchor="t" bIns="182875" lIns="182875" spcFirstLastPara="1" rIns="182875" wrap="square" tIns="182875">
            <a:noAutofit/>
          </a:bodyPr>
          <a:lstStyle>
            <a:lvl1pPr lvl="0">
              <a:lnSpc>
                <a:spcPct val="90000"/>
              </a:lnSpc>
              <a:spcBef>
                <a:spcPts val="0"/>
              </a:spcBef>
              <a:spcAft>
                <a:spcPts val="0"/>
              </a:spcAft>
              <a:buNone/>
              <a:defRPr/>
            </a:lvl1pPr>
            <a:lvl2pPr lvl="1">
              <a:spcBef>
                <a:spcPts val="0"/>
              </a:spcBef>
              <a:spcAft>
                <a:spcPts val="0"/>
              </a:spcAft>
              <a:buClr>
                <a:schemeClr val="lt1"/>
              </a:buClr>
              <a:buSzPts val="1200"/>
              <a:buNone/>
              <a:defRPr/>
            </a:lvl2pPr>
            <a:lvl3pPr lvl="2">
              <a:spcBef>
                <a:spcPts val="0"/>
              </a:spcBef>
              <a:spcAft>
                <a:spcPts val="0"/>
              </a:spcAft>
              <a:buClr>
                <a:schemeClr val="lt1"/>
              </a:buClr>
              <a:buSzPts val="1200"/>
              <a:buNone/>
              <a:defRPr/>
            </a:lvl3pPr>
            <a:lvl4pPr lvl="3">
              <a:spcBef>
                <a:spcPts val="0"/>
              </a:spcBef>
              <a:spcAft>
                <a:spcPts val="0"/>
              </a:spcAft>
              <a:buClr>
                <a:schemeClr val="lt1"/>
              </a:buClr>
              <a:buSzPts val="1200"/>
              <a:buNone/>
              <a:defRPr/>
            </a:lvl4pPr>
            <a:lvl5pPr lvl="4">
              <a:spcBef>
                <a:spcPts val="0"/>
              </a:spcBef>
              <a:spcAft>
                <a:spcPts val="0"/>
              </a:spcAft>
              <a:buClr>
                <a:schemeClr val="lt1"/>
              </a:buClr>
              <a:buSzPts val="1200"/>
              <a:buNone/>
              <a:defRPr/>
            </a:lvl5pPr>
            <a:lvl6pPr lvl="5">
              <a:spcBef>
                <a:spcPts val="0"/>
              </a:spcBef>
              <a:spcAft>
                <a:spcPts val="0"/>
              </a:spcAft>
              <a:buClr>
                <a:schemeClr val="lt1"/>
              </a:buClr>
              <a:buSzPts val="1200"/>
              <a:buNone/>
              <a:defRPr/>
            </a:lvl6pPr>
            <a:lvl7pPr lvl="6">
              <a:spcBef>
                <a:spcPts val="0"/>
              </a:spcBef>
              <a:spcAft>
                <a:spcPts val="0"/>
              </a:spcAft>
              <a:buClr>
                <a:schemeClr val="lt1"/>
              </a:buClr>
              <a:buSzPts val="1200"/>
              <a:buNone/>
              <a:defRPr/>
            </a:lvl7pPr>
            <a:lvl8pPr lvl="7">
              <a:spcBef>
                <a:spcPts val="0"/>
              </a:spcBef>
              <a:spcAft>
                <a:spcPts val="0"/>
              </a:spcAft>
              <a:buClr>
                <a:schemeClr val="lt1"/>
              </a:buClr>
              <a:buSzPts val="1200"/>
              <a:buNone/>
              <a:defRPr/>
            </a:lvl8pPr>
            <a:lvl9pPr lvl="8">
              <a:spcBef>
                <a:spcPts val="0"/>
              </a:spcBef>
              <a:spcAft>
                <a:spcPts val="0"/>
              </a:spcAft>
              <a:buClr>
                <a:schemeClr val="lt1"/>
              </a:buClr>
              <a:buSzPts val="1200"/>
              <a:buNone/>
              <a:defRPr/>
            </a:lvl9pPr>
          </a:lstStyle>
          <a:p/>
        </p:txBody>
      </p:sp>
      <p:sp>
        <p:nvSpPr>
          <p:cNvPr id="250" name="Google Shape;250;p24"/>
          <p:cNvSpPr/>
          <p:nvPr>
            <p:ph idx="2" type="pic"/>
          </p:nvPr>
        </p:nvSpPr>
        <p:spPr>
          <a:xfrm>
            <a:off x="2455025" y="1980250"/>
            <a:ext cx="2064000" cy="1122300"/>
          </a:xfrm>
          <a:prstGeom prst="round2SameRect">
            <a:avLst>
              <a:gd fmla="val 16667" name="adj1"/>
              <a:gd fmla="val 0" name="adj2"/>
            </a:avLst>
          </a:prstGeom>
          <a:noFill/>
          <a:ln>
            <a:noFill/>
          </a:ln>
        </p:spPr>
      </p:sp>
      <p:sp>
        <p:nvSpPr>
          <p:cNvPr id="251" name="Google Shape;251;p24"/>
          <p:cNvSpPr txBox="1"/>
          <p:nvPr>
            <p:ph idx="3" type="subTitle"/>
          </p:nvPr>
        </p:nvSpPr>
        <p:spPr>
          <a:xfrm>
            <a:off x="2455025" y="3103750"/>
            <a:ext cx="2064000" cy="530100"/>
          </a:xfrm>
          <a:prstGeom prst="rect">
            <a:avLst/>
          </a:prstGeom>
        </p:spPr>
        <p:txBody>
          <a:bodyPr anchorCtr="0" anchor="t" bIns="182875" lIns="182875" spcFirstLastPara="1" rIns="182875" wrap="square" tIns="182875">
            <a:noAutofit/>
          </a:bodyPr>
          <a:lstStyle>
            <a:lvl1pPr lvl="0">
              <a:lnSpc>
                <a:spcPct val="90000"/>
              </a:lnSpc>
              <a:spcBef>
                <a:spcPts val="0"/>
              </a:spcBef>
              <a:spcAft>
                <a:spcPts val="0"/>
              </a:spcAft>
              <a:buNone/>
              <a:defRPr/>
            </a:lvl1pPr>
            <a:lvl2pPr lvl="1">
              <a:spcBef>
                <a:spcPts val="0"/>
              </a:spcBef>
              <a:spcAft>
                <a:spcPts val="0"/>
              </a:spcAft>
              <a:buClr>
                <a:schemeClr val="lt1"/>
              </a:buClr>
              <a:buSzPts val="1200"/>
              <a:buNone/>
              <a:defRPr/>
            </a:lvl2pPr>
            <a:lvl3pPr lvl="2">
              <a:spcBef>
                <a:spcPts val="0"/>
              </a:spcBef>
              <a:spcAft>
                <a:spcPts val="0"/>
              </a:spcAft>
              <a:buClr>
                <a:schemeClr val="lt1"/>
              </a:buClr>
              <a:buSzPts val="1200"/>
              <a:buNone/>
              <a:defRPr/>
            </a:lvl3pPr>
            <a:lvl4pPr lvl="3">
              <a:spcBef>
                <a:spcPts val="0"/>
              </a:spcBef>
              <a:spcAft>
                <a:spcPts val="0"/>
              </a:spcAft>
              <a:buClr>
                <a:schemeClr val="lt1"/>
              </a:buClr>
              <a:buSzPts val="1200"/>
              <a:buNone/>
              <a:defRPr/>
            </a:lvl4pPr>
            <a:lvl5pPr lvl="4">
              <a:spcBef>
                <a:spcPts val="0"/>
              </a:spcBef>
              <a:spcAft>
                <a:spcPts val="0"/>
              </a:spcAft>
              <a:buClr>
                <a:schemeClr val="lt1"/>
              </a:buClr>
              <a:buSzPts val="1200"/>
              <a:buNone/>
              <a:defRPr/>
            </a:lvl5pPr>
            <a:lvl6pPr lvl="5">
              <a:spcBef>
                <a:spcPts val="0"/>
              </a:spcBef>
              <a:spcAft>
                <a:spcPts val="0"/>
              </a:spcAft>
              <a:buClr>
                <a:schemeClr val="lt1"/>
              </a:buClr>
              <a:buSzPts val="1200"/>
              <a:buNone/>
              <a:defRPr/>
            </a:lvl6pPr>
            <a:lvl7pPr lvl="6">
              <a:spcBef>
                <a:spcPts val="0"/>
              </a:spcBef>
              <a:spcAft>
                <a:spcPts val="0"/>
              </a:spcAft>
              <a:buClr>
                <a:schemeClr val="lt1"/>
              </a:buClr>
              <a:buSzPts val="1200"/>
              <a:buNone/>
              <a:defRPr/>
            </a:lvl7pPr>
            <a:lvl8pPr lvl="7">
              <a:spcBef>
                <a:spcPts val="0"/>
              </a:spcBef>
              <a:spcAft>
                <a:spcPts val="0"/>
              </a:spcAft>
              <a:buClr>
                <a:schemeClr val="lt1"/>
              </a:buClr>
              <a:buSzPts val="1200"/>
              <a:buNone/>
              <a:defRPr/>
            </a:lvl8pPr>
            <a:lvl9pPr lvl="8">
              <a:spcBef>
                <a:spcPts val="0"/>
              </a:spcBef>
              <a:spcAft>
                <a:spcPts val="0"/>
              </a:spcAft>
              <a:buClr>
                <a:schemeClr val="lt1"/>
              </a:buClr>
              <a:buSzPts val="1200"/>
              <a:buNone/>
              <a:defRPr/>
            </a:lvl9pPr>
          </a:lstStyle>
          <a:p/>
        </p:txBody>
      </p:sp>
      <p:sp>
        <p:nvSpPr>
          <p:cNvPr id="252" name="Google Shape;252;p24"/>
          <p:cNvSpPr/>
          <p:nvPr>
            <p:ph idx="4" type="pic"/>
          </p:nvPr>
        </p:nvSpPr>
        <p:spPr>
          <a:xfrm>
            <a:off x="4625000" y="1980250"/>
            <a:ext cx="2064000" cy="1122300"/>
          </a:xfrm>
          <a:prstGeom prst="round2SameRect">
            <a:avLst>
              <a:gd fmla="val 16667" name="adj1"/>
              <a:gd fmla="val 0" name="adj2"/>
            </a:avLst>
          </a:prstGeom>
          <a:noFill/>
          <a:ln>
            <a:noFill/>
          </a:ln>
        </p:spPr>
      </p:sp>
      <p:sp>
        <p:nvSpPr>
          <p:cNvPr id="253" name="Google Shape;253;p24"/>
          <p:cNvSpPr txBox="1"/>
          <p:nvPr>
            <p:ph idx="5" type="subTitle"/>
          </p:nvPr>
        </p:nvSpPr>
        <p:spPr>
          <a:xfrm>
            <a:off x="4625000" y="3103750"/>
            <a:ext cx="2064000" cy="530100"/>
          </a:xfrm>
          <a:prstGeom prst="rect">
            <a:avLst/>
          </a:prstGeom>
        </p:spPr>
        <p:txBody>
          <a:bodyPr anchorCtr="0" anchor="t" bIns="182875" lIns="182875" spcFirstLastPara="1" rIns="182875" wrap="square" tIns="182875">
            <a:noAutofit/>
          </a:bodyPr>
          <a:lstStyle>
            <a:lvl1pPr lvl="0">
              <a:lnSpc>
                <a:spcPct val="90000"/>
              </a:lnSpc>
              <a:spcBef>
                <a:spcPts val="0"/>
              </a:spcBef>
              <a:spcAft>
                <a:spcPts val="0"/>
              </a:spcAft>
              <a:buNone/>
              <a:defRPr/>
            </a:lvl1pPr>
            <a:lvl2pPr lvl="1">
              <a:spcBef>
                <a:spcPts val="0"/>
              </a:spcBef>
              <a:spcAft>
                <a:spcPts val="0"/>
              </a:spcAft>
              <a:buClr>
                <a:schemeClr val="lt1"/>
              </a:buClr>
              <a:buSzPts val="1200"/>
              <a:buNone/>
              <a:defRPr/>
            </a:lvl2pPr>
            <a:lvl3pPr lvl="2">
              <a:spcBef>
                <a:spcPts val="0"/>
              </a:spcBef>
              <a:spcAft>
                <a:spcPts val="0"/>
              </a:spcAft>
              <a:buClr>
                <a:schemeClr val="lt1"/>
              </a:buClr>
              <a:buSzPts val="1200"/>
              <a:buNone/>
              <a:defRPr/>
            </a:lvl3pPr>
            <a:lvl4pPr lvl="3">
              <a:spcBef>
                <a:spcPts val="0"/>
              </a:spcBef>
              <a:spcAft>
                <a:spcPts val="0"/>
              </a:spcAft>
              <a:buClr>
                <a:schemeClr val="lt1"/>
              </a:buClr>
              <a:buSzPts val="1200"/>
              <a:buNone/>
              <a:defRPr/>
            </a:lvl4pPr>
            <a:lvl5pPr lvl="4">
              <a:spcBef>
                <a:spcPts val="0"/>
              </a:spcBef>
              <a:spcAft>
                <a:spcPts val="0"/>
              </a:spcAft>
              <a:buClr>
                <a:schemeClr val="lt1"/>
              </a:buClr>
              <a:buSzPts val="1200"/>
              <a:buNone/>
              <a:defRPr/>
            </a:lvl5pPr>
            <a:lvl6pPr lvl="5">
              <a:spcBef>
                <a:spcPts val="0"/>
              </a:spcBef>
              <a:spcAft>
                <a:spcPts val="0"/>
              </a:spcAft>
              <a:buClr>
                <a:schemeClr val="lt1"/>
              </a:buClr>
              <a:buSzPts val="1200"/>
              <a:buNone/>
              <a:defRPr/>
            </a:lvl6pPr>
            <a:lvl7pPr lvl="6">
              <a:spcBef>
                <a:spcPts val="0"/>
              </a:spcBef>
              <a:spcAft>
                <a:spcPts val="0"/>
              </a:spcAft>
              <a:buClr>
                <a:schemeClr val="lt1"/>
              </a:buClr>
              <a:buSzPts val="1200"/>
              <a:buNone/>
              <a:defRPr/>
            </a:lvl7pPr>
            <a:lvl8pPr lvl="7">
              <a:spcBef>
                <a:spcPts val="0"/>
              </a:spcBef>
              <a:spcAft>
                <a:spcPts val="0"/>
              </a:spcAft>
              <a:buClr>
                <a:schemeClr val="lt1"/>
              </a:buClr>
              <a:buSzPts val="1200"/>
              <a:buNone/>
              <a:defRPr/>
            </a:lvl8pPr>
            <a:lvl9pPr lvl="8">
              <a:spcBef>
                <a:spcPts val="0"/>
              </a:spcBef>
              <a:spcAft>
                <a:spcPts val="0"/>
              </a:spcAft>
              <a:buClr>
                <a:schemeClr val="lt1"/>
              </a:buClr>
              <a:buSzPts val="1200"/>
              <a:buNone/>
              <a:defRPr/>
            </a:lvl9pPr>
          </a:lstStyle>
          <a:p/>
        </p:txBody>
      </p:sp>
      <p:sp>
        <p:nvSpPr>
          <p:cNvPr id="254" name="Google Shape;254;p24"/>
          <p:cNvSpPr/>
          <p:nvPr>
            <p:ph idx="6" type="pic"/>
          </p:nvPr>
        </p:nvSpPr>
        <p:spPr>
          <a:xfrm>
            <a:off x="285050" y="1980250"/>
            <a:ext cx="2064000" cy="1122300"/>
          </a:xfrm>
          <a:prstGeom prst="round2SameRect">
            <a:avLst>
              <a:gd fmla="val 16667" name="adj1"/>
              <a:gd fmla="val 0" name="adj2"/>
            </a:avLst>
          </a:prstGeom>
          <a:noFill/>
          <a:ln>
            <a:noFill/>
          </a:ln>
        </p:spPr>
      </p:sp>
      <p:sp>
        <p:nvSpPr>
          <p:cNvPr id="255" name="Google Shape;255;p24"/>
          <p:cNvSpPr txBox="1"/>
          <p:nvPr>
            <p:ph type="title"/>
          </p:nvPr>
        </p:nvSpPr>
        <p:spPr>
          <a:xfrm>
            <a:off x="284775" y="282900"/>
            <a:ext cx="7851300" cy="4764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56" name="Google Shape;256;p24"/>
          <p:cNvSpPr txBox="1"/>
          <p:nvPr>
            <p:ph idx="7" type="body"/>
          </p:nvPr>
        </p:nvSpPr>
        <p:spPr>
          <a:xfrm>
            <a:off x="284750" y="3862050"/>
            <a:ext cx="2064000" cy="888600"/>
          </a:xfrm>
          <a:prstGeom prst="rect">
            <a:avLst/>
          </a:prstGeom>
        </p:spPr>
        <p:txBody>
          <a:bodyPr anchorCtr="0" anchor="t" bIns="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57" name="Google Shape;257;p24"/>
          <p:cNvSpPr txBox="1"/>
          <p:nvPr>
            <p:ph idx="8" type="subTitle"/>
          </p:nvPr>
        </p:nvSpPr>
        <p:spPr>
          <a:xfrm>
            <a:off x="285050" y="3103750"/>
            <a:ext cx="2064000" cy="530100"/>
          </a:xfrm>
          <a:prstGeom prst="rect">
            <a:avLst/>
          </a:prstGeom>
        </p:spPr>
        <p:txBody>
          <a:bodyPr anchorCtr="0" anchor="t" bIns="182875" lIns="182875" spcFirstLastPara="1" rIns="182875" wrap="square" tIns="182875">
            <a:noAutofit/>
          </a:bodyPr>
          <a:lstStyle>
            <a:lvl1pPr lvl="0">
              <a:lnSpc>
                <a:spcPct val="90000"/>
              </a:lnSpc>
              <a:spcBef>
                <a:spcPts val="0"/>
              </a:spcBef>
              <a:spcAft>
                <a:spcPts val="0"/>
              </a:spcAft>
              <a:buNone/>
              <a:defRPr/>
            </a:lvl1pPr>
            <a:lvl2pPr lvl="1">
              <a:spcBef>
                <a:spcPts val="0"/>
              </a:spcBef>
              <a:spcAft>
                <a:spcPts val="0"/>
              </a:spcAft>
              <a:buClr>
                <a:schemeClr val="lt1"/>
              </a:buClr>
              <a:buSzPts val="1200"/>
              <a:buNone/>
              <a:defRPr/>
            </a:lvl2pPr>
            <a:lvl3pPr lvl="2">
              <a:spcBef>
                <a:spcPts val="0"/>
              </a:spcBef>
              <a:spcAft>
                <a:spcPts val="0"/>
              </a:spcAft>
              <a:buClr>
                <a:schemeClr val="lt1"/>
              </a:buClr>
              <a:buSzPts val="1200"/>
              <a:buNone/>
              <a:defRPr/>
            </a:lvl3pPr>
            <a:lvl4pPr lvl="3">
              <a:spcBef>
                <a:spcPts val="0"/>
              </a:spcBef>
              <a:spcAft>
                <a:spcPts val="0"/>
              </a:spcAft>
              <a:buClr>
                <a:schemeClr val="lt1"/>
              </a:buClr>
              <a:buSzPts val="1200"/>
              <a:buNone/>
              <a:defRPr/>
            </a:lvl4pPr>
            <a:lvl5pPr lvl="4">
              <a:spcBef>
                <a:spcPts val="0"/>
              </a:spcBef>
              <a:spcAft>
                <a:spcPts val="0"/>
              </a:spcAft>
              <a:buClr>
                <a:schemeClr val="lt1"/>
              </a:buClr>
              <a:buSzPts val="1200"/>
              <a:buNone/>
              <a:defRPr/>
            </a:lvl5pPr>
            <a:lvl6pPr lvl="5">
              <a:spcBef>
                <a:spcPts val="0"/>
              </a:spcBef>
              <a:spcAft>
                <a:spcPts val="0"/>
              </a:spcAft>
              <a:buClr>
                <a:schemeClr val="lt1"/>
              </a:buClr>
              <a:buSzPts val="1200"/>
              <a:buNone/>
              <a:defRPr/>
            </a:lvl6pPr>
            <a:lvl7pPr lvl="6">
              <a:spcBef>
                <a:spcPts val="0"/>
              </a:spcBef>
              <a:spcAft>
                <a:spcPts val="0"/>
              </a:spcAft>
              <a:buClr>
                <a:schemeClr val="lt1"/>
              </a:buClr>
              <a:buSzPts val="1200"/>
              <a:buNone/>
              <a:defRPr/>
            </a:lvl7pPr>
            <a:lvl8pPr lvl="7">
              <a:spcBef>
                <a:spcPts val="0"/>
              </a:spcBef>
              <a:spcAft>
                <a:spcPts val="0"/>
              </a:spcAft>
              <a:buClr>
                <a:schemeClr val="lt1"/>
              </a:buClr>
              <a:buSzPts val="1200"/>
              <a:buNone/>
              <a:defRPr/>
            </a:lvl8pPr>
            <a:lvl9pPr lvl="8">
              <a:spcBef>
                <a:spcPts val="0"/>
              </a:spcBef>
              <a:spcAft>
                <a:spcPts val="0"/>
              </a:spcAft>
              <a:buClr>
                <a:schemeClr val="lt1"/>
              </a:buClr>
              <a:buSzPts val="1200"/>
              <a:buNone/>
              <a:defRPr/>
            </a:lvl9pPr>
          </a:lstStyle>
          <a:p/>
        </p:txBody>
      </p:sp>
      <p:sp>
        <p:nvSpPr>
          <p:cNvPr id="258" name="Google Shape;258;p24"/>
          <p:cNvSpPr txBox="1"/>
          <p:nvPr>
            <p:ph idx="9" type="body"/>
          </p:nvPr>
        </p:nvSpPr>
        <p:spPr>
          <a:xfrm>
            <a:off x="2454725" y="3862050"/>
            <a:ext cx="2064000" cy="888600"/>
          </a:xfrm>
          <a:prstGeom prst="rect">
            <a:avLst/>
          </a:prstGeom>
        </p:spPr>
        <p:txBody>
          <a:bodyPr anchorCtr="0" anchor="t" bIns="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59" name="Google Shape;259;p24"/>
          <p:cNvSpPr txBox="1"/>
          <p:nvPr>
            <p:ph idx="13" type="body"/>
          </p:nvPr>
        </p:nvSpPr>
        <p:spPr>
          <a:xfrm>
            <a:off x="4624700" y="3862050"/>
            <a:ext cx="2064000" cy="888600"/>
          </a:xfrm>
          <a:prstGeom prst="rect">
            <a:avLst/>
          </a:prstGeom>
        </p:spPr>
        <p:txBody>
          <a:bodyPr anchorCtr="0" anchor="t" bIns="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60" name="Google Shape;260;p24"/>
          <p:cNvSpPr txBox="1"/>
          <p:nvPr>
            <p:ph idx="14" type="body"/>
          </p:nvPr>
        </p:nvSpPr>
        <p:spPr>
          <a:xfrm>
            <a:off x="6794675" y="3862050"/>
            <a:ext cx="2064000" cy="888600"/>
          </a:xfrm>
          <a:prstGeom prst="rect">
            <a:avLst/>
          </a:prstGeom>
        </p:spPr>
        <p:txBody>
          <a:bodyPr anchorCtr="0" anchor="t" bIns="0" lIns="182875" spcFirstLastPara="1" rIns="182875" wrap="square" tIns="0">
            <a:no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61" name="Google Shape;261;p24"/>
          <p:cNvSpPr/>
          <p:nvPr>
            <p:ph idx="15" type="pic"/>
          </p:nvPr>
        </p:nvSpPr>
        <p:spPr>
          <a:xfrm>
            <a:off x="6794975" y="1980250"/>
            <a:ext cx="2064000" cy="1122300"/>
          </a:xfrm>
          <a:prstGeom prst="round2SameRect">
            <a:avLst>
              <a:gd fmla="val 16667" name="adj1"/>
              <a:gd fmla="val 0" name="adj2"/>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 Alt 3">
  <p:cSld name="CUSTOM_3">
    <p:bg>
      <p:bgPr>
        <a:solidFill>
          <a:schemeClr val="lt2"/>
        </a:solidFill>
      </p:bgPr>
    </p:bg>
    <p:spTree>
      <p:nvGrpSpPr>
        <p:cNvPr id="262" name="Shape 262"/>
        <p:cNvGrpSpPr/>
        <p:nvPr/>
      </p:nvGrpSpPr>
      <p:grpSpPr>
        <a:xfrm>
          <a:off x="0" y="0"/>
          <a:ext cx="0" cy="0"/>
          <a:chOff x="0" y="0"/>
          <a:chExt cx="0" cy="0"/>
        </a:xfrm>
      </p:grpSpPr>
      <p:sp>
        <p:nvSpPr>
          <p:cNvPr id="263" name="Google Shape;263;p25"/>
          <p:cNvSpPr/>
          <p:nvPr>
            <p:ph idx="2" type="pic"/>
          </p:nvPr>
        </p:nvSpPr>
        <p:spPr>
          <a:xfrm>
            <a:off x="5965025" y="3740450"/>
            <a:ext cx="2894400" cy="1116900"/>
          </a:xfrm>
          <a:prstGeom prst="roundRect">
            <a:avLst>
              <a:gd fmla="val 13273" name="adj"/>
            </a:avLst>
          </a:prstGeom>
          <a:noFill/>
          <a:ln>
            <a:noFill/>
          </a:ln>
        </p:spPr>
      </p:sp>
      <p:sp>
        <p:nvSpPr>
          <p:cNvPr id="264" name="Google Shape;264;p25"/>
          <p:cNvSpPr/>
          <p:nvPr/>
        </p:nvSpPr>
        <p:spPr>
          <a:xfrm flipH="1" rot="10800000">
            <a:off x="575775" y="282975"/>
            <a:ext cx="7992600" cy="3457500"/>
          </a:xfrm>
          <a:prstGeom prst="round2DiagRect">
            <a:avLst>
              <a:gd fmla="val 9463"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
        <p:nvSpPr>
          <p:cNvPr id="265" name="Google Shape;265;p25"/>
          <p:cNvSpPr/>
          <p:nvPr/>
        </p:nvSpPr>
        <p:spPr>
          <a:xfrm flipH="1" rot="10800000">
            <a:off x="575775" y="3740475"/>
            <a:ext cx="5389200" cy="1116900"/>
          </a:xfrm>
          <a:prstGeom prst="round2DiagRect">
            <a:avLst>
              <a:gd fmla="val 16002" name="adj1"/>
              <a:gd fmla="val 0" name="adj2"/>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
        <p:nvSpPr>
          <p:cNvPr id="266" name="Google Shape;266;p25"/>
          <p:cNvSpPr/>
          <p:nvPr/>
        </p:nvSpPr>
        <p:spPr>
          <a:xfrm rot="10800000">
            <a:off x="284775" y="282975"/>
            <a:ext cx="291000" cy="4574400"/>
          </a:xfrm>
          <a:prstGeom prst="roundRect">
            <a:avLst>
              <a:gd fmla="val 50000" name="adj"/>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
        <p:nvSpPr>
          <p:cNvPr id="267" name="Google Shape;267;p25"/>
          <p:cNvSpPr/>
          <p:nvPr/>
        </p:nvSpPr>
        <p:spPr>
          <a:xfrm rot="10800000">
            <a:off x="8568225" y="282900"/>
            <a:ext cx="291000" cy="3457500"/>
          </a:xfrm>
          <a:prstGeom prst="round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Outfit"/>
              <a:ea typeface="Outfit"/>
              <a:cs typeface="Outfit"/>
              <a:sym typeface="Outfit"/>
            </a:endParaRPr>
          </a:p>
        </p:txBody>
      </p:sp>
      <p:sp>
        <p:nvSpPr>
          <p:cNvPr id="268" name="Google Shape;268;p25"/>
          <p:cNvSpPr txBox="1"/>
          <p:nvPr>
            <p:ph type="title"/>
          </p:nvPr>
        </p:nvSpPr>
        <p:spPr>
          <a:xfrm>
            <a:off x="917100" y="528525"/>
            <a:ext cx="7337100" cy="2912100"/>
          </a:xfrm>
          <a:prstGeom prst="rect">
            <a:avLst/>
          </a:prstGeom>
        </p:spPr>
        <p:txBody>
          <a:bodyPr anchorCtr="0" anchor="t" bIns="0" lIns="0" spcFirstLastPara="1" rIns="0" wrap="square" tIns="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269" name="Google Shape;269;p25"/>
          <p:cNvSpPr txBox="1"/>
          <p:nvPr>
            <p:ph idx="1" type="subTitle"/>
          </p:nvPr>
        </p:nvSpPr>
        <p:spPr>
          <a:xfrm>
            <a:off x="917100" y="3989175"/>
            <a:ext cx="4625100" cy="597900"/>
          </a:xfrm>
          <a:prstGeom prst="rect">
            <a:avLst/>
          </a:prstGeom>
        </p:spPr>
        <p:txBody>
          <a:bodyPr anchorCtr="0" anchor="t" bIns="0" lIns="0" spcFirstLastPara="1" rIns="0" wrap="square" tIns="0">
            <a:noAutofit/>
          </a:bodyPr>
          <a:lstStyle>
            <a:lvl1pPr lvl="0">
              <a:spcBef>
                <a:spcPts val="0"/>
              </a:spcBef>
              <a:spcAft>
                <a:spcPts val="0"/>
              </a:spcAft>
              <a:buSzPts val="1800"/>
              <a:buFont typeface="Outfit"/>
              <a:buNone/>
              <a:defRPr sz="1800">
                <a:latin typeface="Outfit"/>
                <a:ea typeface="Outfit"/>
                <a:cs typeface="Outfit"/>
                <a:sym typeface="Outfit"/>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cards - Alt 1">
  <p:cSld name="CUSTOM_4">
    <p:bg>
      <p:bgPr>
        <a:solidFill>
          <a:schemeClr val="lt2"/>
        </a:solidFill>
      </p:bgPr>
    </p:bg>
    <p:spTree>
      <p:nvGrpSpPr>
        <p:cNvPr id="270" name="Shape 270"/>
        <p:cNvGrpSpPr/>
        <p:nvPr/>
      </p:nvGrpSpPr>
      <p:grpSpPr>
        <a:xfrm>
          <a:off x="0" y="0"/>
          <a:ext cx="0" cy="0"/>
          <a:chOff x="0" y="0"/>
          <a:chExt cx="0" cy="0"/>
        </a:xfrm>
      </p:grpSpPr>
      <p:sp>
        <p:nvSpPr>
          <p:cNvPr id="271" name="Google Shape;271;p26"/>
          <p:cNvSpPr/>
          <p:nvPr>
            <p:ph idx="2" type="pic"/>
          </p:nvPr>
        </p:nvSpPr>
        <p:spPr>
          <a:xfrm>
            <a:off x="717825" y="2478076"/>
            <a:ext cx="1197900" cy="1197900"/>
          </a:xfrm>
          <a:prstGeom prst="ellipse">
            <a:avLst/>
          </a:prstGeom>
          <a:noFill/>
          <a:ln cap="flat" cmpd="sng" w="9525">
            <a:solidFill>
              <a:schemeClr val="lt2"/>
            </a:solidFill>
            <a:prstDash val="solid"/>
            <a:round/>
            <a:headEnd len="sm" w="sm" type="none"/>
            <a:tailEnd len="sm" w="sm" type="none"/>
          </a:ln>
        </p:spPr>
      </p:sp>
      <p:sp>
        <p:nvSpPr>
          <p:cNvPr id="272" name="Google Shape;272;p26"/>
          <p:cNvSpPr/>
          <p:nvPr>
            <p:ph idx="3" type="pic"/>
          </p:nvPr>
        </p:nvSpPr>
        <p:spPr>
          <a:xfrm>
            <a:off x="2887875" y="2478076"/>
            <a:ext cx="1197900" cy="1197900"/>
          </a:xfrm>
          <a:prstGeom prst="ellipse">
            <a:avLst/>
          </a:prstGeom>
          <a:noFill/>
          <a:ln cap="flat" cmpd="sng" w="9525">
            <a:solidFill>
              <a:schemeClr val="lt2"/>
            </a:solidFill>
            <a:prstDash val="solid"/>
            <a:round/>
            <a:headEnd len="sm" w="sm" type="none"/>
            <a:tailEnd len="sm" w="sm" type="none"/>
          </a:ln>
        </p:spPr>
      </p:sp>
      <p:sp>
        <p:nvSpPr>
          <p:cNvPr id="273" name="Google Shape;273;p26"/>
          <p:cNvSpPr/>
          <p:nvPr>
            <p:ph idx="4" type="pic"/>
          </p:nvPr>
        </p:nvSpPr>
        <p:spPr>
          <a:xfrm>
            <a:off x="5057925" y="2478076"/>
            <a:ext cx="1197900" cy="1197900"/>
          </a:xfrm>
          <a:prstGeom prst="ellipse">
            <a:avLst/>
          </a:prstGeom>
          <a:noFill/>
          <a:ln cap="flat" cmpd="sng" w="9525">
            <a:solidFill>
              <a:schemeClr val="lt2"/>
            </a:solidFill>
            <a:prstDash val="solid"/>
            <a:round/>
            <a:headEnd len="sm" w="sm" type="none"/>
            <a:tailEnd len="sm" w="sm" type="none"/>
          </a:ln>
        </p:spPr>
      </p:sp>
      <p:sp>
        <p:nvSpPr>
          <p:cNvPr id="274" name="Google Shape;274;p26"/>
          <p:cNvSpPr/>
          <p:nvPr>
            <p:ph idx="5" type="pic"/>
          </p:nvPr>
        </p:nvSpPr>
        <p:spPr>
          <a:xfrm>
            <a:off x="7227975" y="2478076"/>
            <a:ext cx="1197900" cy="1197900"/>
          </a:xfrm>
          <a:prstGeom prst="ellipse">
            <a:avLst/>
          </a:prstGeom>
          <a:noFill/>
          <a:ln cap="flat" cmpd="sng" w="9525">
            <a:solidFill>
              <a:schemeClr val="lt2"/>
            </a:solidFill>
            <a:prstDash val="solid"/>
            <a:round/>
            <a:headEnd len="sm" w="sm" type="none"/>
            <a:tailEnd len="sm" w="sm" type="none"/>
          </a:ln>
        </p:spPr>
      </p:sp>
      <p:sp>
        <p:nvSpPr>
          <p:cNvPr id="275" name="Google Shape;275;p26"/>
          <p:cNvSpPr txBox="1"/>
          <p:nvPr>
            <p:ph idx="1" type="subTitle"/>
          </p:nvPr>
        </p:nvSpPr>
        <p:spPr>
          <a:xfrm>
            <a:off x="284775" y="1675050"/>
            <a:ext cx="1933800" cy="558600"/>
          </a:xfrm>
          <a:prstGeom prst="rect">
            <a:avLst/>
          </a:prstGeom>
        </p:spPr>
        <p:txBody>
          <a:bodyPr anchorCtr="0" anchor="t" bIns="0" lIns="182875" spcFirstLastPara="1" rIns="182875" wrap="square" tIns="182875">
            <a:noAutofit/>
          </a:bodyPr>
          <a:lstStyle>
            <a:lvl1pPr lvl="0">
              <a:lnSpc>
                <a:spcPct val="90000"/>
              </a:lnSpc>
              <a:spcBef>
                <a:spcPts val="0"/>
              </a:spcBef>
              <a:spcAft>
                <a:spcPts val="0"/>
              </a:spcAft>
              <a:buSzPts val="1800"/>
              <a:buNone/>
              <a:defRPr b="1" sz="18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276" name="Google Shape;276;p26"/>
          <p:cNvSpPr txBox="1"/>
          <p:nvPr>
            <p:ph idx="6" type="subTitle"/>
          </p:nvPr>
        </p:nvSpPr>
        <p:spPr>
          <a:xfrm>
            <a:off x="2454825" y="1675050"/>
            <a:ext cx="1933800" cy="558600"/>
          </a:xfrm>
          <a:prstGeom prst="rect">
            <a:avLst/>
          </a:prstGeom>
        </p:spPr>
        <p:txBody>
          <a:bodyPr anchorCtr="0" anchor="t" bIns="0" lIns="182875" spcFirstLastPara="1" rIns="182875" wrap="square" tIns="182875">
            <a:noAutofit/>
          </a:bodyPr>
          <a:lstStyle>
            <a:lvl1pPr lvl="0">
              <a:lnSpc>
                <a:spcPct val="90000"/>
              </a:lnSpc>
              <a:spcBef>
                <a:spcPts val="0"/>
              </a:spcBef>
              <a:spcAft>
                <a:spcPts val="0"/>
              </a:spcAft>
              <a:buClr>
                <a:schemeClr val="lt1"/>
              </a:buClr>
              <a:buSzPts val="1800"/>
              <a:buNone/>
              <a:defRPr b="1" sz="1800"/>
            </a:lvl1pPr>
            <a:lvl2pPr lvl="1">
              <a:lnSpc>
                <a:spcPct val="90000"/>
              </a:lnSpc>
              <a:spcBef>
                <a:spcPts val="0"/>
              </a:spcBef>
              <a:spcAft>
                <a:spcPts val="0"/>
              </a:spcAft>
              <a:buSzPts val="1200"/>
              <a:buNone/>
              <a:defRPr/>
            </a:lvl2pPr>
            <a:lvl3pPr lvl="2">
              <a:lnSpc>
                <a:spcPct val="90000"/>
              </a:lnSpc>
              <a:spcBef>
                <a:spcPts val="0"/>
              </a:spcBef>
              <a:spcAft>
                <a:spcPts val="0"/>
              </a:spcAft>
              <a:buSzPts val="1200"/>
              <a:buNone/>
              <a:defRPr/>
            </a:lvl3pPr>
            <a:lvl4pPr lvl="3">
              <a:lnSpc>
                <a:spcPct val="90000"/>
              </a:lnSpc>
              <a:spcBef>
                <a:spcPts val="0"/>
              </a:spcBef>
              <a:spcAft>
                <a:spcPts val="0"/>
              </a:spcAft>
              <a:buSzPts val="1200"/>
              <a:buNone/>
              <a:defRPr/>
            </a:lvl4pPr>
            <a:lvl5pPr lvl="4">
              <a:lnSpc>
                <a:spcPct val="90000"/>
              </a:lnSpc>
              <a:spcBef>
                <a:spcPts val="0"/>
              </a:spcBef>
              <a:spcAft>
                <a:spcPts val="0"/>
              </a:spcAft>
              <a:buSzPts val="1200"/>
              <a:buNone/>
              <a:defRPr/>
            </a:lvl5pPr>
            <a:lvl6pPr lvl="5">
              <a:lnSpc>
                <a:spcPct val="90000"/>
              </a:lnSpc>
              <a:spcBef>
                <a:spcPts val="0"/>
              </a:spcBef>
              <a:spcAft>
                <a:spcPts val="0"/>
              </a:spcAft>
              <a:buSzPts val="1200"/>
              <a:buNone/>
              <a:defRPr/>
            </a:lvl6pPr>
            <a:lvl7pPr lvl="6">
              <a:lnSpc>
                <a:spcPct val="90000"/>
              </a:lnSpc>
              <a:spcBef>
                <a:spcPts val="0"/>
              </a:spcBef>
              <a:spcAft>
                <a:spcPts val="0"/>
              </a:spcAft>
              <a:buSzPts val="1200"/>
              <a:buNone/>
              <a:defRPr/>
            </a:lvl7pPr>
            <a:lvl8pPr lvl="7">
              <a:lnSpc>
                <a:spcPct val="90000"/>
              </a:lnSpc>
              <a:spcBef>
                <a:spcPts val="0"/>
              </a:spcBef>
              <a:spcAft>
                <a:spcPts val="0"/>
              </a:spcAft>
              <a:buSzPts val="1200"/>
              <a:buNone/>
              <a:defRPr/>
            </a:lvl8pPr>
            <a:lvl9pPr lvl="8">
              <a:lnSpc>
                <a:spcPct val="90000"/>
              </a:lnSpc>
              <a:spcBef>
                <a:spcPts val="0"/>
              </a:spcBef>
              <a:spcAft>
                <a:spcPts val="0"/>
              </a:spcAft>
              <a:buSzPts val="1200"/>
              <a:buNone/>
              <a:defRPr/>
            </a:lvl9pPr>
          </a:lstStyle>
          <a:p/>
        </p:txBody>
      </p:sp>
      <p:sp>
        <p:nvSpPr>
          <p:cNvPr id="277" name="Google Shape;277;p26"/>
          <p:cNvSpPr txBox="1"/>
          <p:nvPr>
            <p:ph idx="7" type="subTitle"/>
          </p:nvPr>
        </p:nvSpPr>
        <p:spPr>
          <a:xfrm>
            <a:off x="4624863" y="1675050"/>
            <a:ext cx="1933800" cy="558600"/>
          </a:xfrm>
          <a:prstGeom prst="rect">
            <a:avLst/>
          </a:prstGeom>
        </p:spPr>
        <p:txBody>
          <a:bodyPr anchorCtr="0" anchor="t" bIns="0" lIns="182875" spcFirstLastPara="1" rIns="182875" wrap="square" tIns="182875">
            <a:noAutofit/>
          </a:bodyPr>
          <a:lstStyle>
            <a:lvl1pPr lvl="0">
              <a:lnSpc>
                <a:spcPct val="90000"/>
              </a:lnSpc>
              <a:spcBef>
                <a:spcPts val="0"/>
              </a:spcBef>
              <a:spcAft>
                <a:spcPts val="0"/>
              </a:spcAft>
              <a:buClr>
                <a:schemeClr val="lt1"/>
              </a:buClr>
              <a:buSzPts val="1800"/>
              <a:buNone/>
              <a:defRPr b="1" sz="1800"/>
            </a:lvl1pPr>
            <a:lvl2pPr lvl="1">
              <a:lnSpc>
                <a:spcPct val="90000"/>
              </a:lnSpc>
              <a:spcBef>
                <a:spcPts val="0"/>
              </a:spcBef>
              <a:spcAft>
                <a:spcPts val="0"/>
              </a:spcAft>
              <a:buSzPts val="1200"/>
              <a:buNone/>
              <a:defRPr/>
            </a:lvl2pPr>
            <a:lvl3pPr lvl="2">
              <a:lnSpc>
                <a:spcPct val="90000"/>
              </a:lnSpc>
              <a:spcBef>
                <a:spcPts val="0"/>
              </a:spcBef>
              <a:spcAft>
                <a:spcPts val="0"/>
              </a:spcAft>
              <a:buSzPts val="1200"/>
              <a:buNone/>
              <a:defRPr/>
            </a:lvl3pPr>
            <a:lvl4pPr lvl="3">
              <a:lnSpc>
                <a:spcPct val="90000"/>
              </a:lnSpc>
              <a:spcBef>
                <a:spcPts val="0"/>
              </a:spcBef>
              <a:spcAft>
                <a:spcPts val="0"/>
              </a:spcAft>
              <a:buSzPts val="1200"/>
              <a:buNone/>
              <a:defRPr/>
            </a:lvl4pPr>
            <a:lvl5pPr lvl="4">
              <a:lnSpc>
                <a:spcPct val="90000"/>
              </a:lnSpc>
              <a:spcBef>
                <a:spcPts val="0"/>
              </a:spcBef>
              <a:spcAft>
                <a:spcPts val="0"/>
              </a:spcAft>
              <a:buSzPts val="1200"/>
              <a:buNone/>
              <a:defRPr/>
            </a:lvl5pPr>
            <a:lvl6pPr lvl="5">
              <a:lnSpc>
                <a:spcPct val="90000"/>
              </a:lnSpc>
              <a:spcBef>
                <a:spcPts val="0"/>
              </a:spcBef>
              <a:spcAft>
                <a:spcPts val="0"/>
              </a:spcAft>
              <a:buSzPts val="1200"/>
              <a:buNone/>
              <a:defRPr/>
            </a:lvl6pPr>
            <a:lvl7pPr lvl="6">
              <a:lnSpc>
                <a:spcPct val="90000"/>
              </a:lnSpc>
              <a:spcBef>
                <a:spcPts val="0"/>
              </a:spcBef>
              <a:spcAft>
                <a:spcPts val="0"/>
              </a:spcAft>
              <a:buSzPts val="1200"/>
              <a:buNone/>
              <a:defRPr/>
            </a:lvl7pPr>
            <a:lvl8pPr lvl="7">
              <a:lnSpc>
                <a:spcPct val="90000"/>
              </a:lnSpc>
              <a:spcBef>
                <a:spcPts val="0"/>
              </a:spcBef>
              <a:spcAft>
                <a:spcPts val="0"/>
              </a:spcAft>
              <a:buSzPts val="1200"/>
              <a:buNone/>
              <a:defRPr/>
            </a:lvl8pPr>
            <a:lvl9pPr lvl="8">
              <a:lnSpc>
                <a:spcPct val="90000"/>
              </a:lnSpc>
              <a:spcBef>
                <a:spcPts val="0"/>
              </a:spcBef>
              <a:spcAft>
                <a:spcPts val="0"/>
              </a:spcAft>
              <a:buSzPts val="1200"/>
              <a:buNone/>
              <a:defRPr/>
            </a:lvl9pPr>
          </a:lstStyle>
          <a:p/>
        </p:txBody>
      </p:sp>
      <p:sp>
        <p:nvSpPr>
          <p:cNvPr id="278" name="Google Shape;278;p26"/>
          <p:cNvSpPr txBox="1"/>
          <p:nvPr>
            <p:ph idx="8" type="subTitle"/>
          </p:nvPr>
        </p:nvSpPr>
        <p:spPr>
          <a:xfrm>
            <a:off x="6794913" y="1675050"/>
            <a:ext cx="1933800" cy="558600"/>
          </a:xfrm>
          <a:prstGeom prst="rect">
            <a:avLst/>
          </a:prstGeom>
        </p:spPr>
        <p:txBody>
          <a:bodyPr anchorCtr="0" anchor="t" bIns="0" lIns="182875" spcFirstLastPara="1" rIns="182875" wrap="square" tIns="182875">
            <a:noAutofit/>
          </a:bodyPr>
          <a:lstStyle>
            <a:lvl1pPr lvl="0">
              <a:lnSpc>
                <a:spcPct val="90000"/>
              </a:lnSpc>
              <a:spcBef>
                <a:spcPts val="0"/>
              </a:spcBef>
              <a:spcAft>
                <a:spcPts val="0"/>
              </a:spcAft>
              <a:buClr>
                <a:schemeClr val="lt2"/>
              </a:buClr>
              <a:buSzPts val="1800"/>
              <a:buNone/>
              <a:defRPr b="1" sz="1800">
                <a:solidFill>
                  <a:schemeClr val="lt2"/>
                </a:solidFill>
              </a:defRPr>
            </a:lvl1pPr>
            <a:lvl2pPr lvl="1">
              <a:lnSpc>
                <a:spcPct val="90000"/>
              </a:lnSpc>
              <a:spcBef>
                <a:spcPts val="0"/>
              </a:spcBef>
              <a:spcAft>
                <a:spcPts val="0"/>
              </a:spcAft>
              <a:buClr>
                <a:schemeClr val="lt2"/>
              </a:buClr>
              <a:buSzPts val="1200"/>
              <a:buNone/>
              <a:defRPr>
                <a:solidFill>
                  <a:schemeClr val="lt2"/>
                </a:solidFill>
              </a:defRPr>
            </a:lvl2pPr>
            <a:lvl3pPr lvl="2">
              <a:lnSpc>
                <a:spcPct val="90000"/>
              </a:lnSpc>
              <a:spcBef>
                <a:spcPts val="0"/>
              </a:spcBef>
              <a:spcAft>
                <a:spcPts val="0"/>
              </a:spcAft>
              <a:buClr>
                <a:schemeClr val="lt2"/>
              </a:buClr>
              <a:buSzPts val="1200"/>
              <a:buNone/>
              <a:defRPr>
                <a:solidFill>
                  <a:schemeClr val="lt2"/>
                </a:solidFill>
              </a:defRPr>
            </a:lvl3pPr>
            <a:lvl4pPr lvl="3">
              <a:lnSpc>
                <a:spcPct val="90000"/>
              </a:lnSpc>
              <a:spcBef>
                <a:spcPts val="0"/>
              </a:spcBef>
              <a:spcAft>
                <a:spcPts val="0"/>
              </a:spcAft>
              <a:buClr>
                <a:schemeClr val="lt2"/>
              </a:buClr>
              <a:buSzPts val="1200"/>
              <a:buNone/>
              <a:defRPr>
                <a:solidFill>
                  <a:schemeClr val="lt2"/>
                </a:solidFill>
              </a:defRPr>
            </a:lvl4pPr>
            <a:lvl5pPr lvl="4">
              <a:lnSpc>
                <a:spcPct val="90000"/>
              </a:lnSpc>
              <a:spcBef>
                <a:spcPts val="0"/>
              </a:spcBef>
              <a:spcAft>
                <a:spcPts val="0"/>
              </a:spcAft>
              <a:buClr>
                <a:schemeClr val="lt2"/>
              </a:buClr>
              <a:buSzPts val="1200"/>
              <a:buNone/>
              <a:defRPr>
                <a:solidFill>
                  <a:schemeClr val="lt2"/>
                </a:solidFill>
              </a:defRPr>
            </a:lvl5pPr>
            <a:lvl6pPr lvl="5">
              <a:lnSpc>
                <a:spcPct val="90000"/>
              </a:lnSpc>
              <a:spcBef>
                <a:spcPts val="0"/>
              </a:spcBef>
              <a:spcAft>
                <a:spcPts val="0"/>
              </a:spcAft>
              <a:buClr>
                <a:schemeClr val="lt2"/>
              </a:buClr>
              <a:buSzPts val="1200"/>
              <a:buNone/>
              <a:defRPr>
                <a:solidFill>
                  <a:schemeClr val="lt2"/>
                </a:solidFill>
              </a:defRPr>
            </a:lvl6pPr>
            <a:lvl7pPr lvl="6">
              <a:lnSpc>
                <a:spcPct val="90000"/>
              </a:lnSpc>
              <a:spcBef>
                <a:spcPts val="0"/>
              </a:spcBef>
              <a:spcAft>
                <a:spcPts val="0"/>
              </a:spcAft>
              <a:buClr>
                <a:schemeClr val="lt2"/>
              </a:buClr>
              <a:buSzPts val="1200"/>
              <a:buNone/>
              <a:defRPr>
                <a:solidFill>
                  <a:schemeClr val="lt2"/>
                </a:solidFill>
              </a:defRPr>
            </a:lvl7pPr>
            <a:lvl8pPr lvl="7">
              <a:lnSpc>
                <a:spcPct val="90000"/>
              </a:lnSpc>
              <a:spcBef>
                <a:spcPts val="0"/>
              </a:spcBef>
              <a:spcAft>
                <a:spcPts val="0"/>
              </a:spcAft>
              <a:buClr>
                <a:schemeClr val="lt2"/>
              </a:buClr>
              <a:buSzPts val="1200"/>
              <a:buNone/>
              <a:defRPr>
                <a:solidFill>
                  <a:schemeClr val="lt2"/>
                </a:solidFill>
              </a:defRPr>
            </a:lvl8pPr>
            <a:lvl9pPr lvl="8">
              <a:lnSpc>
                <a:spcPct val="90000"/>
              </a:lnSpc>
              <a:spcBef>
                <a:spcPts val="0"/>
              </a:spcBef>
              <a:spcAft>
                <a:spcPts val="0"/>
              </a:spcAft>
              <a:buClr>
                <a:schemeClr val="lt2"/>
              </a:buClr>
              <a:buSzPts val="1200"/>
              <a:buNone/>
              <a:defRPr>
                <a:solidFill>
                  <a:schemeClr val="lt2"/>
                </a:solidFill>
              </a:defRPr>
            </a:lvl9pPr>
          </a:lstStyle>
          <a:p/>
        </p:txBody>
      </p:sp>
      <p:sp>
        <p:nvSpPr>
          <p:cNvPr id="279" name="Google Shape;279;p26"/>
          <p:cNvSpPr txBox="1"/>
          <p:nvPr>
            <p:ph idx="9" type="subTitle"/>
          </p:nvPr>
        </p:nvSpPr>
        <p:spPr>
          <a:xfrm>
            <a:off x="284775" y="3874800"/>
            <a:ext cx="2064000" cy="971400"/>
          </a:xfrm>
          <a:prstGeom prst="rect">
            <a:avLst/>
          </a:prstGeom>
        </p:spPr>
        <p:txBody>
          <a:bodyPr anchorCtr="0" anchor="t" bIns="182875" lIns="182875" spcFirstLastPara="1" rIns="182875" wrap="square" tIns="0">
            <a:noAutofit/>
          </a:bodyPr>
          <a:lstStyle>
            <a:lvl1pPr lvl="0">
              <a:spcBef>
                <a:spcPts val="0"/>
              </a:spcBef>
              <a:spcAft>
                <a:spcPts val="0"/>
              </a:spcAft>
              <a:buSzPts val="1000"/>
              <a:buNone/>
              <a:defRPr sz="10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280" name="Google Shape;280;p26"/>
          <p:cNvSpPr txBox="1"/>
          <p:nvPr>
            <p:ph idx="13" type="subTitle"/>
          </p:nvPr>
        </p:nvSpPr>
        <p:spPr>
          <a:xfrm>
            <a:off x="2454825" y="3874800"/>
            <a:ext cx="2064000" cy="971400"/>
          </a:xfrm>
          <a:prstGeom prst="rect">
            <a:avLst/>
          </a:prstGeom>
        </p:spPr>
        <p:txBody>
          <a:bodyPr anchorCtr="0" anchor="t" bIns="182875" lIns="182875" spcFirstLastPara="1" rIns="182875" wrap="square" tIns="0">
            <a:noAutofit/>
          </a:bodyPr>
          <a:lstStyle>
            <a:lvl1pPr lvl="0">
              <a:spcBef>
                <a:spcPts val="0"/>
              </a:spcBef>
              <a:spcAft>
                <a:spcPts val="0"/>
              </a:spcAft>
              <a:buSzPts val="1000"/>
              <a:buNone/>
              <a:defRPr sz="10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281" name="Google Shape;281;p26"/>
          <p:cNvSpPr txBox="1"/>
          <p:nvPr>
            <p:ph idx="14" type="subTitle"/>
          </p:nvPr>
        </p:nvSpPr>
        <p:spPr>
          <a:xfrm>
            <a:off x="4624875" y="3874800"/>
            <a:ext cx="2064000" cy="971400"/>
          </a:xfrm>
          <a:prstGeom prst="rect">
            <a:avLst/>
          </a:prstGeom>
        </p:spPr>
        <p:txBody>
          <a:bodyPr anchorCtr="0" anchor="t" bIns="182875" lIns="182875" spcFirstLastPara="1" rIns="182875" wrap="square" tIns="0">
            <a:noAutofit/>
          </a:bodyPr>
          <a:lstStyle>
            <a:lvl1pPr lvl="0">
              <a:spcBef>
                <a:spcPts val="0"/>
              </a:spcBef>
              <a:spcAft>
                <a:spcPts val="0"/>
              </a:spcAft>
              <a:buSzPts val="1000"/>
              <a:buNone/>
              <a:defRPr sz="10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282" name="Google Shape;282;p26"/>
          <p:cNvSpPr txBox="1"/>
          <p:nvPr>
            <p:ph idx="15" type="subTitle"/>
          </p:nvPr>
        </p:nvSpPr>
        <p:spPr>
          <a:xfrm>
            <a:off x="6794925" y="3874800"/>
            <a:ext cx="2064000" cy="971400"/>
          </a:xfrm>
          <a:prstGeom prst="rect">
            <a:avLst/>
          </a:prstGeom>
        </p:spPr>
        <p:txBody>
          <a:bodyPr anchorCtr="0" anchor="t" bIns="182875" lIns="182875" spcFirstLastPara="1" rIns="182875" wrap="square" tIns="0">
            <a:noAutofit/>
          </a:bodyPr>
          <a:lstStyle>
            <a:lvl1pPr lvl="0">
              <a:spcBef>
                <a:spcPts val="0"/>
              </a:spcBef>
              <a:spcAft>
                <a:spcPts val="0"/>
              </a:spcAft>
              <a:buClr>
                <a:schemeClr val="lt2"/>
              </a:buClr>
              <a:buSzPts val="1000"/>
              <a:buNone/>
              <a:defRPr sz="1000">
                <a:solidFill>
                  <a:schemeClr val="lt2"/>
                </a:solidFill>
              </a:defRPr>
            </a:lvl1pPr>
            <a:lvl2pPr lvl="1">
              <a:spcBef>
                <a:spcPts val="0"/>
              </a:spcBef>
              <a:spcAft>
                <a:spcPts val="0"/>
              </a:spcAft>
              <a:buClr>
                <a:schemeClr val="lt2"/>
              </a:buClr>
              <a:buSzPts val="1200"/>
              <a:buNone/>
              <a:defRPr>
                <a:solidFill>
                  <a:schemeClr val="lt2"/>
                </a:solidFill>
              </a:defRPr>
            </a:lvl2pPr>
            <a:lvl3pPr lvl="2">
              <a:spcBef>
                <a:spcPts val="0"/>
              </a:spcBef>
              <a:spcAft>
                <a:spcPts val="0"/>
              </a:spcAft>
              <a:buClr>
                <a:schemeClr val="lt2"/>
              </a:buClr>
              <a:buSzPts val="1200"/>
              <a:buNone/>
              <a:defRPr>
                <a:solidFill>
                  <a:schemeClr val="lt2"/>
                </a:solidFill>
              </a:defRPr>
            </a:lvl3pPr>
            <a:lvl4pPr lvl="3">
              <a:spcBef>
                <a:spcPts val="0"/>
              </a:spcBef>
              <a:spcAft>
                <a:spcPts val="0"/>
              </a:spcAft>
              <a:buClr>
                <a:schemeClr val="lt2"/>
              </a:buClr>
              <a:buSzPts val="1200"/>
              <a:buNone/>
              <a:defRPr>
                <a:solidFill>
                  <a:schemeClr val="lt2"/>
                </a:solidFill>
              </a:defRPr>
            </a:lvl4pPr>
            <a:lvl5pPr lvl="4">
              <a:spcBef>
                <a:spcPts val="0"/>
              </a:spcBef>
              <a:spcAft>
                <a:spcPts val="0"/>
              </a:spcAft>
              <a:buClr>
                <a:schemeClr val="lt2"/>
              </a:buClr>
              <a:buSzPts val="1200"/>
              <a:buNone/>
              <a:defRPr>
                <a:solidFill>
                  <a:schemeClr val="lt2"/>
                </a:solidFill>
              </a:defRPr>
            </a:lvl5pPr>
            <a:lvl6pPr lvl="5">
              <a:spcBef>
                <a:spcPts val="0"/>
              </a:spcBef>
              <a:spcAft>
                <a:spcPts val="0"/>
              </a:spcAft>
              <a:buClr>
                <a:schemeClr val="lt2"/>
              </a:buClr>
              <a:buSzPts val="1200"/>
              <a:buNone/>
              <a:defRPr>
                <a:solidFill>
                  <a:schemeClr val="lt2"/>
                </a:solidFill>
              </a:defRPr>
            </a:lvl6pPr>
            <a:lvl7pPr lvl="6">
              <a:spcBef>
                <a:spcPts val="0"/>
              </a:spcBef>
              <a:spcAft>
                <a:spcPts val="0"/>
              </a:spcAft>
              <a:buClr>
                <a:schemeClr val="lt2"/>
              </a:buClr>
              <a:buSzPts val="1200"/>
              <a:buNone/>
              <a:defRPr>
                <a:solidFill>
                  <a:schemeClr val="lt2"/>
                </a:solidFill>
              </a:defRPr>
            </a:lvl7pPr>
            <a:lvl8pPr lvl="7">
              <a:spcBef>
                <a:spcPts val="0"/>
              </a:spcBef>
              <a:spcAft>
                <a:spcPts val="0"/>
              </a:spcAft>
              <a:buClr>
                <a:schemeClr val="lt2"/>
              </a:buClr>
              <a:buSzPts val="1200"/>
              <a:buNone/>
              <a:defRPr>
                <a:solidFill>
                  <a:schemeClr val="lt2"/>
                </a:solidFill>
              </a:defRPr>
            </a:lvl8pPr>
            <a:lvl9pPr lvl="8">
              <a:spcBef>
                <a:spcPts val="0"/>
              </a:spcBef>
              <a:spcAft>
                <a:spcPts val="0"/>
              </a:spcAft>
              <a:buClr>
                <a:schemeClr val="lt2"/>
              </a:buClr>
              <a:buSzPts val="1200"/>
              <a:buNone/>
              <a:defRPr>
                <a:solidFill>
                  <a:schemeClr val="lt2"/>
                </a:solidFill>
              </a:defRPr>
            </a:lvl9pPr>
          </a:lstStyle>
          <a:p/>
        </p:txBody>
      </p:sp>
      <p:sp>
        <p:nvSpPr>
          <p:cNvPr id="283" name="Google Shape;283;p26"/>
          <p:cNvSpPr txBox="1"/>
          <p:nvPr>
            <p:ph type="title"/>
          </p:nvPr>
        </p:nvSpPr>
        <p:spPr>
          <a:xfrm>
            <a:off x="284775" y="282900"/>
            <a:ext cx="7851300" cy="4764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cards - Alt 2">
  <p:cSld name="CUSTOM_12">
    <p:spTree>
      <p:nvGrpSpPr>
        <p:cNvPr id="284" name="Shape 284"/>
        <p:cNvGrpSpPr/>
        <p:nvPr/>
      </p:nvGrpSpPr>
      <p:grpSpPr>
        <a:xfrm>
          <a:off x="0" y="0"/>
          <a:ext cx="0" cy="0"/>
          <a:chOff x="0" y="0"/>
          <a:chExt cx="0" cy="0"/>
        </a:xfrm>
      </p:grpSpPr>
      <p:sp>
        <p:nvSpPr>
          <p:cNvPr id="285" name="Google Shape;285;p27"/>
          <p:cNvSpPr txBox="1"/>
          <p:nvPr>
            <p:ph type="title"/>
          </p:nvPr>
        </p:nvSpPr>
        <p:spPr>
          <a:xfrm>
            <a:off x="3901500" y="1277850"/>
            <a:ext cx="1157700" cy="1010400"/>
          </a:xfrm>
          <a:prstGeom prst="rect">
            <a:avLst/>
          </a:prstGeom>
        </p:spPr>
        <p:txBody>
          <a:bodyPr anchorCtr="0" anchor="t" bIns="0" lIns="164575" spcFirstLastPara="1" rIns="91425" wrap="square" tIns="164575">
            <a:spAutoFit/>
          </a:bodyPr>
          <a:lstStyle>
            <a:lvl1pPr lvl="0">
              <a:lnSpc>
                <a:spcPct val="100000"/>
              </a:lnSpc>
              <a:spcBef>
                <a:spcPts val="0"/>
              </a:spcBef>
              <a:spcAft>
                <a:spcPts val="0"/>
              </a:spcAft>
              <a:buNone/>
              <a:defRPr sz="10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b="1" sz="1200">
                <a:solidFill>
                  <a:schemeClr val="lt2"/>
                </a:solidFill>
              </a:defRPr>
            </a:lvl2pPr>
            <a:lvl3pPr lvl="2">
              <a:lnSpc>
                <a:spcPct val="115000"/>
              </a:lnSpc>
              <a:spcBef>
                <a:spcPts val="0"/>
              </a:spcBef>
              <a:spcAft>
                <a:spcPts val="0"/>
              </a:spcAft>
              <a:buNone/>
              <a:defRPr b="1" sz="1200">
                <a:solidFill>
                  <a:schemeClr val="lt2"/>
                </a:solidFill>
              </a:defRPr>
            </a:lvl3pPr>
            <a:lvl4pPr lvl="3">
              <a:lnSpc>
                <a:spcPct val="115000"/>
              </a:lnSpc>
              <a:spcBef>
                <a:spcPts val="0"/>
              </a:spcBef>
              <a:spcAft>
                <a:spcPts val="0"/>
              </a:spcAft>
              <a:buNone/>
              <a:defRPr b="1" sz="1200">
                <a:solidFill>
                  <a:schemeClr val="lt2"/>
                </a:solidFill>
              </a:defRPr>
            </a:lvl4pPr>
            <a:lvl5pPr lvl="4">
              <a:lnSpc>
                <a:spcPct val="115000"/>
              </a:lnSpc>
              <a:spcBef>
                <a:spcPts val="0"/>
              </a:spcBef>
              <a:spcAft>
                <a:spcPts val="0"/>
              </a:spcAft>
              <a:buNone/>
              <a:defRPr b="1" sz="1200">
                <a:solidFill>
                  <a:schemeClr val="lt2"/>
                </a:solidFill>
              </a:defRPr>
            </a:lvl5pPr>
            <a:lvl6pPr lvl="5">
              <a:lnSpc>
                <a:spcPct val="115000"/>
              </a:lnSpc>
              <a:spcBef>
                <a:spcPts val="0"/>
              </a:spcBef>
              <a:spcAft>
                <a:spcPts val="0"/>
              </a:spcAft>
              <a:buNone/>
              <a:defRPr b="1" sz="1200">
                <a:solidFill>
                  <a:schemeClr val="lt2"/>
                </a:solidFill>
              </a:defRPr>
            </a:lvl6pPr>
            <a:lvl7pPr lvl="6">
              <a:lnSpc>
                <a:spcPct val="115000"/>
              </a:lnSpc>
              <a:spcBef>
                <a:spcPts val="0"/>
              </a:spcBef>
              <a:spcAft>
                <a:spcPts val="0"/>
              </a:spcAft>
              <a:buNone/>
              <a:defRPr b="1" sz="1200">
                <a:solidFill>
                  <a:schemeClr val="lt2"/>
                </a:solidFill>
              </a:defRPr>
            </a:lvl7pPr>
            <a:lvl8pPr lvl="7">
              <a:lnSpc>
                <a:spcPct val="115000"/>
              </a:lnSpc>
              <a:spcBef>
                <a:spcPts val="0"/>
              </a:spcBef>
              <a:spcAft>
                <a:spcPts val="0"/>
              </a:spcAft>
              <a:buNone/>
              <a:defRPr b="1" sz="1200">
                <a:solidFill>
                  <a:schemeClr val="lt2"/>
                </a:solidFill>
              </a:defRPr>
            </a:lvl8pPr>
            <a:lvl9pPr lvl="8">
              <a:lnSpc>
                <a:spcPct val="115000"/>
              </a:lnSpc>
              <a:spcBef>
                <a:spcPts val="0"/>
              </a:spcBef>
              <a:spcAft>
                <a:spcPts val="0"/>
              </a:spcAft>
              <a:buNone/>
              <a:defRPr b="1" sz="1200">
                <a:solidFill>
                  <a:schemeClr val="lt2"/>
                </a:solidFill>
              </a:defRPr>
            </a:lvl9pPr>
          </a:lstStyle>
          <a:p/>
        </p:txBody>
      </p:sp>
      <p:sp>
        <p:nvSpPr>
          <p:cNvPr id="286" name="Google Shape;286;p27"/>
          <p:cNvSpPr/>
          <p:nvPr>
            <p:ph idx="2" type="pic"/>
          </p:nvPr>
        </p:nvSpPr>
        <p:spPr>
          <a:xfrm>
            <a:off x="1731450" y="1277775"/>
            <a:ext cx="2062500" cy="3352200"/>
          </a:xfrm>
          <a:prstGeom prst="roundRect">
            <a:avLst>
              <a:gd fmla="val 10994" name="adj"/>
            </a:avLst>
          </a:prstGeom>
          <a:noFill/>
          <a:ln>
            <a:noFill/>
          </a:ln>
        </p:spPr>
      </p:sp>
      <p:sp>
        <p:nvSpPr>
          <p:cNvPr id="287" name="Google Shape;287;p27"/>
          <p:cNvSpPr txBox="1"/>
          <p:nvPr>
            <p:ph idx="3" type="title"/>
          </p:nvPr>
        </p:nvSpPr>
        <p:spPr>
          <a:xfrm>
            <a:off x="284775" y="282900"/>
            <a:ext cx="7851300" cy="4764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88" name="Google Shape;288;p27"/>
          <p:cNvSpPr txBox="1"/>
          <p:nvPr>
            <p:ph idx="1" type="subTitle"/>
          </p:nvPr>
        </p:nvSpPr>
        <p:spPr>
          <a:xfrm>
            <a:off x="1729925" y="1430175"/>
            <a:ext cx="2064000" cy="971400"/>
          </a:xfrm>
          <a:prstGeom prst="rect">
            <a:avLst/>
          </a:prstGeom>
        </p:spPr>
        <p:txBody>
          <a:bodyPr anchorCtr="0" anchor="t" bIns="182875" lIns="182875" spcFirstLastPara="1" rIns="182875" wrap="square" tIns="0">
            <a:noAutofit/>
          </a:bodyPr>
          <a:lstStyle>
            <a:lvl1pPr lvl="0">
              <a:spcBef>
                <a:spcPts val="0"/>
              </a:spcBef>
              <a:spcAft>
                <a:spcPts val="0"/>
              </a:spcAft>
              <a:buSzPts val="1000"/>
              <a:buNone/>
              <a:defRPr sz="10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289" name="Google Shape;289;p27"/>
          <p:cNvSpPr txBox="1"/>
          <p:nvPr>
            <p:ph idx="4" type="title"/>
          </p:nvPr>
        </p:nvSpPr>
        <p:spPr>
          <a:xfrm>
            <a:off x="6071550" y="2401575"/>
            <a:ext cx="2787900" cy="409500"/>
          </a:xfrm>
          <a:prstGeom prst="rect">
            <a:avLst/>
          </a:prstGeom>
        </p:spPr>
        <p:txBody>
          <a:bodyPr anchorCtr="0" anchor="t" bIns="0" lIns="164575" spcFirstLastPara="1" rIns="91425" wrap="square" tIns="164575">
            <a:spAutoFit/>
          </a:bodyPr>
          <a:lstStyle>
            <a:lvl1pPr lvl="0">
              <a:spcBef>
                <a:spcPts val="0"/>
              </a:spcBef>
              <a:spcAft>
                <a:spcPts val="0"/>
              </a:spcAft>
              <a:buNone/>
              <a:defRPr sz="1000">
                <a:latin typeface="Instrument Sans SemiBold"/>
                <a:ea typeface="Instrument Sans SemiBold"/>
                <a:cs typeface="Instrument Sans SemiBold"/>
                <a:sym typeface="Instrument Sans SemiBold"/>
              </a:defRPr>
            </a:lvl1pPr>
            <a:lvl2pPr lvl="1">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2pPr>
            <a:lvl3pPr lvl="2">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3pPr>
            <a:lvl4pPr lvl="3">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4pPr>
            <a:lvl5pPr lvl="4">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5pPr>
            <a:lvl6pPr lvl="5">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6pPr>
            <a:lvl7pPr lvl="6">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7pPr>
            <a:lvl8pPr lvl="7">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8pPr>
            <a:lvl9pPr lvl="8">
              <a:lnSpc>
                <a:spcPct val="115000"/>
              </a:lnSpc>
              <a:spcBef>
                <a:spcPts val="0"/>
              </a:spcBef>
              <a:spcAft>
                <a:spcPts val="0"/>
              </a:spcAft>
              <a:buNone/>
              <a:defRPr b="1" sz="1000">
                <a:solidFill>
                  <a:schemeClr val="lt2"/>
                </a:solidFill>
                <a:latin typeface="Instrument Sans"/>
                <a:ea typeface="Instrument Sans"/>
                <a:cs typeface="Instrument Sans"/>
                <a:sym typeface="Instrument Sans"/>
              </a:defRPr>
            </a:lvl9pPr>
          </a:lstStyle>
          <a:p/>
        </p:txBody>
      </p:sp>
      <p:sp>
        <p:nvSpPr>
          <p:cNvPr id="290" name="Google Shape;290;p27"/>
          <p:cNvSpPr txBox="1"/>
          <p:nvPr>
            <p:ph idx="5" type="subTitle"/>
          </p:nvPr>
        </p:nvSpPr>
        <p:spPr>
          <a:xfrm>
            <a:off x="1731400" y="4750800"/>
            <a:ext cx="1340700" cy="103200"/>
          </a:xfrm>
          <a:prstGeom prst="rect">
            <a:avLst/>
          </a:prstGeom>
        </p:spPr>
        <p:txBody>
          <a:bodyPr anchorCtr="0" anchor="t" bIns="0" lIns="0" spcFirstLastPara="1" rIns="0" wrap="square" tIns="0">
            <a:noAutofit/>
          </a:bodyPr>
          <a:lstStyle>
            <a:lvl1pPr lvl="0">
              <a:lnSpc>
                <a:spcPct val="115000"/>
              </a:lnSpc>
              <a:spcBef>
                <a:spcPts val="0"/>
              </a:spcBef>
              <a:spcAft>
                <a:spcPts val="0"/>
              </a:spcAft>
              <a:buNone/>
              <a:defRPr sz="600"/>
            </a:lvl1pPr>
            <a:lvl2pPr lvl="1">
              <a:spcBef>
                <a:spcPts val="0"/>
              </a:spcBef>
              <a:spcAft>
                <a:spcPts val="0"/>
              </a:spcAft>
              <a:buClr>
                <a:schemeClr val="lt1"/>
              </a:buClr>
              <a:buSzPts val="600"/>
              <a:buNone/>
              <a:defRPr sz="600"/>
            </a:lvl2pPr>
            <a:lvl3pPr lvl="2">
              <a:spcBef>
                <a:spcPts val="0"/>
              </a:spcBef>
              <a:spcAft>
                <a:spcPts val="0"/>
              </a:spcAft>
              <a:buClr>
                <a:schemeClr val="lt1"/>
              </a:buClr>
              <a:buSzPts val="600"/>
              <a:buNone/>
              <a:defRPr sz="600"/>
            </a:lvl3pPr>
            <a:lvl4pPr lvl="3">
              <a:spcBef>
                <a:spcPts val="0"/>
              </a:spcBef>
              <a:spcAft>
                <a:spcPts val="0"/>
              </a:spcAft>
              <a:buClr>
                <a:schemeClr val="lt1"/>
              </a:buClr>
              <a:buSzPts val="600"/>
              <a:buNone/>
              <a:defRPr sz="600"/>
            </a:lvl4pPr>
            <a:lvl5pPr lvl="4">
              <a:spcBef>
                <a:spcPts val="0"/>
              </a:spcBef>
              <a:spcAft>
                <a:spcPts val="0"/>
              </a:spcAft>
              <a:buClr>
                <a:schemeClr val="lt1"/>
              </a:buClr>
              <a:buSzPts val="600"/>
              <a:buNone/>
              <a:defRPr sz="600"/>
            </a:lvl5pPr>
            <a:lvl6pPr lvl="5">
              <a:spcBef>
                <a:spcPts val="0"/>
              </a:spcBef>
              <a:spcAft>
                <a:spcPts val="0"/>
              </a:spcAft>
              <a:buClr>
                <a:schemeClr val="lt1"/>
              </a:buClr>
              <a:buSzPts val="600"/>
              <a:buNone/>
              <a:defRPr sz="600"/>
            </a:lvl6pPr>
            <a:lvl7pPr lvl="6">
              <a:spcBef>
                <a:spcPts val="0"/>
              </a:spcBef>
              <a:spcAft>
                <a:spcPts val="0"/>
              </a:spcAft>
              <a:buClr>
                <a:schemeClr val="lt1"/>
              </a:buClr>
              <a:buSzPts val="600"/>
              <a:buNone/>
              <a:defRPr sz="600"/>
            </a:lvl7pPr>
            <a:lvl8pPr lvl="7">
              <a:spcBef>
                <a:spcPts val="0"/>
              </a:spcBef>
              <a:spcAft>
                <a:spcPts val="0"/>
              </a:spcAft>
              <a:buClr>
                <a:schemeClr val="lt1"/>
              </a:buClr>
              <a:buSzPts val="600"/>
              <a:buNone/>
              <a:defRPr sz="600"/>
            </a:lvl8pPr>
            <a:lvl9pPr lvl="8">
              <a:spcBef>
                <a:spcPts val="0"/>
              </a:spcBef>
              <a:spcAft>
                <a:spcPts val="0"/>
              </a:spcAft>
              <a:buClr>
                <a:schemeClr val="lt1"/>
              </a:buClr>
              <a:buSzPts val="600"/>
              <a:buNone/>
              <a:defRPr sz="600"/>
            </a:lvl9pPr>
          </a:lstStyle>
          <a:p/>
        </p:txBody>
      </p:sp>
      <p:sp>
        <p:nvSpPr>
          <p:cNvPr id="291" name="Google Shape;291;p27"/>
          <p:cNvSpPr txBox="1"/>
          <p:nvPr>
            <p:ph idx="6" type="subTitle"/>
          </p:nvPr>
        </p:nvSpPr>
        <p:spPr>
          <a:xfrm>
            <a:off x="7518500" y="4750800"/>
            <a:ext cx="1340700" cy="103200"/>
          </a:xfrm>
          <a:prstGeom prst="rect">
            <a:avLst/>
          </a:prstGeom>
        </p:spPr>
        <p:txBody>
          <a:bodyPr anchorCtr="0" anchor="t" bIns="0" lIns="0" spcFirstLastPara="1" rIns="0" wrap="square" tIns="0">
            <a:noAutofit/>
          </a:bodyPr>
          <a:lstStyle>
            <a:lvl1pPr lvl="0" algn="r">
              <a:lnSpc>
                <a:spcPct val="115000"/>
              </a:lnSpc>
              <a:spcBef>
                <a:spcPts val="0"/>
              </a:spcBef>
              <a:spcAft>
                <a:spcPts val="0"/>
              </a:spcAft>
              <a:buNone/>
              <a:defRPr sz="600"/>
            </a:lvl1pPr>
            <a:lvl2pPr lvl="1" algn="r">
              <a:spcBef>
                <a:spcPts val="0"/>
              </a:spcBef>
              <a:spcAft>
                <a:spcPts val="0"/>
              </a:spcAft>
              <a:buClr>
                <a:schemeClr val="lt1"/>
              </a:buClr>
              <a:buSzPts val="600"/>
              <a:buNone/>
              <a:defRPr sz="600"/>
            </a:lvl2pPr>
            <a:lvl3pPr lvl="2" algn="r">
              <a:spcBef>
                <a:spcPts val="0"/>
              </a:spcBef>
              <a:spcAft>
                <a:spcPts val="0"/>
              </a:spcAft>
              <a:buClr>
                <a:schemeClr val="lt1"/>
              </a:buClr>
              <a:buSzPts val="600"/>
              <a:buNone/>
              <a:defRPr sz="600"/>
            </a:lvl3pPr>
            <a:lvl4pPr lvl="3" algn="r">
              <a:spcBef>
                <a:spcPts val="0"/>
              </a:spcBef>
              <a:spcAft>
                <a:spcPts val="0"/>
              </a:spcAft>
              <a:buClr>
                <a:schemeClr val="lt1"/>
              </a:buClr>
              <a:buSzPts val="600"/>
              <a:buNone/>
              <a:defRPr sz="600"/>
            </a:lvl4pPr>
            <a:lvl5pPr lvl="4" algn="r">
              <a:spcBef>
                <a:spcPts val="0"/>
              </a:spcBef>
              <a:spcAft>
                <a:spcPts val="0"/>
              </a:spcAft>
              <a:buClr>
                <a:schemeClr val="lt1"/>
              </a:buClr>
              <a:buSzPts val="600"/>
              <a:buNone/>
              <a:defRPr sz="600"/>
            </a:lvl5pPr>
            <a:lvl6pPr lvl="5" algn="r">
              <a:spcBef>
                <a:spcPts val="0"/>
              </a:spcBef>
              <a:spcAft>
                <a:spcPts val="0"/>
              </a:spcAft>
              <a:buClr>
                <a:schemeClr val="lt1"/>
              </a:buClr>
              <a:buSzPts val="600"/>
              <a:buNone/>
              <a:defRPr sz="600"/>
            </a:lvl6pPr>
            <a:lvl7pPr lvl="6" algn="r">
              <a:spcBef>
                <a:spcPts val="0"/>
              </a:spcBef>
              <a:spcAft>
                <a:spcPts val="0"/>
              </a:spcAft>
              <a:buClr>
                <a:schemeClr val="lt1"/>
              </a:buClr>
              <a:buSzPts val="600"/>
              <a:buNone/>
              <a:defRPr sz="600"/>
            </a:lvl7pPr>
            <a:lvl8pPr lvl="7" algn="r">
              <a:spcBef>
                <a:spcPts val="0"/>
              </a:spcBef>
              <a:spcAft>
                <a:spcPts val="0"/>
              </a:spcAft>
              <a:buClr>
                <a:schemeClr val="lt1"/>
              </a:buClr>
              <a:buSzPts val="600"/>
              <a:buNone/>
              <a:defRPr sz="600"/>
            </a:lvl8pPr>
            <a:lvl9pPr lvl="8" algn="r">
              <a:spcBef>
                <a:spcPts val="0"/>
              </a:spcBef>
              <a:spcAft>
                <a:spcPts val="0"/>
              </a:spcAft>
              <a:buClr>
                <a:schemeClr val="lt1"/>
              </a:buClr>
              <a:buSzPts val="600"/>
              <a:buNone/>
              <a:defRPr sz="600"/>
            </a:lvl9pPr>
          </a:lstStyle>
          <a:p/>
        </p:txBody>
      </p:sp>
      <p:sp>
        <p:nvSpPr>
          <p:cNvPr id="292" name="Google Shape;292;p27"/>
          <p:cNvSpPr txBox="1"/>
          <p:nvPr>
            <p:ph idx="7" type="subTitle"/>
          </p:nvPr>
        </p:nvSpPr>
        <p:spPr>
          <a:xfrm>
            <a:off x="4071675" y="3061794"/>
            <a:ext cx="1728300" cy="173100"/>
          </a:xfrm>
          <a:prstGeom prst="rect">
            <a:avLst/>
          </a:prstGeom>
        </p:spPr>
        <p:txBody>
          <a:bodyPr anchorCtr="0" anchor="t" bIns="0" lIns="0" spcFirstLastPara="1" rIns="0" wrap="square" tIns="0">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293" name="Google Shape;293;p27"/>
          <p:cNvSpPr txBox="1"/>
          <p:nvPr>
            <p:ph idx="8" type="subTitle"/>
          </p:nvPr>
        </p:nvSpPr>
        <p:spPr>
          <a:xfrm>
            <a:off x="4071675" y="2542375"/>
            <a:ext cx="1728300" cy="519300"/>
          </a:xfrm>
          <a:prstGeom prst="rect">
            <a:avLst/>
          </a:prstGeom>
        </p:spPr>
        <p:txBody>
          <a:bodyPr anchorCtr="0" anchor="t" bIns="0" lIns="0" spcFirstLastPara="1" rIns="0" wrap="square" tIns="0">
            <a:noAutofit/>
          </a:bodyPr>
          <a:lstStyle>
            <a:lvl1pPr lvl="0">
              <a:spcBef>
                <a:spcPts val="0"/>
              </a:spcBef>
              <a:spcAft>
                <a:spcPts val="0"/>
              </a:spcAft>
              <a:buNone/>
              <a:defRPr sz="3600">
                <a:latin typeface="Outfit"/>
                <a:ea typeface="Outfit"/>
                <a:cs typeface="Outfit"/>
                <a:sym typeface="Outfit"/>
              </a:defRPr>
            </a:lvl1pPr>
            <a:lvl2pPr lvl="1">
              <a:spcBef>
                <a:spcPts val="0"/>
              </a:spcBef>
              <a:spcAft>
                <a:spcPts val="0"/>
              </a:spcAft>
              <a:buSzPts val="3600"/>
              <a:buFont typeface="Outfit"/>
              <a:buNone/>
              <a:defRPr sz="3600">
                <a:latin typeface="Outfit"/>
                <a:ea typeface="Outfit"/>
                <a:cs typeface="Outfit"/>
                <a:sym typeface="Outfit"/>
              </a:defRPr>
            </a:lvl2pPr>
            <a:lvl3pPr lvl="2">
              <a:spcBef>
                <a:spcPts val="0"/>
              </a:spcBef>
              <a:spcAft>
                <a:spcPts val="0"/>
              </a:spcAft>
              <a:buSzPts val="3600"/>
              <a:buFont typeface="Outfit"/>
              <a:buNone/>
              <a:defRPr sz="3600">
                <a:latin typeface="Outfit"/>
                <a:ea typeface="Outfit"/>
                <a:cs typeface="Outfit"/>
                <a:sym typeface="Outfit"/>
              </a:defRPr>
            </a:lvl3pPr>
            <a:lvl4pPr lvl="3">
              <a:spcBef>
                <a:spcPts val="0"/>
              </a:spcBef>
              <a:spcAft>
                <a:spcPts val="0"/>
              </a:spcAft>
              <a:buSzPts val="3600"/>
              <a:buFont typeface="Outfit"/>
              <a:buNone/>
              <a:defRPr sz="3600">
                <a:latin typeface="Outfit"/>
                <a:ea typeface="Outfit"/>
                <a:cs typeface="Outfit"/>
                <a:sym typeface="Outfit"/>
              </a:defRPr>
            </a:lvl4pPr>
            <a:lvl5pPr lvl="4">
              <a:spcBef>
                <a:spcPts val="0"/>
              </a:spcBef>
              <a:spcAft>
                <a:spcPts val="0"/>
              </a:spcAft>
              <a:buSzPts val="3600"/>
              <a:buFont typeface="Outfit"/>
              <a:buNone/>
              <a:defRPr sz="3600">
                <a:latin typeface="Outfit"/>
                <a:ea typeface="Outfit"/>
                <a:cs typeface="Outfit"/>
                <a:sym typeface="Outfit"/>
              </a:defRPr>
            </a:lvl5pPr>
            <a:lvl6pPr lvl="5">
              <a:spcBef>
                <a:spcPts val="0"/>
              </a:spcBef>
              <a:spcAft>
                <a:spcPts val="0"/>
              </a:spcAft>
              <a:buSzPts val="3600"/>
              <a:buFont typeface="Outfit"/>
              <a:buNone/>
              <a:defRPr sz="3600">
                <a:latin typeface="Outfit"/>
                <a:ea typeface="Outfit"/>
                <a:cs typeface="Outfit"/>
                <a:sym typeface="Outfit"/>
              </a:defRPr>
            </a:lvl6pPr>
            <a:lvl7pPr lvl="6">
              <a:spcBef>
                <a:spcPts val="0"/>
              </a:spcBef>
              <a:spcAft>
                <a:spcPts val="0"/>
              </a:spcAft>
              <a:buSzPts val="3600"/>
              <a:buFont typeface="Outfit"/>
              <a:buNone/>
              <a:defRPr sz="3600">
                <a:latin typeface="Outfit"/>
                <a:ea typeface="Outfit"/>
                <a:cs typeface="Outfit"/>
                <a:sym typeface="Outfit"/>
              </a:defRPr>
            </a:lvl7pPr>
            <a:lvl8pPr lvl="7">
              <a:spcBef>
                <a:spcPts val="0"/>
              </a:spcBef>
              <a:spcAft>
                <a:spcPts val="0"/>
              </a:spcAft>
              <a:buSzPts val="3600"/>
              <a:buFont typeface="Outfit"/>
              <a:buNone/>
              <a:defRPr sz="3600">
                <a:latin typeface="Outfit"/>
                <a:ea typeface="Outfit"/>
                <a:cs typeface="Outfit"/>
                <a:sym typeface="Outfit"/>
              </a:defRPr>
            </a:lvl8pPr>
            <a:lvl9pPr lvl="8">
              <a:spcBef>
                <a:spcPts val="0"/>
              </a:spcBef>
              <a:spcAft>
                <a:spcPts val="0"/>
              </a:spcAft>
              <a:buSzPts val="3600"/>
              <a:buFont typeface="Outfit"/>
              <a:buNone/>
              <a:defRPr sz="3600">
                <a:latin typeface="Outfit"/>
                <a:ea typeface="Outfit"/>
                <a:cs typeface="Outfit"/>
                <a:sym typeface="Outfit"/>
              </a:defRPr>
            </a:lvl9pPr>
          </a:lstStyle>
          <a:p/>
        </p:txBody>
      </p:sp>
      <p:sp>
        <p:nvSpPr>
          <p:cNvPr id="294" name="Google Shape;294;p27"/>
          <p:cNvSpPr txBox="1"/>
          <p:nvPr>
            <p:ph idx="9" type="subTitle"/>
          </p:nvPr>
        </p:nvSpPr>
        <p:spPr>
          <a:xfrm>
            <a:off x="4071675" y="4178694"/>
            <a:ext cx="1728300" cy="173100"/>
          </a:xfrm>
          <a:prstGeom prst="rect">
            <a:avLst/>
          </a:prstGeom>
        </p:spPr>
        <p:txBody>
          <a:bodyPr anchorCtr="0" anchor="t" bIns="0" lIns="0" spcFirstLastPara="1" rIns="0" wrap="square" tIns="0">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295" name="Google Shape;295;p27"/>
          <p:cNvSpPr txBox="1"/>
          <p:nvPr>
            <p:ph idx="13" type="subTitle"/>
          </p:nvPr>
        </p:nvSpPr>
        <p:spPr>
          <a:xfrm>
            <a:off x="4071675" y="3659275"/>
            <a:ext cx="1728300" cy="519300"/>
          </a:xfrm>
          <a:prstGeom prst="rect">
            <a:avLst/>
          </a:prstGeom>
        </p:spPr>
        <p:txBody>
          <a:bodyPr anchorCtr="0" anchor="t" bIns="0" lIns="0" spcFirstLastPara="1" rIns="0" wrap="square" tIns="0">
            <a:noAutofit/>
          </a:bodyPr>
          <a:lstStyle>
            <a:lvl1pPr lvl="0">
              <a:spcBef>
                <a:spcPts val="0"/>
              </a:spcBef>
              <a:spcAft>
                <a:spcPts val="0"/>
              </a:spcAft>
              <a:buNone/>
              <a:defRPr sz="3600">
                <a:latin typeface="Outfit"/>
                <a:ea typeface="Outfit"/>
                <a:cs typeface="Outfit"/>
                <a:sym typeface="Outfit"/>
              </a:defRPr>
            </a:lvl1pPr>
            <a:lvl2pPr lvl="1">
              <a:spcBef>
                <a:spcPts val="0"/>
              </a:spcBef>
              <a:spcAft>
                <a:spcPts val="0"/>
              </a:spcAft>
              <a:buSzPts val="3600"/>
              <a:buFont typeface="Outfit"/>
              <a:buNone/>
              <a:defRPr sz="3600">
                <a:latin typeface="Outfit"/>
                <a:ea typeface="Outfit"/>
                <a:cs typeface="Outfit"/>
                <a:sym typeface="Outfit"/>
              </a:defRPr>
            </a:lvl2pPr>
            <a:lvl3pPr lvl="2">
              <a:spcBef>
                <a:spcPts val="0"/>
              </a:spcBef>
              <a:spcAft>
                <a:spcPts val="0"/>
              </a:spcAft>
              <a:buSzPts val="3600"/>
              <a:buFont typeface="Outfit"/>
              <a:buNone/>
              <a:defRPr sz="3600">
                <a:latin typeface="Outfit"/>
                <a:ea typeface="Outfit"/>
                <a:cs typeface="Outfit"/>
                <a:sym typeface="Outfit"/>
              </a:defRPr>
            </a:lvl3pPr>
            <a:lvl4pPr lvl="3">
              <a:spcBef>
                <a:spcPts val="0"/>
              </a:spcBef>
              <a:spcAft>
                <a:spcPts val="0"/>
              </a:spcAft>
              <a:buSzPts val="3600"/>
              <a:buFont typeface="Outfit"/>
              <a:buNone/>
              <a:defRPr sz="3600">
                <a:latin typeface="Outfit"/>
                <a:ea typeface="Outfit"/>
                <a:cs typeface="Outfit"/>
                <a:sym typeface="Outfit"/>
              </a:defRPr>
            </a:lvl4pPr>
            <a:lvl5pPr lvl="4">
              <a:spcBef>
                <a:spcPts val="0"/>
              </a:spcBef>
              <a:spcAft>
                <a:spcPts val="0"/>
              </a:spcAft>
              <a:buSzPts val="3600"/>
              <a:buFont typeface="Outfit"/>
              <a:buNone/>
              <a:defRPr sz="3600">
                <a:latin typeface="Outfit"/>
                <a:ea typeface="Outfit"/>
                <a:cs typeface="Outfit"/>
                <a:sym typeface="Outfit"/>
              </a:defRPr>
            </a:lvl5pPr>
            <a:lvl6pPr lvl="5">
              <a:spcBef>
                <a:spcPts val="0"/>
              </a:spcBef>
              <a:spcAft>
                <a:spcPts val="0"/>
              </a:spcAft>
              <a:buSzPts val="3600"/>
              <a:buFont typeface="Outfit"/>
              <a:buNone/>
              <a:defRPr sz="3600">
                <a:latin typeface="Outfit"/>
                <a:ea typeface="Outfit"/>
                <a:cs typeface="Outfit"/>
                <a:sym typeface="Outfit"/>
              </a:defRPr>
            </a:lvl6pPr>
            <a:lvl7pPr lvl="6">
              <a:spcBef>
                <a:spcPts val="0"/>
              </a:spcBef>
              <a:spcAft>
                <a:spcPts val="0"/>
              </a:spcAft>
              <a:buSzPts val="3600"/>
              <a:buFont typeface="Outfit"/>
              <a:buNone/>
              <a:defRPr sz="3600">
                <a:latin typeface="Outfit"/>
                <a:ea typeface="Outfit"/>
                <a:cs typeface="Outfit"/>
                <a:sym typeface="Outfit"/>
              </a:defRPr>
            </a:lvl7pPr>
            <a:lvl8pPr lvl="7">
              <a:spcBef>
                <a:spcPts val="0"/>
              </a:spcBef>
              <a:spcAft>
                <a:spcPts val="0"/>
              </a:spcAft>
              <a:buSzPts val="3600"/>
              <a:buFont typeface="Outfit"/>
              <a:buNone/>
              <a:defRPr sz="3600">
                <a:latin typeface="Outfit"/>
                <a:ea typeface="Outfit"/>
                <a:cs typeface="Outfit"/>
                <a:sym typeface="Outfit"/>
              </a:defRPr>
            </a:lvl8pPr>
            <a:lvl9pPr lvl="8">
              <a:spcBef>
                <a:spcPts val="0"/>
              </a:spcBef>
              <a:spcAft>
                <a:spcPts val="0"/>
              </a:spcAft>
              <a:buSzPts val="3600"/>
              <a:buFont typeface="Outfit"/>
              <a:buNone/>
              <a:defRPr sz="3600">
                <a:latin typeface="Outfit"/>
                <a:ea typeface="Outfit"/>
                <a:cs typeface="Outfit"/>
                <a:sym typeface="Outfit"/>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table">
  <p:cSld name="CUSTOM_11">
    <p:spTree>
      <p:nvGrpSpPr>
        <p:cNvPr id="296" name="Shape 296"/>
        <p:cNvGrpSpPr/>
        <p:nvPr/>
      </p:nvGrpSpPr>
      <p:grpSpPr>
        <a:xfrm>
          <a:off x="0" y="0"/>
          <a:ext cx="0" cy="0"/>
          <a:chOff x="0" y="0"/>
          <a:chExt cx="0" cy="0"/>
        </a:xfrm>
      </p:grpSpPr>
      <p:sp>
        <p:nvSpPr>
          <p:cNvPr id="297" name="Google Shape;297;p28"/>
          <p:cNvSpPr txBox="1"/>
          <p:nvPr>
            <p:ph type="title"/>
          </p:nvPr>
        </p:nvSpPr>
        <p:spPr>
          <a:xfrm>
            <a:off x="284775" y="282900"/>
            <a:ext cx="7851300" cy="4764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98" name="Google Shape;298;p28"/>
          <p:cNvSpPr txBox="1"/>
          <p:nvPr>
            <p:ph idx="1" type="subTitle"/>
          </p:nvPr>
        </p:nvSpPr>
        <p:spPr>
          <a:xfrm>
            <a:off x="2455100" y="1661000"/>
            <a:ext cx="2064000" cy="195300"/>
          </a:xfrm>
          <a:prstGeom prst="rect">
            <a:avLst/>
          </a:prstGeom>
        </p:spPr>
        <p:txBody>
          <a:bodyPr anchorCtr="0" anchor="ctr" bIns="0" lIns="0" spcFirstLastPara="1" rIns="0" wrap="square" tIns="0">
            <a:noAutofit/>
          </a:bodyPr>
          <a:lstStyle>
            <a:lvl1pPr lvl="0">
              <a:spcBef>
                <a:spcPts val="0"/>
              </a:spcBef>
              <a:spcAft>
                <a:spcPts val="0"/>
              </a:spcAft>
              <a:buNone/>
              <a:defRPr>
                <a:latin typeface="Outfit SemiBold"/>
                <a:ea typeface="Outfit SemiBold"/>
                <a:cs typeface="Outfit SemiBold"/>
                <a:sym typeface="Outfit SemiBold"/>
              </a:defRPr>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299" name="Google Shape;299;p28"/>
          <p:cNvSpPr txBox="1"/>
          <p:nvPr>
            <p:ph idx="2" type="subTitle"/>
          </p:nvPr>
        </p:nvSpPr>
        <p:spPr>
          <a:xfrm>
            <a:off x="4624900" y="1661000"/>
            <a:ext cx="2064000" cy="195300"/>
          </a:xfrm>
          <a:prstGeom prst="rect">
            <a:avLst/>
          </a:prstGeom>
        </p:spPr>
        <p:txBody>
          <a:bodyPr anchorCtr="0" anchor="ctr" bIns="0" lIns="0" spcFirstLastPara="1" rIns="0" wrap="square" tIns="0">
            <a:noAutofit/>
          </a:bodyPr>
          <a:lstStyle>
            <a:lvl1pPr lvl="0">
              <a:spcBef>
                <a:spcPts val="0"/>
              </a:spcBef>
              <a:spcAft>
                <a:spcPts val="0"/>
              </a:spcAft>
              <a:buNone/>
              <a:defRPr>
                <a:latin typeface="Outfit SemiBold"/>
                <a:ea typeface="Outfit SemiBold"/>
                <a:cs typeface="Outfit SemiBold"/>
                <a:sym typeface="Outfit SemiBold"/>
              </a:defRPr>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00" name="Google Shape;300;p28"/>
          <p:cNvSpPr txBox="1"/>
          <p:nvPr>
            <p:ph idx="3" type="subTitle"/>
          </p:nvPr>
        </p:nvSpPr>
        <p:spPr>
          <a:xfrm>
            <a:off x="6794700" y="1661000"/>
            <a:ext cx="2064000" cy="195300"/>
          </a:xfrm>
          <a:prstGeom prst="rect">
            <a:avLst/>
          </a:prstGeom>
        </p:spPr>
        <p:txBody>
          <a:bodyPr anchorCtr="0" anchor="ctr" bIns="0" lIns="0" spcFirstLastPara="1" rIns="0" wrap="square" tIns="0">
            <a:noAutofit/>
          </a:bodyPr>
          <a:lstStyle>
            <a:lvl1pPr lvl="0">
              <a:spcBef>
                <a:spcPts val="0"/>
              </a:spcBef>
              <a:spcAft>
                <a:spcPts val="0"/>
              </a:spcAft>
              <a:buNone/>
              <a:defRPr>
                <a:latin typeface="Outfit SemiBold"/>
                <a:ea typeface="Outfit SemiBold"/>
                <a:cs typeface="Outfit SemiBold"/>
                <a:sym typeface="Outfit SemiBold"/>
              </a:defRPr>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01" name="Google Shape;301;p28"/>
          <p:cNvSpPr txBox="1"/>
          <p:nvPr>
            <p:ph idx="4" type="subTitle"/>
          </p:nvPr>
        </p:nvSpPr>
        <p:spPr>
          <a:xfrm>
            <a:off x="391275" y="1661000"/>
            <a:ext cx="1957500" cy="195300"/>
          </a:xfrm>
          <a:prstGeom prst="rect">
            <a:avLst/>
          </a:prstGeom>
        </p:spPr>
        <p:txBody>
          <a:bodyPr anchorCtr="0" anchor="ctr" bIns="0" lIns="0" spcFirstLastPara="1" rIns="0" wrap="square" tIns="0">
            <a:noAutofit/>
          </a:bodyPr>
          <a:lstStyle>
            <a:lvl1pPr lvl="0">
              <a:spcBef>
                <a:spcPts val="0"/>
              </a:spcBef>
              <a:spcAft>
                <a:spcPts val="0"/>
              </a:spcAft>
              <a:buNone/>
              <a:defRPr>
                <a:latin typeface="Outfit SemiBold"/>
                <a:ea typeface="Outfit SemiBold"/>
                <a:cs typeface="Outfit SemiBold"/>
                <a:sym typeface="Outfit SemiBold"/>
              </a:defRPr>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02" name="Google Shape;302;p28"/>
          <p:cNvSpPr txBox="1"/>
          <p:nvPr>
            <p:ph idx="5" type="subTitle"/>
          </p:nvPr>
        </p:nvSpPr>
        <p:spPr>
          <a:xfrm>
            <a:off x="391275" y="2111375"/>
            <a:ext cx="1957500" cy="195300"/>
          </a:xfrm>
          <a:prstGeom prst="rect">
            <a:avLst/>
          </a:prstGeom>
        </p:spPr>
        <p:txBody>
          <a:bodyPr anchorCtr="0" anchor="t" bIns="0" lIns="0" spcFirstLastPara="1" rIns="182875" wrap="square" tIns="0">
            <a:noAutofit/>
          </a:bodyPr>
          <a:lstStyle>
            <a:lvl1pPr lvl="0">
              <a:spcBef>
                <a:spcPts val="0"/>
              </a:spcBef>
              <a:spcAft>
                <a:spcPts val="0"/>
              </a:spcAft>
              <a:buNone/>
              <a:defRPr sz="1000">
                <a:latin typeface="Outfit SemiBold"/>
                <a:ea typeface="Outfit SemiBold"/>
                <a:cs typeface="Outfit SemiBold"/>
                <a:sym typeface="Outfit SemiBold"/>
              </a:defRPr>
            </a:lvl1pPr>
            <a:lvl2pPr lvl="1">
              <a:lnSpc>
                <a:spcPct val="90000"/>
              </a:lnSpc>
              <a:spcBef>
                <a:spcPts val="0"/>
              </a:spcBef>
              <a:spcAft>
                <a:spcPts val="0"/>
              </a:spcAft>
              <a:buSzPts val="1000"/>
              <a:buFont typeface="Outfit"/>
              <a:buNone/>
              <a:defRPr sz="1000">
                <a:latin typeface="Outfit"/>
                <a:ea typeface="Outfit"/>
                <a:cs typeface="Outfit"/>
                <a:sym typeface="Outfit"/>
              </a:defRPr>
            </a:lvl2pPr>
            <a:lvl3pPr lvl="2">
              <a:lnSpc>
                <a:spcPct val="90000"/>
              </a:lnSpc>
              <a:spcBef>
                <a:spcPts val="0"/>
              </a:spcBef>
              <a:spcAft>
                <a:spcPts val="0"/>
              </a:spcAft>
              <a:buSzPts val="1000"/>
              <a:buFont typeface="Outfit"/>
              <a:buNone/>
              <a:defRPr sz="1000">
                <a:latin typeface="Outfit"/>
                <a:ea typeface="Outfit"/>
                <a:cs typeface="Outfit"/>
                <a:sym typeface="Outfit"/>
              </a:defRPr>
            </a:lvl3pPr>
            <a:lvl4pPr lvl="3">
              <a:lnSpc>
                <a:spcPct val="90000"/>
              </a:lnSpc>
              <a:spcBef>
                <a:spcPts val="0"/>
              </a:spcBef>
              <a:spcAft>
                <a:spcPts val="0"/>
              </a:spcAft>
              <a:buSzPts val="1000"/>
              <a:buFont typeface="Outfit"/>
              <a:buNone/>
              <a:defRPr sz="1000">
                <a:latin typeface="Outfit"/>
                <a:ea typeface="Outfit"/>
                <a:cs typeface="Outfit"/>
                <a:sym typeface="Outfit"/>
              </a:defRPr>
            </a:lvl4pPr>
            <a:lvl5pPr lvl="4">
              <a:lnSpc>
                <a:spcPct val="90000"/>
              </a:lnSpc>
              <a:spcBef>
                <a:spcPts val="0"/>
              </a:spcBef>
              <a:spcAft>
                <a:spcPts val="0"/>
              </a:spcAft>
              <a:buSzPts val="1000"/>
              <a:buFont typeface="Outfit"/>
              <a:buNone/>
              <a:defRPr sz="1000">
                <a:latin typeface="Outfit"/>
                <a:ea typeface="Outfit"/>
                <a:cs typeface="Outfit"/>
                <a:sym typeface="Outfit"/>
              </a:defRPr>
            </a:lvl5pPr>
            <a:lvl6pPr lvl="5">
              <a:lnSpc>
                <a:spcPct val="90000"/>
              </a:lnSpc>
              <a:spcBef>
                <a:spcPts val="0"/>
              </a:spcBef>
              <a:spcAft>
                <a:spcPts val="0"/>
              </a:spcAft>
              <a:buSzPts val="1000"/>
              <a:buFont typeface="Outfit"/>
              <a:buNone/>
              <a:defRPr sz="1000">
                <a:latin typeface="Outfit"/>
                <a:ea typeface="Outfit"/>
                <a:cs typeface="Outfit"/>
                <a:sym typeface="Outfit"/>
              </a:defRPr>
            </a:lvl6pPr>
            <a:lvl7pPr lvl="6">
              <a:lnSpc>
                <a:spcPct val="90000"/>
              </a:lnSpc>
              <a:spcBef>
                <a:spcPts val="0"/>
              </a:spcBef>
              <a:spcAft>
                <a:spcPts val="0"/>
              </a:spcAft>
              <a:buSzPts val="1000"/>
              <a:buFont typeface="Outfit"/>
              <a:buNone/>
              <a:defRPr sz="1000">
                <a:latin typeface="Outfit"/>
                <a:ea typeface="Outfit"/>
                <a:cs typeface="Outfit"/>
                <a:sym typeface="Outfit"/>
              </a:defRPr>
            </a:lvl7pPr>
            <a:lvl8pPr lvl="7">
              <a:lnSpc>
                <a:spcPct val="90000"/>
              </a:lnSpc>
              <a:spcBef>
                <a:spcPts val="0"/>
              </a:spcBef>
              <a:spcAft>
                <a:spcPts val="0"/>
              </a:spcAft>
              <a:buSzPts val="1000"/>
              <a:buFont typeface="Outfit"/>
              <a:buNone/>
              <a:defRPr sz="1000">
                <a:latin typeface="Outfit"/>
                <a:ea typeface="Outfit"/>
                <a:cs typeface="Outfit"/>
                <a:sym typeface="Outfit"/>
              </a:defRPr>
            </a:lvl8pPr>
            <a:lvl9pPr lvl="8">
              <a:lnSpc>
                <a:spcPct val="90000"/>
              </a:lnSpc>
              <a:spcBef>
                <a:spcPts val="0"/>
              </a:spcBef>
              <a:spcAft>
                <a:spcPts val="0"/>
              </a:spcAft>
              <a:buSzPts val="1000"/>
              <a:buFont typeface="Outfit"/>
              <a:buNone/>
              <a:defRPr sz="1000">
                <a:latin typeface="Outfit"/>
                <a:ea typeface="Outfit"/>
                <a:cs typeface="Outfit"/>
                <a:sym typeface="Outfit"/>
              </a:defRPr>
            </a:lvl9pPr>
          </a:lstStyle>
          <a:p/>
        </p:txBody>
      </p:sp>
      <p:sp>
        <p:nvSpPr>
          <p:cNvPr id="303" name="Google Shape;303;p28"/>
          <p:cNvSpPr txBox="1"/>
          <p:nvPr>
            <p:ph idx="6" type="subTitle"/>
          </p:nvPr>
        </p:nvSpPr>
        <p:spPr>
          <a:xfrm>
            <a:off x="391275" y="3160850"/>
            <a:ext cx="1957500" cy="195300"/>
          </a:xfrm>
          <a:prstGeom prst="rect">
            <a:avLst/>
          </a:prstGeom>
        </p:spPr>
        <p:txBody>
          <a:bodyPr anchorCtr="0" anchor="t" bIns="0" lIns="0" spcFirstLastPara="1" rIns="182875" wrap="square" tIns="0">
            <a:noAutofit/>
          </a:bodyPr>
          <a:lstStyle>
            <a:lvl1pPr lvl="0">
              <a:spcBef>
                <a:spcPts val="0"/>
              </a:spcBef>
              <a:spcAft>
                <a:spcPts val="0"/>
              </a:spcAft>
              <a:buNone/>
              <a:defRPr sz="1000">
                <a:latin typeface="Outfit SemiBold"/>
                <a:ea typeface="Outfit SemiBold"/>
                <a:cs typeface="Outfit SemiBold"/>
                <a:sym typeface="Outfit SemiBold"/>
              </a:defRPr>
            </a:lvl1pPr>
            <a:lvl2pPr lvl="1">
              <a:lnSpc>
                <a:spcPct val="90000"/>
              </a:lnSpc>
              <a:spcBef>
                <a:spcPts val="0"/>
              </a:spcBef>
              <a:spcAft>
                <a:spcPts val="0"/>
              </a:spcAft>
              <a:buSzPts val="1000"/>
              <a:buFont typeface="Outfit"/>
              <a:buNone/>
              <a:defRPr sz="1000">
                <a:latin typeface="Outfit"/>
                <a:ea typeface="Outfit"/>
                <a:cs typeface="Outfit"/>
                <a:sym typeface="Outfit"/>
              </a:defRPr>
            </a:lvl2pPr>
            <a:lvl3pPr lvl="2">
              <a:lnSpc>
                <a:spcPct val="90000"/>
              </a:lnSpc>
              <a:spcBef>
                <a:spcPts val="0"/>
              </a:spcBef>
              <a:spcAft>
                <a:spcPts val="0"/>
              </a:spcAft>
              <a:buSzPts val="1000"/>
              <a:buFont typeface="Outfit"/>
              <a:buNone/>
              <a:defRPr sz="1000">
                <a:latin typeface="Outfit"/>
                <a:ea typeface="Outfit"/>
                <a:cs typeface="Outfit"/>
                <a:sym typeface="Outfit"/>
              </a:defRPr>
            </a:lvl3pPr>
            <a:lvl4pPr lvl="3">
              <a:lnSpc>
                <a:spcPct val="90000"/>
              </a:lnSpc>
              <a:spcBef>
                <a:spcPts val="0"/>
              </a:spcBef>
              <a:spcAft>
                <a:spcPts val="0"/>
              </a:spcAft>
              <a:buSzPts val="1000"/>
              <a:buFont typeface="Outfit"/>
              <a:buNone/>
              <a:defRPr sz="1000">
                <a:latin typeface="Outfit"/>
                <a:ea typeface="Outfit"/>
                <a:cs typeface="Outfit"/>
                <a:sym typeface="Outfit"/>
              </a:defRPr>
            </a:lvl4pPr>
            <a:lvl5pPr lvl="4">
              <a:lnSpc>
                <a:spcPct val="90000"/>
              </a:lnSpc>
              <a:spcBef>
                <a:spcPts val="0"/>
              </a:spcBef>
              <a:spcAft>
                <a:spcPts val="0"/>
              </a:spcAft>
              <a:buSzPts val="1000"/>
              <a:buFont typeface="Outfit"/>
              <a:buNone/>
              <a:defRPr sz="1000">
                <a:latin typeface="Outfit"/>
                <a:ea typeface="Outfit"/>
                <a:cs typeface="Outfit"/>
                <a:sym typeface="Outfit"/>
              </a:defRPr>
            </a:lvl5pPr>
            <a:lvl6pPr lvl="5">
              <a:lnSpc>
                <a:spcPct val="90000"/>
              </a:lnSpc>
              <a:spcBef>
                <a:spcPts val="0"/>
              </a:spcBef>
              <a:spcAft>
                <a:spcPts val="0"/>
              </a:spcAft>
              <a:buSzPts val="1000"/>
              <a:buFont typeface="Outfit"/>
              <a:buNone/>
              <a:defRPr sz="1000">
                <a:latin typeface="Outfit"/>
                <a:ea typeface="Outfit"/>
                <a:cs typeface="Outfit"/>
                <a:sym typeface="Outfit"/>
              </a:defRPr>
            </a:lvl6pPr>
            <a:lvl7pPr lvl="6">
              <a:lnSpc>
                <a:spcPct val="90000"/>
              </a:lnSpc>
              <a:spcBef>
                <a:spcPts val="0"/>
              </a:spcBef>
              <a:spcAft>
                <a:spcPts val="0"/>
              </a:spcAft>
              <a:buSzPts val="1000"/>
              <a:buFont typeface="Outfit"/>
              <a:buNone/>
              <a:defRPr sz="1000">
                <a:latin typeface="Outfit"/>
                <a:ea typeface="Outfit"/>
                <a:cs typeface="Outfit"/>
                <a:sym typeface="Outfit"/>
              </a:defRPr>
            </a:lvl7pPr>
            <a:lvl8pPr lvl="7">
              <a:lnSpc>
                <a:spcPct val="90000"/>
              </a:lnSpc>
              <a:spcBef>
                <a:spcPts val="0"/>
              </a:spcBef>
              <a:spcAft>
                <a:spcPts val="0"/>
              </a:spcAft>
              <a:buSzPts val="1000"/>
              <a:buFont typeface="Outfit"/>
              <a:buNone/>
              <a:defRPr sz="1000">
                <a:latin typeface="Outfit"/>
                <a:ea typeface="Outfit"/>
                <a:cs typeface="Outfit"/>
                <a:sym typeface="Outfit"/>
              </a:defRPr>
            </a:lvl8pPr>
            <a:lvl9pPr lvl="8">
              <a:lnSpc>
                <a:spcPct val="90000"/>
              </a:lnSpc>
              <a:spcBef>
                <a:spcPts val="0"/>
              </a:spcBef>
              <a:spcAft>
                <a:spcPts val="0"/>
              </a:spcAft>
              <a:buSzPts val="1000"/>
              <a:buFont typeface="Outfit"/>
              <a:buNone/>
              <a:defRPr sz="1000">
                <a:latin typeface="Outfit"/>
                <a:ea typeface="Outfit"/>
                <a:cs typeface="Outfit"/>
                <a:sym typeface="Outfit"/>
              </a:defRPr>
            </a:lvl9pPr>
          </a:lstStyle>
          <a:p/>
        </p:txBody>
      </p:sp>
      <p:sp>
        <p:nvSpPr>
          <p:cNvPr id="304" name="Google Shape;304;p28"/>
          <p:cNvSpPr txBox="1"/>
          <p:nvPr>
            <p:ph idx="7" type="subTitle"/>
          </p:nvPr>
        </p:nvSpPr>
        <p:spPr>
          <a:xfrm>
            <a:off x="391275" y="4049675"/>
            <a:ext cx="1957500" cy="195300"/>
          </a:xfrm>
          <a:prstGeom prst="rect">
            <a:avLst/>
          </a:prstGeom>
        </p:spPr>
        <p:txBody>
          <a:bodyPr anchorCtr="0" anchor="t" bIns="0" lIns="0" spcFirstLastPara="1" rIns="182875" wrap="square" tIns="0">
            <a:noAutofit/>
          </a:bodyPr>
          <a:lstStyle>
            <a:lvl1pPr lvl="0">
              <a:spcBef>
                <a:spcPts val="0"/>
              </a:spcBef>
              <a:spcAft>
                <a:spcPts val="0"/>
              </a:spcAft>
              <a:buNone/>
              <a:defRPr sz="1000">
                <a:latin typeface="Outfit SemiBold"/>
                <a:ea typeface="Outfit SemiBold"/>
                <a:cs typeface="Outfit SemiBold"/>
                <a:sym typeface="Outfit SemiBold"/>
              </a:defRPr>
            </a:lvl1pPr>
            <a:lvl2pPr lvl="1">
              <a:lnSpc>
                <a:spcPct val="90000"/>
              </a:lnSpc>
              <a:spcBef>
                <a:spcPts val="0"/>
              </a:spcBef>
              <a:spcAft>
                <a:spcPts val="0"/>
              </a:spcAft>
              <a:buSzPts val="1000"/>
              <a:buFont typeface="Outfit"/>
              <a:buNone/>
              <a:defRPr sz="1000">
                <a:latin typeface="Outfit"/>
                <a:ea typeface="Outfit"/>
                <a:cs typeface="Outfit"/>
                <a:sym typeface="Outfit"/>
              </a:defRPr>
            </a:lvl2pPr>
            <a:lvl3pPr lvl="2">
              <a:lnSpc>
                <a:spcPct val="90000"/>
              </a:lnSpc>
              <a:spcBef>
                <a:spcPts val="0"/>
              </a:spcBef>
              <a:spcAft>
                <a:spcPts val="0"/>
              </a:spcAft>
              <a:buSzPts val="1000"/>
              <a:buFont typeface="Outfit"/>
              <a:buNone/>
              <a:defRPr sz="1000">
                <a:latin typeface="Outfit"/>
                <a:ea typeface="Outfit"/>
                <a:cs typeface="Outfit"/>
                <a:sym typeface="Outfit"/>
              </a:defRPr>
            </a:lvl3pPr>
            <a:lvl4pPr lvl="3">
              <a:lnSpc>
                <a:spcPct val="90000"/>
              </a:lnSpc>
              <a:spcBef>
                <a:spcPts val="0"/>
              </a:spcBef>
              <a:spcAft>
                <a:spcPts val="0"/>
              </a:spcAft>
              <a:buSzPts val="1000"/>
              <a:buFont typeface="Outfit"/>
              <a:buNone/>
              <a:defRPr sz="1000">
                <a:latin typeface="Outfit"/>
                <a:ea typeface="Outfit"/>
                <a:cs typeface="Outfit"/>
                <a:sym typeface="Outfit"/>
              </a:defRPr>
            </a:lvl4pPr>
            <a:lvl5pPr lvl="4">
              <a:lnSpc>
                <a:spcPct val="90000"/>
              </a:lnSpc>
              <a:spcBef>
                <a:spcPts val="0"/>
              </a:spcBef>
              <a:spcAft>
                <a:spcPts val="0"/>
              </a:spcAft>
              <a:buSzPts val="1000"/>
              <a:buFont typeface="Outfit"/>
              <a:buNone/>
              <a:defRPr sz="1000">
                <a:latin typeface="Outfit"/>
                <a:ea typeface="Outfit"/>
                <a:cs typeface="Outfit"/>
                <a:sym typeface="Outfit"/>
              </a:defRPr>
            </a:lvl5pPr>
            <a:lvl6pPr lvl="5">
              <a:lnSpc>
                <a:spcPct val="90000"/>
              </a:lnSpc>
              <a:spcBef>
                <a:spcPts val="0"/>
              </a:spcBef>
              <a:spcAft>
                <a:spcPts val="0"/>
              </a:spcAft>
              <a:buSzPts val="1000"/>
              <a:buFont typeface="Outfit"/>
              <a:buNone/>
              <a:defRPr sz="1000">
                <a:latin typeface="Outfit"/>
                <a:ea typeface="Outfit"/>
                <a:cs typeface="Outfit"/>
                <a:sym typeface="Outfit"/>
              </a:defRPr>
            </a:lvl6pPr>
            <a:lvl7pPr lvl="6">
              <a:lnSpc>
                <a:spcPct val="90000"/>
              </a:lnSpc>
              <a:spcBef>
                <a:spcPts val="0"/>
              </a:spcBef>
              <a:spcAft>
                <a:spcPts val="0"/>
              </a:spcAft>
              <a:buSzPts val="1000"/>
              <a:buFont typeface="Outfit"/>
              <a:buNone/>
              <a:defRPr sz="1000">
                <a:latin typeface="Outfit"/>
                <a:ea typeface="Outfit"/>
                <a:cs typeface="Outfit"/>
                <a:sym typeface="Outfit"/>
              </a:defRPr>
            </a:lvl7pPr>
            <a:lvl8pPr lvl="7">
              <a:lnSpc>
                <a:spcPct val="90000"/>
              </a:lnSpc>
              <a:spcBef>
                <a:spcPts val="0"/>
              </a:spcBef>
              <a:spcAft>
                <a:spcPts val="0"/>
              </a:spcAft>
              <a:buSzPts val="1000"/>
              <a:buFont typeface="Outfit"/>
              <a:buNone/>
              <a:defRPr sz="1000">
                <a:latin typeface="Outfit"/>
                <a:ea typeface="Outfit"/>
                <a:cs typeface="Outfit"/>
                <a:sym typeface="Outfit"/>
              </a:defRPr>
            </a:lvl8pPr>
            <a:lvl9pPr lvl="8">
              <a:lnSpc>
                <a:spcPct val="90000"/>
              </a:lnSpc>
              <a:spcBef>
                <a:spcPts val="0"/>
              </a:spcBef>
              <a:spcAft>
                <a:spcPts val="0"/>
              </a:spcAft>
              <a:buSzPts val="1000"/>
              <a:buFont typeface="Outfit"/>
              <a:buNone/>
              <a:defRPr sz="1000">
                <a:latin typeface="Outfit"/>
                <a:ea typeface="Outfit"/>
                <a:cs typeface="Outfit"/>
                <a:sym typeface="Outfit"/>
              </a:defRPr>
            </a:lvl9pPr>
          </a:lstStyle>
          <a:p/>
        </p:txBody>
      </p:sp>
      <p:sp>
        <p:nvSpPr>
          <p:cNvPr id="305" name="Google Shape;305;p28"/>
          <p:cNvSpPr txBox="1"/>
          <p:nvPr>
            <p:ph idx="8" type="subTitle"/>
          </p:nvPr>
        </p:nvSpPr>
        <p:spPr>
          <a:xfrm>
            <a:off x="2455100" y="2111375"/>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06" name="Google Shape;306;p28"/>
          <p:cNvSpPr txBox="1"/>
          <p:nvPr>
            <p:ph idx="9" type="subTitle"/>
          </p:nvPr>
        </p:nvSpPr>
        <p:spPr>
          <a:xfrm>
            <a:off x="2455100" y="3174088"/>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07" name="Google Shape;307;p28"/>
          <p:cNvSpPr txBox="1"/>
          <p:nvPr>
            <p:ph idx="13" type="subTitle"/>
          </p:nvPr>
        </p:nvSpPr>
        <p:spPr>
          <a:xfrm>
            <a:off x="2455100" y="4075913"/>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08" name="Google Shape;308;p28"/>
          <p:cNvSpPr txBox="1"/>
          <p:nvPr>
            <p:ph idx="14" type="subTitle"/>
          </p:nvPr>
        </p:nvSpPr>
        <p:spPr>
          <a:xfrm>
            <a:off x="4625425" y="2111375"/>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09" name="Google Shape;309;p28"/>
          <p:cNvSpPr txBox="1"/>
          <p:nvPr>
            <p:ph idx="15" type="subTitle"/>
          </p:nvPr>
        </p:nvSpPr>
        <p:spPr>
          <a:xfrm>
            <a:off x="4625425" y="3174088"/>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10" name="Google Shape;310;p28"/>
          <p:cNvSpPr txBox="1"/>
          <p:nvPr>
            <p:ph idx="16" type="subTitle"/>
          </p:nvPr>
        </p:nvSpPr>
        <p:spPr>
          <a:xfrm>
            <a:off x="4625425" y="4075913"/>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11" name="Google Shape;311;p28"/>
          <p:cNvSpPr txBox="1"/>
          <p:nvPr>
            <p:ph idx="17" type="subTitle"/>
          </p:nvPr>
        </p:nvSpPr>
        <p:spPr>
          <a:xfrm>
            <a:off x="6795750" y="2111375"/>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12" name="Google Shape;312;p28"/>
          <p:cNvSpPr txBox="1"/>
          <p:nvPr>
            <p:ph idx="18" type="subTitle"/>
          </p:nvPr>
        </p:nvSpPr>
        <p:spPr>
          <a:xfrm>
            <a:off x="6795750" y="3174088"/>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
        <p:nvSpPr>
          <p:cNvPr id="313" name="Google Shape;313;p28"/>
          <p:cNvSpPr txBox="1"/>
          <p:nvPr>
            <p:ph idx="19" type="subTitle"/>
          </p:nvPr>
        </p:nvSpPr>
        <p:spPr>
          <a:xfrm>
            <a:off x="6795750" y="4075913"/>
            <a:ext cx="2064000" cy="661200"/>
          </a:xfrm>
          <a:prstGeom prst="rect">
            <a:avLst/>
          </a:prstGeom>
        </p:spPr>
        <p:txBody>
          <a:bodyPr anchorCtr="0" anchor="t" bIns="0" lIns="0" spcFirstLastPara="1" rIns="182875" wrap="square" tIns="0">
            <a:noAutofit/>
          </a:bodyPr>
          <a:lstStyle>
            <a:lvl1pPr lvl="0">
              <a:spcBef>
                <a:spcPts val="0"/>
              </a:spcBef>
              <a:spcAft>
                <a:spcPts val="0"/>
              </a:spcAft>
              <a:buNone/>
              <a:defRPr sz="1000"/>
            </a:lvl1pPr>
            <a:lvl2pPr lvl="1">
              <a:lnSpc>
                <a:spcPct val="90000"/>
              </a:lnSpc>
              <a:spcBef>
                <a:spcPts val="0"/>
              </a:spcBef>
              <a:spcAft>
                <a:spcPts val="0"/>
              </a:spcAft>
              <a:buSzPts val="1200"/>
              <a:buFont typeface="Outfit"/>
              <a:buNone/>
              <a:defRPr>
                <a:latin typeface="Outfit"/>
                <a:ea typeface="Outfit"/>
                <a:cs typeface="Outfit"/>
                <a:sym typeface="Outfit"/>
              </a:defRPr>
            </a:lvl2pPr>
            <a:lvl3pPr lvl="2">
              <a:lnSpc>
                <a:spcPct val="90000"/>
              </a:lnSpc>
              <a:spcBef>
                <a:spcPts val="0"/>
              </a:spcBef>
              <a:spcAft>
                <a:spcPts val="0"/>
              </a:spcAft>
              <a:buSzPts val="1200"/>
              <a:buFont typeface="Outfit"/>
              <a:buNone/>
              <a:defRPr>
                <a:latin typeface="Outfit"/>
                <a:ea typeface="Outfit"/>
                <a:cs typeface="Outfit"/>
                <a:sym typeface="Outfit"/>
              </a:defRPr>
            </a:lvl3pPr>
            <a:lvl4pPr lvl="3">
              <a:lnSpc>
                <a:spcPct val="90000"/>
              </a:lnSpc>
              <a:spcBef>
                <a:spcPts val="0"/>
              </a:spcBef>
              <a:spcAft>
                <a:spcPts val="0"/>
              </a:spcAft>
              <a:buSzPts val="1200"/>
              <a:buFont typeface="Outfit"/>
              <a:buNone/>
              <a:defRPr>
                <a:latin typeface="Outfit"/>
                <a:ea typeface="Outfit"/>
                <a:cs typeface="Outfit"/>
                <a:sym typeface="Outfit"/>
              </a:defRPr>
            </a:lvl4pPr>
            <a:lvl5pPr lvl="4">
              <a:lnSpc>
                <a:spcPct val="90000"/>
              </a:lnSpc>
              <a:spcBef>
                <a:spcPts val="0"/>
              </a:spcBef>
              <a:spcAft>
                <a:spcPts val="0"/>
              </a:spcAft>
              <a:buSzPts val="1200"/>
              <a:buFont typeface="Outfit"/>
              <a:buNone/>
              <a:defRPr>
                <a:latin typeface="Outfit"/>
                <a:ea typeface="Outfit"/>
                <a:cs typeface="Outfit"/>
                <a:sym typeface="Outfit"/>
              </a:defRPr>
            </a:lvl5pPr>
            <a:lvl6pPr lvl="5">
              <a:lnSpc>
                <a:spcPct val="90000"/>
              </a:lnSpc>
              <a:spcBef>
                <a:spcPts val="0"/>
              </a:spcBef>
              <a:spcAft>
                <a:spcPts val="0"/>
              </a:spcAft>
              <a:buSzPts val="1200"/>
              <a:buFont typeface="Outfit"/>
              <a:buNone/>
              <a:defRPr>
                <a:latin typeface="Outfit"/>
                <a:ea typeface="Outfit"/>
                <a:cs typeface="Outfit"/>
                <a:sym typeface="Outfit"/>
              </a:defRPr>
            </a:lvl6pPr>
            <a:lvl7pPr lvl="6">
              <a:lnSpc>
                <a:spcPct val="90000"/>
              </a:lnSpc>
              <a:spcBef>
                <a:spcPts val="0"/>
              </a:spcBef>
              <a:spcAft>
                <a:spcPts val="0"/>
              </a:spcAft>
              <a:buSzPts val="1200"/>
              <a:buFont typeface="Outfit"/>
              <a:buNone/>
              <a:defRPr>
                <a:latin typeface="Outfit"/>
                <a:ea typeface="Outfit"/>
                <a:cs typeface="Outfit"/>
                <a:sym typeface="Outfit"/>
              </a:defRPr>
            </a:lvl7pPr>
            <a:lvl8pPr lvl="7">
              <a:lnSpc>
                <a:spcPct val="90000"/>
              </a:lnSpc>
              <a:spcBef>
                <a:spcPts val="0"/>
              </a:spcBef>
              <a:spcAft>
                <a:spcPts val="0"/>
              </a:spcAft>
              <a:buSzPts val="1200"/>
              <a:buFont typeface="Outfit"/>
              <a:buNone/>
              <a:defRPr>
                <a:latin typeface="Outfit"/>
                <a:ea typeface="Outfit"/>
                <a:cs typeface="Outfit"/>
                <a:sym typeface="Outfit"/>
              </a:defRPr>
            </a:lvl8pPr>
            <a:lvl9pPr lvl="8">
              <a:lnSpc>
                <a:spcPct val="90000"/>
              </a:lnSpc>
              <a:spcBef>
                <a:spcPts val="0"/>
              </a:spcBef>
              <a:spcAft>
                <a:spcPts val="0"/>
              </a:spcAft>
              <a:buSzPts val="1200"/>
              <a:buFont typeface="Outfit"/>
              <a:buNone/>
              <a:defRPr>
                <a:latin typeface="Outfit"/>
                <a:ea typeface="Outfit"/>
                <a:cs typeface="Outfit"/>
                <a:sym typeface="Outfit"/>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314" name="Shape 314"/>
        <p:cNvGrpSpPr/>
        <p:nvPr/>
      </p:nvGrpSpPr>
      <p:grpSpPr>
        <a:xfrm>
          <a:off x="0" y="0"/>
          <a:ext cx="0" cy="0"/>
          <a:chOff x="0" y="0"/>
          <a:chExt cx="0" cy="0"/>
        </a:xfrm>
      </p:grpSpPr>
      <p:sp>
        <p:nvSpPr>
          <p:cNvPr id="315" name="Google Shape;315;p29"/>
          <p:cNvSpPr txBox="1"/>
          <p:nvPr>
            <p:ph type="ctrTitle"/>
          </p:nvPr>
        </p:nvSpPr>
        <p:spPr>
          <a:xfrm>
            <a:off x="311708" y="744575"/>
            <a:ext cx="8520600" cy="2052600"/>
          </a:xfrm>
          <a:prstGeom prst="rect">
            <a:avLst/>
          </a:prstGeom>
        </p:spPr>
        <p:txBody>
          <a:bodyPr anchorCtr="0" anchor="b" bIns="0" lIns="0" spcFirstLastPara="1" rIns="0" wrap="square" tIns="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316" name="Google Shape;316;p29"/>
          <p:cNvSpPr txBox="1"/>
          <p:nvPr>
            <p:ph idx="1" type="subTitle"/>
          </p:nvPr>
        </p:nvSpPr>
        <p:spPr>
          <a:xfrm>
            <a:off x="311700" y="2834125"/>
            <a:ext cx="8520600" cy="792600"/>
          </a:xfrm>
          <a:prstGeom prst="rect">
            <a:avLst/>
          </a:prstGeom>
        </p:spPr>
        <p:txBody>
          <a:bodyPr anchorCtr="0" anchor="t" bIns="0" lIns="0" spcFirstLastPara="1" rIns="0" wrap="square" tIns="0">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17" name="Shape 317"/>
        <p:cNvGrpSpPr/>
        <p:nvPr/>
      </p:nvGrpSpPr>
      <p:grpSpPr>
        <a:xfrm>
          <a:off x="0" y="0"/>
          <a:ext cx="0" cy="0"/>
          <a:chOff x="0" y="0"/>
          <a:chExt cx="0" cy="0"/>
        </a:xfrm>
      </p:grpSpPr>
      <p:sp>
        <p:nvSpPr>
          <p:cNvPr id="318" name="Google Shape;318;p30"/>
          <p:cNvSpPr txBox="1"/>
          <p:nvPr>
            <p:ph type="title"/>
          </p:nvPr>
        </p:nvSpPr>
        <p:spPr>
          <a:xfrm>
            <a:off x="311700" y="2150850"/>
            <a:ext cx="8520600" cy="841800"/>
          </a:xfrm>
          <a:prstGeom prst="rect">
            <a:avLst/>
          </a:prstGeom>
        </p:spPr>
        <p:txBody>
          <a:bodyPr anchorCtr="0" anchor="ctr" bIns="0" lIns="0" spcFirstLastPara="1" rIns="0" wrap="square" tIns="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319" name="Shape 319"/>
        <p:cNvGrpSpPr/>
        <p:nvPr/>
      </p:nvGrpSpPr>
      <p:grpSpPr>
        <a:xfrm>
          <a:off x="0" y="0"/>
          <a:ext cx="0" cy="0"/>
          <a:chOff x="0" y="0"/>
          <a:chExt cx="0" cy="0"/>
        </a:xfrm>
      </p:grpSpPr>
      <p:sp>
        <p:nvSpPr>
          <p:cNvPr id="320" name="Google Shape;320;p31"/>
          <p:cNvSpPr txBox="1"/>
          <p:nvPr>
            <p:ph type="title"/>
          </p:nvPr>
        </p:nvSpPr>
        <p:spPr>
          <a:xfrm>
            <a:off x="311700" y="445025"/>
            <a:ext cx="8520600" cy="572700"/>
          </a:xfrm>
          <a:prstGeom prst="rect">
            <a:avLst/>
          </a:prstGeom>
        </p:spPr>
        <p:txBody>
          <a:bodyPr anchorCtr="0" anchor="t" bIns="0" lIns="0" spcFirstLastPara="1" rIns="0" wrap="square" tIns="0">
            <a:noAutofit/>
          </a:bodyPr>
          <a:lstStyle>
            <a:lvl1pPr lvl="0">
              <a:spcBef>
                <a:spcPts val="0"/>
              </a:spcBef>
              <a:spcAft>
                <a:spcPts val="0"/>
              </a:spcAft>
              <a:buSzPts val="6000"/>
              <a:buNone/>
              <a:defRPr/>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
        <p:nvSpPr>
          <p:cNvPr id="321" name="Google Shape;321;p31"/>
          <p:cNvSpPr txBox="1"/>
          <p:nvPr>
            <p:ph idx="1" type="body"/>
          </p:nvPr>
        </p:nvSpPr>
        <p:spPr>
          <a:xfrm>
            <a:off x="311700" y="1152475"/>
            <a:ext cx="8520600" cy="34164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322" name="Shape 322"/>
        <p:cNvGrpSpPr/>
        <p:nvPr/>
      </p:nvGrpSpPr>
      <p:grpSpPr>
        <a:xfrm>
          <a:off x="0" y="0"/>
          <a:ext cx="0" cy="0"/>
          <a:chOff x="0" y="0"/>
          <a:chExt cx="0" cy="0"/>
        </a:xfrm>
      </p:grpSpPr>
      <p:sp>
        <p:nvSpPr>
          <p:cNvPr id="323" name="Google Shape;323;p32"/>
          <p:cNvSpPr txBox="1"/>
          <p:nvPr>
            <p:ph type="title"/>
          </p:nvPr>
        </p:nvSpPr>
        <p:spPr>
          <a:xfrm>
            <a:off x="311700" y="445025"/>
            <a:ext cx="8520600" cy="572700"/>
          </a:xfrm>
          <a:prstGeom prst="rect">
            <a:avLst/>
          </a:prstGeom>
        </p:spPr>
        <p:txBody>
          <a:bodyPr anchorCtr="0" anchor="t" bIns="0" lIns="0" spcFirstLastPara="1" rIns="0" wrap="square" tIns="0">
            <a:noAutofit/>
          </a:bodyPr>
          <a:lstStyle>
            <a:lvl1pPr lvl="0">
              <a:spcBef>
                <a:spcPts val="0"/>
              </a:spcBef>
              <a:spcAft>
                <a:spcPts val="0"/>
              </a:spcAft>
              <a:buSzPts val="6000"/>
              <a:buNone/>
              <a:defRPr/>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
        <p:nvSpPr>
          <p:cNvPr id="324" name="Google Shape;324;p32"/>
          <p:cNvSpPr txBox="1"/>
          <p:nvPr>
            <p:ph idx="1" type="body"/>
          </p:nvPr>
        </p:nvSpPr>
        <p:spPr>
          <a:xfrm>
            <a:off x="311700" y="1152475"/>
            <a:ext cx="3999900" cy="3416400"/>
          </a:xfrm>
          <a:prstGeom prst="rect">
            <a:avLst/>
          </a:prstGeom>
        </p:spPr>
        <p:txBody>
          <a:bodyPr anchorCtr="0" anchor="t" bIns="0" lIns="0" spcFirstLastPara="1" rIns="0" wrap="square" tIns="0">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25" name="Google Shape;325;p32"/>
          <p:cNvSpPr txBox="1"/>
          <p:nvPr>
            <p:ph idx="2" type="body"/>
          </p:nvPr>
        </p:nvSpPr>
        <p:spPr>
          <a:xfrm>
            <a:off x="4832400" y="1152475"/>
            <a:ext cx="3999900" cy="3416400"/>
          </a:xfrm>
          <a:prstGeom prst="rect">
            <a:avLst/>
          </a:prstGeom>
        </p:spPr>
        <p:txBody>
          <a:bodyPr anchorCtr="0" anchor="t" bIns="0" lIns="0" spcFirstLastPara="1" rIns="0" wrap="square" tIns="0">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26" name="Shape 326"/>
        <p:cNvGrpSpPr/>
        <p:nvPr/>
      </p:nvGrpSpPr>
      <p:grpSpPr>
        <a:xfrm>
          <a:off x="0" y="0"/>
          <a:ext cx="0" cy="0"/>
          <a:chOff x="0" y="0"/>
          <a:chExt cx="0" cy="0"/>
        </a:xfrm>
      </p:grpSpPr>
      <p:sp>
        <p:nvSpPr>
          <p:cNvPr id="327" name="Google Shape;327;p33"/>
          <p:cNvSpPr txBox="1"/>
          <p:nvPr>
            <p:ph type="title"/>
          </p:nvPr>
        </p:nvSpPr>
        <p:spPr>
          <a:xfrm>
            <a:off x="311700" y="445025"/>
            <a:ext cx="8520600" cy="572700"/>
          </a:xfrm>
          <a:prstGeom prst="rect">
            <a:avLst/>
          </a:prstGeom>
        </p:spPr>
        <p:txBody>
          <a:bodyPr anchorCtr="0" anchor="t" bIns="0" lIns="0" spcFirstLastPara="1" rIns="0" wrap="square" tIns="0">
            <a:noAutofit/>
          </a:bodyPr>
          <a:lstStyle>
            <a:lvl1pPr lvl="0">
              <a:spcBef>
                <a:spcPts val="0"/>
              </a:spcBef>
              <a:spcAft>
                <a:spcPts val="0"/>
              </a:spcAft>
              <a:buSzPts val="6000"/>
              <a:buNone/>
              <a:defRPr/>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28" name="Shape 328"/>
        <p:cNvGrpSpPr/>
        <p:nvPr/>
      </p:nvGrpSpPr>
      <p:grpSpPr>
        <a:xfrm>
          <a:off x="0" y="0"/>
          <a:ext cx="0" cy="0"/>
          <a:chOff x="0" y="0"/>
          <a:chExt cx="0" cy="0"/>
        </a:xfrm>
      </p:grpSpPr>
      <p:sp>
        <p:nvSpPr>
          <p:cNvPr id="329" name="Google Shape;329;p34"/>
          <p:cNvSpPr txBox="1"/>
          <p:nvPr>
            <p:ph type="title"/>
          </p:nvPr>
        </p:nvSpPr>
        <p:spPr>
          <a:xfrm>
            <a:off x="311700" y="555600"/>
            <a:ext cx="2808000" cy="755700"/>
          </a:xfrm>
          <a:prstGeom prst="rect">
            <a:avLst/>
          </a:prstGeom>
        </p:spPr>
        <p:txBody>
          <a:bodyPr anchorCtr="0" anchor="b" bIns="0" lIns="0" spcFirstLastPara="1" rIns="0" wrap="square" tIns="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30" name="Google Shape;330;p34"/>
          <p:cNvSpPr txBox="1"/>
          <p:nvPr>
            <p:ph idx="1" type="body"/>
          </p:nvPr>
        </p:nvSpPr>
        <p:spPr>
          <a:xfrm>
            <a:off x="311700" y="1389600"/>
            <a:ext cx="2808000" cy="31794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31" name="Shape 331"/>
        <p:cNvGrpSpPr/>
        <p:nvPr/>
      </p:nvGrpSpPr>
      <p:grpSpPr>
        <a:xfrm>
          <a:off x="0" y="0"/>
          <a:ext cx="0" cy="0"/>
          <a:chOff x="0" y="0"/>
          <a:chExt cx="0" cy="0"/>
        </a:xfrm>
      </p:grpSpPr>
      <p:sp>
        <p:nvSpPr>
          <p:cNvPr id="332" name="Google Shape;332;p35"/>
          <p:cNvSpPr txBox="1"/>
          <p:nvPr>
            <p:ph type="title"/>
          </p:nvPr>
        </p:nvSpPr>
        <p:spPr>
          <a:xfrm>
            <a:off x="490250" y="450150"/>
            <a:ext cx="6367800" cy="4090800"/>
          </a:xfrm>
          <a:prstGeom prst="rect">
            <a:avLst/>
          </a:prstGeom>
        </p:spPr>
        <p:txBody>
          <a:bodyPr anchorCtr="0" anchor="ctr" bIns="0" lIns="0" spcFirstLastPara="1" rIns="0" wrap="square" tIns="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33" name="Shape 333"/>
        <p:cNvGrpSpPr/>
        <p:nvPr/>
      </p:nvGrpSpPr>
      <p:grpSpPr>
        <a:xfrm>
          <a:off x="0" y="0"/>
          <a:ext cx="0" cy="0"/>
          <a:chOff x="0" y="0"/>
          <a:chExt cx="0" cy="0"/>
        </a:xfrm>
      </p:grpSpPr>
      <p:sp>
        <p:nvSpPr>
          <p:cNvPr id="334" name="Google Shape;334;p36"/>
          <p:cNvSpPr txBox="1"/>
          <p:nvPr>
            <p:ph type="title"/>
          </p:nvPr>
        </p:nvSpPr>
        <p:spPr>
          <a:xfrm>
            <a:off x="265500" y="1233175"/>
            <a:ext cx="4045200" cy="1482300"/>
          </a:xfrm>
          <a:prstGeom prst="rect">
            <a:avLst/>
          </a:prstGeom>
        </p:spPr>
        <p:txBody>
          <a:bodyPr anchorCtr="0" anchor="b" bIns="0" lIns="0" spcFirstLastPara="1" rIns="0" wrap="square" tIns="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35" name="Google Shape;335;p36"/>
          <p:cNvSpPr txBox="1"/>
          <p:nvPr>
            <p:ph idx="1" type="subTitle"/>
          </p:nvPr>
        </p:nvSpPr>
        <p:spPr>
          <a:xfrm>
            <a:off x="265500" y="2803075"/>
            <a:ext cx="4045200" cy="1235100"/>
          </a:xfrm>
          <a:prstGeom prst="rect">
            <a:avLst/>
          </a:prstGeom>
        </p:spPr>
        <p:txBody>
          <a:bodyPr anchorCtr="0" anchor="t" bIns="0" lIns="0" spcFirstLastPara="1" rIns="0" wrap="square" tIns="0">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336" name="Google Shape;336;p36"/>
          <p:cNvSpPr txBox="1"/>
          <p:nvPr>
            <p:ph idx="2" type="body"/>
          </p:nvPr>
        </p:nvSpPr>
        <p:spPr>
          <a:xfrm>
            <a:off x="4939500" y="724075"/>
            <a:ext cx="3837000" cy="3695100"/>
          </a:xfrm>
          <a:prstGeom prst="rect">
            <a:avLst/>
          </a:prstGeom>
        </p:spPr>
        <p:txBody>
          <a:bodyPr anchorCtr="0" anchor="ctr"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37" name="Shape 337"/>
        <p:cNvGrpSpPr/>
        <p:nvPr/>
      </p:nvGrpSpPr>
      <p:grpSpPr>
        <a:xfrm>
          <a:off x="0" y="0"/>
          <a:ext cx="0" cy="0"/>
          <a:chOff x="0" y="0"/>
          <a:chExt cx="0" cy="0"/>
        </a:xfrm>
      </p:grpSpPr>
      <p:sp>
        <p:nvSpPr>
          <p:cNvPr id="338" name="Google Shape;338;p37"/>
          <p:cNvSpPr txBox="1"/>
          <p:nvPr>
            <p:ph idx="1" type="body"/>
          </p:nvPr>
        </p:nvSpPr>
        <p:spPr>
          <a:xfrm>
            <a:off x="311700" y="4230575"/>
            <a:ext cx="5998800" cy="605100"/>
          </a:xfrm>
          <a:prstGeom prst="rect">
            <a:avLst/>
          </a:prstGeom>
        </p:spPr>
        <p:txBody>
          <a:bodyPr anchorCtr="0" anchor="ctr" bIns="0" lIns="0" spcFirstLastPara="1" rIns="0" wrap="square" tIns="0">
            <a:noAutofit/>
          </a:bodyPr>
          <a:lstStyle>
            <a:lvl1pPr indent="-228600" lvl="0" marL="457200">
              <a:spcBef>
                <a:spcPts val="0"/>
              </a:spcBef>
              <a:spcAft>
                <a:spcPts val="0"/>
              </a:spcAft>
              <a:buSzPts val="1200"/>
              <a:buNone/>
              <a:defRPr/>
            </a:lvl1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39" name="Shape 339"/>
        <p:cNvGrpSpPr/>
        <p:nvPr/>
      </p:nvGrpSpPr>
      <p:grpSpPr>
        <a:xfrm>
          <a:off x="0" y="0"/>
          <a:ext cx="0" cy="0"/>
          <a:chOff x="0" y="0"/>
          <a:chExt cx="0" cy="0"/>
        </a:xfrm>
      </p:grpSpPr>
      <p:sp>
        <p:nvSpPr>
          <p:cNvPr id="340" name="Google Shape;340;p38"/>
          <p:cNvSpPr txBox="1"/>
          <p:nvPr>
            <p:ph hasCustomPrompt="1" type="title"/>
          </p:nvPr>
        </p:nvSpPr>
        <p:spPr>
          <a:xfrm>
            <a:off x="311700" y="1106125"/>
            <a:ext cx="8520600" cy="1963500"/>
          </a:xfrm>
          <a:prstGeom prst="rect">
            <a:avLst/>
          </a:prstGeom>
        </p:spPr>
        <p:txBody>
          <a:bodyPr anchorCtr="0" anchor="b" bIns="0" lIns="0" spcFirstLastPara="1" rIns="0" wrap="square" tIns="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41" name="Google Shape;341;p38"/>
          <p:cNvSpPr txBox="1"/>
          <p:nvPr>
            <p:ph idx="1" type="body"/>
          </p:nvPr>
        </p:nvSpPr>
        <p:spPr>
          <a:xfrm>
            <a:off x="311700" y="3152225"/>
            <a:ext cx="8520600" cy="1300800"/>
          </a:xfrm>
          <a:prstGeom prst="rect">
            <a:avLst/>
          </a:prstGeom>
        </p:spPr>
        <p:txBody>
          <a:bodyPr anchorCtr="0" anchor="t" bIns="0" lIns="0" spcFirstLastPara="1" rIns="0" wrap="square" tIns="0">
            <a:noAutofit/>
          </a:bodyPr>
          <a:lstStyle>
            <a:lvl1pPr indent="-304800" lvl="0" marL="457200" algn="ctr">
              <a:spcBef>
                <a:spcPts val="0"/>
              </a:spcBef>
              <a:spcAft>
                <a:spcPts val="0"/>
              </a:spcAft>
              <a:buSzPts val="1200"/>
              <a:buChar char="●"/>
              <a:defRPr/>
            </a:lvl1pPr>
            <a:lvl2pPr indent="-304800" lvl="1" marL="914400" algn="ctr">
              <a:spcBef>
                <a:spcPts val="0"/>
              </a:spcBef>
              <a:spcAft>
                <a:spcPts val="0"/>
              </a:spcAft>
              <a:buSzPts val="1200"/>
              <a:buChar char="○"/>
              <a:defRPr/>
            </a:lvl2pPr>
            <a:lvl3pPr indent="-304800" lvl="2" marL="1371600" algn="ctr">
              <a:spcBef>
                <a:spcPts val="0"/>
              </a:spcBef>
              <a:spcAft>
                <a:spcPts val="0"/>
              </a:spcAft>
              <a:buSzPts val="1200"/>
              <a:buChar char="■"/>
              <a:defRPr/>
            </a:lvl3pPr>
            <a:lvl4pPr indent="-304800" lvl="3" marL="1828800" algn="ctr">
              <a:spcBef>
                <a:spcPts val="0"/>
              </a:spcBef>
              <a:spcAft>
                <a:spcPts val="0"/>
              </a:spcAft>
              <a:buSzPts val="1200"/>
              <a:buChar char="●"/>
              <a:defRPr/>
            </a:lvl4pPr>
            <a:lvl5pPr indent="-304800" lvl="4" marL="2286000" algn="ctr">
              <a:spcBef>
                <a:spcPts val="0"/>
              </a:spcBef>
              <a:spcAft>
                <a:spcPts val="0"/>
              </a:spcAft>
              <a:buSzPts val="1200"/>
              <a:buChar char="○"/>
              <a:defRPr/>
            </a:lvl5pPr>
            <a:lvl6pPr indent="-304800" lvl="5" marL="2743200" algn="ctr">
              <a:spcBef>
                <a:spcPts val="0"/>
              </a:spcBef>
              <a:spcAft>
                <a:spcPts val="0"/>
              </a:spcAft>
              <a:buSzPts val="1200"/>
              <a:buChar char="■"/>
              <a:defRPr/>
            </a:lvl6pPr>
            <a:lvl7pPr indent="-304800" lvl="6" marL="3200400" algn="ctr">
              <a:spcBef>
                <a:spcPts val="0"/>
              </a:spcBef>
              <a:spcAft>
                <a:spcPts val="0"/>
              </a:spcAft>
              <a:buSzPts val="1200"/>
              <a:buChar char="●"/>
              <a:defRPr/>
            </a:lvl7pPr>
            <a:lvl8pPr indent="-304800" lvl="7" marL="3657600" algn="ctr">
              <a:spcBef>
                <a:spcPts val="0"/>
              </a:spcBef>
              <a:spcAft>
                <a:spcPts val="0"/>
              </a:spcAft>
              <a:buSzPts val="1200"/>
              <a:buChar char="○"/>
              <a:defRPr/>
            </a:lvl8pPr>
            <a:lvl9pPr indent="-304800" lvl="8" marL="4114800" algn="ctr">
              <a:spcBef>
                <a:spcPts val="0"/>
              </a:spcBef>
              <a:spcAft>
                <a:spcPts val="0"/>
              </a:spcAft>
              <a:buSzPts val="1200"/>
              <a:buChar char="■"/>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42" name="Shape 342"/>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43" name="Shape 343"/>
        <p:cNvGrpSpPr/>
        <p:nvPr/>
      </p:nvGrpSpPr>
      <p:grpSpPr>
        <a:xfrm>
          <a:off x="0" y="0"/>
          <a:ext cx="0" cy="0"/>
          <a:chOff x="0" y="0"/>
          <a:chExt cx="0" cy="0"/>
        </a:xfrm>
      </p:grpSpPr>
      <p:sp>
        <p:nvSpPr>
          <p:cNvPr id="344" name="Google Shape;344;p40"/>
          <p:cNvSpPr txBox="1"/>
          <p:nvPr>
            <p:ph type="title"/>
          </p:nvPr>
        </p:nvSpPr>
        <p:spPr>
          <a:xfrm>
            <a:off x="677325" y="1832775"/>
            <a:ext cx="3217200" cy="1484100"/>
          </a:xfrm>
          <a:prstGeom prst="rect">
            <a:avLst/>
          </a:prstGeom>
        </p:spPr>
        <p:txBody>
          <a:bodyPr anchorCtr="0" anchor="ctr" bIns="0" lIns="0" spcFirstLastPara="1" rIns="0" wrap="square" tIns="0">
            <a:noAutofit/>
          </a:bodyPr>
          <a:lstStyle>
            <a:lvl1pPr lvl="0">
              <a:spcBef>
                <a:spcPts val="0"/>
              </a:spcBef>
              <a:spcAft>
                <a:spcPts val="0"/>
              </a:spcAft>
              <a:buSzPts val="4200"/>
              <a:buNone/>
              <a:defRPr sz="4200"/>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
        <p:nvSpPr>
          <p:cNvPr id="345" name="Google Shape;345;p40"/>
          <p:cNvSpPr txBox="1"/>
          <p:nvPr>
            <p:ph idx="1" type="subTitle"/>
          </p:nvPr>
        </p:nvSpPr>
        <p:spPr>
          <a:xfrm>
            <a:off x="4406650" y="393750"/>
            <a:ext cx="4409700" cy="5427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46" name="Google Shape;346;p40"/>
          <p:cNvSpPr txBox="1"/>
          <p:nvPr>
            <p:ph idx="2" type="subTitle"/>
          </p:nvPr>
        </p:nvSpPr>
        <p:spPr>
          <a:xfrm>
            <a:off x="4406650" y="1151705"/>
            <a:ext cx="4409700" cy="5427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47" name="Google Shape;347;p40"/>
          <p:cNvSpPr txBox="1"/>
          <p:nvPr>
            <p:ph idx="3" type="subTitle"/>
          </p:nvPr>
        </p:nvSpPr>
        <p:spPr>
          <a:xfrm>
            <a:off x="4406650" y="3425570"/>
            <a:ext cx="4409700" cy="5427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48" name="Google Shape;348;p40"/>
          <p:cNvSpPr txBox="1"/>
          <p:nvPr>
            <p:ph idx="4" type="subTitle"/>
          </p:nvPr>
        </p:nvSpPr>
        <p:spPr>
          <a:xfrm>
            <a:off x="4406650" y="1909660"/>
            <a:ext cx="4409700" cy="5427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49" name="Google Shape;349;p40"/>
          <p:cNvSpPr txBox="1"/>
          <p:nvPr>
            <p:ph idx="5" type="subTitle"/>
          </p:nvPr>
        </p:nvSpPr>
        <p:spPr>
          <a:xfrm>
            <a:off x="4406650" y="4183525"/>
            <a:ext cx="4409700" cy="5427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50" name="Google Shape;350;p40"/>
          <p:cNvSpPr txBox="1"/>
          <p:nvPr>
            <p:ph idx="6" type="subTitle"/>
          </p:nvPr>
        </p:nvSpPr>
        <p:spPr>
          <a:xfrm>
            <a:off x="4406650" y="2667615"/>
            <a:ext cx="4409700" cy="5427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51" name="Shape 351"/>
        <p:cNvGrpSpPr/>
        <p:nvPr/>
      </p:nvGrpSpPr>
      <p:grpSpPr>
        <a:xfrm>
          <a:off x="0" y="0"/>
          <a:ext cx="0" cy="0"/>
          <a:chOff x="0" y="0"/>
          <a:chExt cx="0" cy="0"/>
        </a:xfrm>
      </p:grpSpPr>
      <p:sp>
        <p:nvSpPr>
          <p:cNvPr id="352" name="Google Shape;352;p41"/>
          <p:cNvSpPr txBox="1"/>
          <p:nvPr>
            <p:ph type="title"/>
          </p:nvPr>
        </p:nvSpPr>
        <p:spPr>
          <a:xfrm>
            <a:off x="311700" y="445025"/>
            <a:ext cx="8520600" cy="572700"/>
          </a:xfrm>
          <a:prstGeom prst="rect">
            <a:avLst/>
          </a:prstGeom>
        </p:spPr>
        <p:txBody>
          <a:bodyPr anchorCtr="0" anchor="t" bIns="0" lIns="0" spcFirstLastPara="1" rIns="0" wrap="square" tIns="0">
            <a:noAutofit/>
          </a:bodyPr>
          <a:lstStyle>
            <a:lvl1pPr lvl="0">
              <a:spcBef>
                <a:spcPts val="0"/>
              </a:spcBef>
              <a:spcAft>
                <a:spcPts val="0"/>
              </a:spcAft>
              <a:buSzPts val="6000"/>
              <a:buNone/>
              <a:defRPr/>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
        <p:nvSpPr>
          <p:cNvPr id="353" name="Google Shape;353;p41"/>
          <p:cNvSpPr txBox="1"/>
          <p:nvPr>
            <p:ph idx="1" type="body"/>
          </p:nvPr>
        </p:nvSpPr>
        <p:spPr>
          <a:xfrm>
            <a:off x="311700" y="1152475"/>
            <a:ext cx="4473900" cy="34164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54" name="Google Shape;354;p41"/>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55" name="Shape 355"/>
        <p:cNvGrpSpPr/>
        <p:nvPr/>
      </p:nvGrpSpPr>
      <p:grpSpPr>
        <a:xfrm>
          <a:off x="0" y="0"/>
          <a:ext cx="0" cy="0"/>
          <a:chOff x="0" y="0"/>
          <a:chExt cx="0" cy="0"/>
        </a:xfrm>
      </p:grpSpPr>
      <p:sp>
        <p:nvSpPr>
          <p:cNvPr id="356" name="Google Shape;356;p42"/>
          <p:cNvSpPr txBox="1"/>
          <p:nvPr>
            <p:ph type="title"/>
          </p:nvPr>
        </p:nvSpPr>
        <p:spPr>
          <a:xfrm>
            <a:off x="483175" y="450025"/>
            <a:ext cx="8184600" cy="758100"/>
          </a:xfrm>
          <a:prstGeom prst="rect">
            <a:avLst/>
          </a:prstGeom>
        </p:spPr>
        <p:txBody>
          <a:bodyPr anchorCtr="0" anchor="ctr" bIns="0" lIns="0" spcFirstLastPara="1" rIns="0" wrap="square" tIns="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357" name="Google Shape;357;p42"/>
          <p:cNvSpPr txBox="1"/>
          <p:nvPr>
            <p:ph idx="1" type="body"/>
          </p:nvPr>
        </p:nvSpPr>
        <p:spPr>
          <a:xfrm>
            <a:off x="483150" y="2237788"/>
            <a:ext cx="3619800" cy="23736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58" name="Google Shape;358;p42"/>
          <p:cNvSpPr txBox="1"/>
          <p:nvPr>
            <p:ph idx="2" type="body"/>
          </p:nvPr>
        </p:nvSpPr>
        <p:spPr>
          <a:xfrm>
            <a:off x="5048000" y="2237788"/>
            <a:ext cx="3619800" cy="23736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59" name="Google Shape;359;p42"/>
          <p:cNvSpPr txBox="1"/>
          <p:nvPr>
            <p:ph idx="3" type="subTitle"/>
          </p:nvPr>
        </p:nvSpPr>
        <p:spPr>
          <a:xfrm>
            <a:off x="483150" y="1336161"/>
            <a:ext cx="3619800" cy="5427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0" name="Google Shape;360;p42"/>
          <p:cNvSpPr txBox="1"/>
          <p:nvPr>
            <p:ph idx="4" type="subTitle"/>
          </p:nvPr>
        </p:nvSpPr>
        <p:spPr>
          <a:xfrm>
            <a:off x="5048000" y="1336161"/>
            <a:ext cx="3619800" cy="5427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61" name="Shape 361"/>
        <p:cNvGrpSpPr/>
        <p:nvPr/>
      </p:nvGrpSpPr>
      <p:grpSpPr>
        <a:xfrm>
          <a:off x="0" y="0"/>
          <a:ext cx="0" cy="0"/>
          <a:chOff x="0" y="0"/>
          <a:chExt cx="0" cy="0"/>
        </a:xfrm>
      </p:grpSpPr>
      <p:sp>
        <p:nvSpPr>
          <p:cNvPr id="362" name="Google Shape;362;p43"/>
          <p:cNvSpPr txBox="1"/>
          <p:nvPr>
            <p:ph idx="1" type="body"/>
          </p:nvPr>
        </p:nvSpPr>
        <p:spPr>
          <a:xfrm>
            <a:off x="483175" y="2417500"/>
            <a:ext cx="2455500" cy="23736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63" name="Google Shape;363;p43"/>
          <p:cNvSpPr txBox="1"/>
          <p:nvPr>
            <p:ph idx="2" type="body"/>
          </p:nvPr>
        </p:nvSpPr>
        <p:spPr>
          <a:xfrm>
            <a:off x="3347725" y="2417500"/>
            <a:ext cx="2455500" cy="23736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64" name="Google Shape;364;p43"/>
          <p:cNvSpPr txBox="1"/>
          <p:nvPr>
            <p:ph type="title"/>
          </p:nvPr>
        </p:nvSpPr>
        <p:spPr>
          <a:xfrm>
            <a:off x="483175" y="450025"/>
            <a:ext cx="8184600" cy="758100"/>
          </a:xfrm>
          <a:prstGeom prst="rect">
            <a:avLst/>
          </a:prstGeom>
        </p:spPr>
        <p:txBody>
          <a:bodyPr anchorCtr="0" anchor="ctr" bIns="0" lIns="0" spcFirstLastPara="1" rIns="0" wrap="square" tIns="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365" name="Google Shape;365;p43"/>
          <p:cNvSpPr txBox="1"/>
          <p:nvPr>
            <p:ph idx="3" type="subTitle"/>
          </p:nvPr>
        </p:nvSpPr>
        <p:spPr>
          <a:xfrm>
            <a:off x="483175" y="1336150"/>
            <a:ext cx="2455500" cy="7785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6" name="Google Shape;366;p43"/>
          <p:cNvSpPr txBox="1"/>
          <p:nvPr>
            <p:ph idx="4" type="subTitle"/>
          </p:nvPr>
        </p:nvSpPr>
        <p:spPr>
          <a:xfrm>
            <a:off x="3347725" y="1336150"/>
            <a:ext cx="2455500" cy="7785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7" name="Google Shape;367;p43"/>
          <p:cNvSpPr txBox="1"/>
          <p:nvPr>
            <p:ph idx="5" type="subTitle"/>
          </p:nvPr>
        </p:nvSpPr>
        <p:spPr>
          <a:xfrm>
            <a:off x="6212275" y="1336150"/>
            <a:ext cx="2455500" cy="7785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8" name="Google Shape;368;p43"/>
          <p:cNvSpPr txBox="1"/>
          <p:nvPr>
            <p:ph idx="6" type="body"/>
          </p:nvPr>
        </p:nvSpPr>
        <p:spPr>
          <a:xfrm>
            <a:off x="6212275" y="2417500"/>
            <a:ext cx="2455500" cy="23736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369" name="Shape 369"/>
        <p:cNvGrpSpPr/>
        <p:nvPr/>
      </p:nvGrpSpPr>
      <p:grpSpPr>
        <a:xfrm>
          <a:off x="0" y="0"/>
          <a:ext cx="0" cy="0"/>
          <a:chOff x="0" y="0"/>
          <a:chExt cx="0" cy="0"/>
        </a:xfrm>
      </p:grpSpPr>
      <p:sp>
        <p:nvSpPr>
          <p:cNvPr id="370" name="Google Shape;370;p44"/>
          <p:cNvSpPr txBox="1"/>
          <p:nvPr>
            <p:ph idx="1" type="body"/>
          </p:nvPr>
        </p:nvSpPr>
        <p:spPr>
          <a:xfrm>
            <a:off x="366725" y="1759093"/>
            <a:ext cx="3838500" cy="1138500"/>
          </a:xfrm>
          <a:prstGeom prst="rect">
            <a:avLst/>
          </a:prstGeom>
        </p:spPr>
        <p:txBody>
          <a:bodyPr anchorCtr="0" anchor="t" bIns="0" lIns="0" spcFirstLastPara="1" rIns="0" wrap="square" tIns="0">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71" name="Google Shape;371;p44"/>
          <p:cNvSpPr txBox="1"/>
          <p:nvPr>
            <p:ph idx="2" type="body"/>
          </p:nvPr>
        </p:nvSpPr>
        <p:spPr>
          <a:xfrm>
            <a:off x="4938725" y="1759093"/>
            <a:ext cx="3838500" cy="1138500"/>
          </a:xfrm>
          <a:prstGeom prst="rect">
            <a:avLst/>
          </a:prstGeom>
        </p:spPr>
        <p:txBody>
          <a:bodyPr anchorCtr="0" anchor="t" bIns="0" lIns="0" spcFirstLastPara="1" rIns="0" wrap="square" tIns="0">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72" name="Google Shape;372;p44"/>
          <p:cNvSpPr txBox="1"/>
          <p:nvPr>
            <p:ph idx="3" type="body"/>
          </p:nvPr>
        </p:nvSpPr>
        <p:spPr>
          <a:xfrm>
            <a:off x="366750" y="3648575"/>
            <a:ext cx="3838500" cy="1138500"/>
          </a:xfrm>
          <a:prstGeom prst="rect">
            <a:avLst/>
          </a:prstGeom>
        </p:spPr>
        <p:txBody>
          <a:bodyPr anchorCtr="0" anchor="t" bIns="0" lIns="0" spcFirstLastPara="1" rIns="0" wrap="square" tIns="0">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73" name="Google Shape;373;p44"/>
          <p:cNvSpPr txBox="1"/>
          <p:nvPr>
            <p:ph idx="4" type="body"/>
          </p:nvPr>
        </p:nvSpPr>
        <p:spPr>
          <a:xfrm>
            <a:off x="4938750" y="3648575"/>
            <a:ext cx="3838500" cy="1138500"/>
          </a:xfrm>
          <a:prstGeom prst="rect">
            <a:avLst/>
          </a:prstGeom>
        </p:spPr>
        <p:txBody>
          <a:bodyPr anchorCtr="0" anchor="t" bIns="0" lIns="0" spcFirstLastPara="1" rIns="0" wrap="square" tIns="0">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74" name="Google Shape;374;p44"/>
          <p:cNvSpPr txBox="1"/>
          <p:nvPr>
            <p:ph type="title"/>
          </p:nvPr>
        </p:nvSpPr>
        <p:spPr>
          <a:xfrm>
            <a:off x="366750" y="450025"/>
            <a:ext cx="8184600" cy="758100"/>
          </a:xfrm>
          <a:prstGeom prst="rect">
            <a:avLst/>
          </a:prstGeom>
        </p:spPr>
        <p:txBody>
          <a:bodyPr anchorCtr="0" anchor="ctr" bIns="0" lIns="0" spcFirstLastPara="1" rIns="0" wrap="square" tIns="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375" name="Google Shape;375;p44"/>
          <p:cNvSpPr txBox="1"/>
          <p:nvPr>
            <p:ph idx="5" type="subTitle"/>
          </p:nvPr>
        </p:nvSpPr>
        <p:spPr>
          <a:xfrm>
            <a:off x="366763" y="1277907"/>
            <a:ext cx="3838500" cy="4812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6" name="Google Shape;376;p44"/>
          <p:cNvSpPr txBox="1"/>
          <p:nvPr>
            <p:ph idx="6" type="subTitle"/>
          </p:nvPr>
        </p:nvSpPr>
        <p:spPr>
          <a:xfrm>
            <a:off x="4938738" y="1277907"/>
            <a:ext cx="3838500" cy="4812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7" name="Google Shape;377;p44"/>
          <p:cNvSpPr txBox="1"/>
          <p:nvPr>
            <p:ph idx="7" type="subTitle"/>
          </p:nvPr>
        </p:nvSpPr>
        <p:spPr>
          <a:xfrm>
            <a:off x="4938761" y="3167363"/>
            <a:ext cx="3838500" cy="4812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8" name="Google Shape;378;p44"/>
          <p:cNvSpPr txBox="1"/>
          <p:nvPr>
            <p:ph idx="8" type="subTitle"/>
          </p:nvPr>
        </p:nvSpPr>
        <p:spPr>
          <a:xfrm>
            <a:off x="366750" y="3167363"/>
            <a:ext cx="3838500" cy="481200"/>
          </a:xfrm>
          <a:prstGeom prst="rect">
            <a:avLst/>
          </a:prstGeom>
        </p:spPr>
        <p:txBody>
          <a:bodyPr anchorCtr="0" anchor="t" bIns="0" lIns="0" spcFirstLastPara="1" rIns="0" wrap="square" tIns="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379" name="Shape 379"/>
        <p:cNvGrpSpPr/>
        <p:nvPr/>
      </p:nvGrpSpPr>
      <p:grpSpPr>
        <a:xfrm>
          <a:off x="0" y="0"/>
          <a:ext cx="0" cy="0"/>
          <a:chOff x="0" y="0"/>
          <a:chExt cx="0" cy="0"/>
        </a:xfrm>
      </p:grpSpPr>
      <p:sp>
        <p:nvSpPr>
          <p:cNvPr id="380" name="Google Shape;380;p45"/>
          <p:cNvSpPr txBox="1"/>
          <p:nvPr>
            <p:ph type="title"/>
          </p:nvPr>
        </p:nvSpPr>
        <p:spPr>
          <a:xfrm>
            <a:off x="311700" y="445025"/>
            <a:ext cx="8520600" cy="572700"/>
          </a:xfrm>
          <a:prstGeom prst="rect">
            <a:avLst/>
          </a:prstGeom>
        </p:spPr>
        <p:txBody>
          <a:bodyPr anchorCtr="0" anchor="t" bIns="0" lIns="0" spcFirstLastPara="1" rIns="0" wrap="square" tIns="0">
            <a:noAutofit/>
          </a:bodyPr>
          <a:lstStyle>
            <a:lvl1pPr lvl="0">
              <a:spcBef>
                <a:spcPts val="0"/>
              </a:spcBef>
              <a:spcAft>
                <a:spcPts val="0"/>
              </a:spcAft>
              <a:buSzPts val="6000"/>
              <a:buNone/>
              <a:defRPr/>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
        <p:nvSpPr>
          <p:cNvPr id="381" name="Google Shape;381;p45"/>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382" name="Shape 382"/>
        <p:cNvGrpSpPr/>
        <p:nvPr/>
      </p:nvGrpSpPr>
      <p:grpSpPr>
        <a:xfrm>
          <a:off x="0" y="0"/>
          <a:ext cx="0" cy="0"/>
          <a:chOff x="0" y="0"/>
          <a:chExt cx="0" cy="0"/>
        </a:xfrm>
      </p:grpSpPr>
      <p:sp>
        <p:nvSpPr>
          <p:cNvPr id="383" name="Google Shape;383;p46"/>
          <p:cNvSpPr txBox="1"/>
          <p:nvPr>
            <p:ph idx="1" type="body"/>
          </p:nvPr>
        </p:nvSpPr>
        <p:spPr>
          <a:xfrm>
            <a:off x="311700" y="4080225"/>
            <a:ext cx="4027500" cy="9261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84" name="Google Shape;384;p46"/>
          <p:cNvSpPr/>
          <p:nvPr>
            <p:ph idx="2" type="pic"/>
          </p:nvPr>
        </p:nvSpPr>
        <p:spPr>
          <a:xfrm>
            <a:off x="4804825" y="1133300"/>
            <a:ext cx="4027500" cy="2392800"/>
          </a:xfrm>
          <a:prstGeom prst="rect">
            <a:avLst/>
          </a:prstGeom>
          <a:noFill/>
          <a:ln>
            <a:noFill/>
          </a:ln>
        </p:spPr>
      </p:sp>
      <p:sp>
        <p:nvSpPr>
          <p:cNvPr id="385" name="Google Shape;385;p46"/>
          <p:cNvSpPr/>
          <p:nvPr>
            <p:ph idx="3" type="pic"/>
          </p:nvPr>
        </p:nvSpPr>
        <p:spPr>
          <a:xfrm>
            <a:off x="311725" y="1133300"/>
            <a:ext cx="4027500" cy="2392800"/>
          </a:xfrm>
          <a:prstGeom prst="rect">
            <a:avLst/>
          </a:prstGeom>
          <a:noFill/>
          <a:ln>
            <a:noFill/>
          </a:ln>
        </p:spPr>
      </p:sp>
      <p:sp>
        <p:nvSpPr>
          <p:cNvPr id="386" name="Google Shape;386;p46"/>
          <p:cNvSpPr txBox="1"/>
          <p:nvPr>
            <p:ph idx="4" type="body"/>
          </p:nvPr>
        </p:nvSpPr>
        <p:spPr>
          <a:xfrm>
            <a:off x="4804825" y="4080225"/>
            <a:ext cx="4027500" cy="9261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87" name="Google Shape;387;p46"/>
          <p:cNvSpPr txBox="1"/>
          <p:nvPr>
            <p:ph type="title"/>
          </p:nvPr>
        </p:nvSpPr>
        <p:spPr>
          <a:xfrm>
            <a:off x="311700" y="445025"/>
            <a:ext cx="8520600" cy="572700"/>
          </a:xfrm>
          <a:prstGeom prst="rect">
            <a:avLst/>
          </a:prstGeom>
        </p:spPr>
        <p:txBody>
          <a:bodyPr anchorCtr="0" anchor="t" bIns="0" lIns="0" spcFirstLastPara="1" rIns="0" wrap="square" tIns="0">
            <a:noAutofit/>
          </a:bodyPr>
          <a:lstStyle>
            <a:lvl1pPr lvl="0">
              <a:spcBef>
                <a:spcPts val="0"/>
              </a:spcBef>
              <a:spcAft>
                <a:spcPts val="0"/>
              </a:spcAft>
              <a:buSzPts val="6000"/>
              <a:buNone/>
              <a:defRPr/>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
        <p:nvSpPr>
          <p:cNvPr id="388" name="Google Shape;388;p46"/>
          <p:cNvSpPr txBox="1"/>
          <p:nvPr>
            <p:ph idx="5" type="subTitle"/>
          </p:nvPr>
        </p:nvSpPr>
        <p:spPr>
          <a:xfrm>
            <a:off x="311725" y="3582900"/>
            <a:ext cx="4027500" cy="481200"/>
          </a:xfrm>
          <a:prstGeom prst="rect">
            <a:avLst/>
          </a:prstGeom>
        </p:spPr>
        <p:txBody>
          <a:bodyPr anchorCtr="0" anchor="t" bIns="0" lIns="0" spcFirstLastPara="1" rIns="0" wrap="square" tIns="0">
            <a:noAutofit/>
          </a:bodyPr>
          <a:lstStyle>
            <a:lvl1pPr lvl="0">
              <a:spcBef>
                <a:spcPts val="0"/>
              </a:spcBef>
              <a:spcAft>
                <a:spcPts val="0"/>
              </a:spcAft>
              <a:buSzPts val="12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9" name="Google Shape;389;p46"/>
          <p:cNvSpPr txBox="1"/>
          <p:nvPr>
            <p:ph idx="6" type="subTitle"/>
          </p:nvPr>
        </p:nvSpPr>
        <p:spPr>
          <a:xfrm>
            <a:off x="4804825" y="3582900"/>
            <a:ext cx="4027500" cy="481200"/>
          </a:xfrm>
          <a:prstGeom prst="rect">
            <a:avLst/>
          </a:prstGeom>
        </p:spPr>
        <p:txBody>
          <a:bodyPr anchorCtr="0" anchor="t" bIns="0" lIns="0" spcFirstLastPara="1" rIns="0" wrap="square" tIns="0">
            <a:noAutofit/>
          </a:bodyPr>
          <a:lstStyle>
            <a:lvl1pPr lvl="0">
              <a:spcBef>
                <a:spcPts val="0"/>
              </a:spcBef>
              <a:spcAft>
                <a:spcPts val="0"/>
              </a:spcAft>
              <a:buSzPts val="12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390" name="Shape 390"/>
        <p:cNvGrpSpPr/>
        <p:nvPr/>
      </p:nvGrpSpPr>
      <p:grpSpPr>
        <a:xfrm>
          <a:off x="0" y="0"/>
          <a:ext cx="0" cy="0"/>
          <a:chOff x="0" y="0"/>
          <a:chExt cx="0" cy="0"/>
        </a:xfrm>
      </p:grpSpPr>
      <p:sp>
        <p:nvSpPr>
          <p:cNvPr id="391" name="Google Shape;391;p47"/>
          <p:cNvSpPr txBox="1"/>
          <p:nvPr>
            <p:ph idx="1" type="body"/>
          </p:nvPr>
        </p:nvSpPr>
        <p:spPr>
          <a:xfrm>
            <a:off x="311700" y="3911700"/>
            <a:ext cx="2627100" cy="10185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92" name="Google Shape;392;p47"/>
          <p:cNvSpPr/>
          <p:nvPr>
            <p:ph idx="2" type="pic"/>
          </p:nvPr>
        </p:nvSpPr>
        <p:spPr>
          <a:xfrm>
            <a:off x="6205225" y="1128325"/>
            <a:ext cx="2627100" cy="2273100"/>
          </a:xfrm>
          <a:prstGeom prst="rect">
            <a:avLst/>
          </a:prstGeom>
          <a:noFill/>
          <a:ln>
            <a:noFill/>
          </a:ln>
        </p:spPr>
      </p:sp>
      <p:sp>
        <p:nvSpPr>
          <p:cNvPr id="393" name="Google Shape;393;p47"/>
          <p:cNvSpPr/>
          <p:nvPr>
            <p:ph idx="3" type="pic"/>
          </p:nvPr>
        </p:nvSpPr>
        <p:spPr>
          <a:xfrm>
            <a:off x="311725" y="1128325"/>
            <a:ext cx="2627100" cy="2273100"/>
          </a:xfrm>
          <a:prstGeom prst="rect">
            <a:avLst/>
          </a:prstGeom>
          <a:noFill/>
          <a:ln>
            <a:noFill/>
          </a:ln>
        </p:spPr>
      </p:sp>
      <p:sp>
        <p:nvSpPr>
          <p:cNvPr id="394" name="Google Shape;394;p47"/>
          <p:cNvSpPr txBox="1"/>
          <p:nvPr>
            <p:ph idx="4" type="body"/>
          </p:nvPr>
        </p:nvSpPr>
        <p:spPr>
          <a:xfrm>
            <a:off x="6205225" y="3911700"/>
            <a:ext cx="2627100" cy="10185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95" name="Google Shape;395;p47"/>
          <p:cNvSpPr/>
          <p:nvPr>
            <p:ph idx="5" type="pic"/>
          </p:nvPr>
        </p:nvSpPr>
        <p:spPr>
          <a:xfrm>
            <a:off x="3255250" y="1128325"/>
            <a:ext cx="2627100" cy="2273100"/>
          </a:xfrm>
          <a:prstGeom prst="rect">
            <a:avLst/>
          </a:prstGeom>
          <a:noFill/>
          <a:ln>
            <a:noFill/>
          </a:ln>
        </p:spPr>
      </p:sp>
      <p:sp>
        <p:nvSpPr>
          <p:cNvPr id="396" name="Google Shape;396;p47"/>
          <p:cNvSpPr txBox="1"/>
          <p:nvPr>
            <p:ph idx="6" type="body"/>
          </p:nvPr>
        </p:nvSpPr>
        <p:spPr>
          <a:xfrm>
            <a:off x="3255250" y="3911700"/>
            <a:ext cx="2627100" cy="1018500"/>
          </a:xfrm>
          <a:prstGeom prst="rect">
            <a:avLst/>
          </a:prstGeom>
        </p:spPr>
        <p:txBody>
          <a:bodyPr anchorCtr="0" anchor="t" bIns="0" lIns="0" spcFirstLastPara="1" rIns="0" wrap="square" tIns="0">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97" name="Google Shape;397;p47"/>
          <p:cNvSpPr txBox="1"/>
          <p:nvPr>
            <p:ph type="title"/>
          </p:nvPr>
        </p:nvSpPr>
        <p:spPr>
          <a:xfrm>
            <a:off x="311700" y="445025"/>
            <a:ext cx="8520600" cy="572700"/>
          </a:xfrm>
          <a:prstGeom prst="rect">
            <a:avLst/>
          </a:prstGeom>
        </p:spPr>
        <p:txBody>
          <a:bodyPr anchorCtr="0" anchor="t" bIns="0" lIns="0" spcFirstLastPara="1" rIns="0" wrap="square" tIns="0">
            <a:noAutofit/>
          </a:bodyPr>
          <a:lstStyle>
            <a:lvl1pPr lvl="0">
              <a:spcBef>
                <a:spcPts val="0"/>
              </a:spcBef>
              <a:spcAft>
                <a:spcPts val="0"/>
              </a:spcAft>
              <a:buSzPts val="6000"/>
              <a:buNone/>
              <a:defRPr/>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
        <p:nvSpPr>
          <p:cNvPr id="398" name="Google Shape;398;p47"/>
          <p:cNvSpPr txBox="1"/>
          <p:nvPr>
            <p:ph idx="7" type="subTitle"/>
          </p:nvPr>
        </p:nvSpPr>
        <p:spPr>
          <a:xfrm>
            <a:off x="311725" y="3430500"/>
            <a:ext cx="2627100" cy="481200"/>
          </a:xfrm>
          <a:prstGeom prst="rect">
            <a:avLst/>
          </a:prstGeom>
        </p:spPr>
        <p:txBody>
          <a:bodyPr anchorCtr="0" anchor="t" bIns="0" lIns="0" spcFirstLastPara="1" rIns="0" wrap="square" tIns="0">
            <a:noAutofit/>
          </a:bodyPr>
          <a:lstStyle>
            <a:lvl1pPr lvl="0">
              <a:spcBef>
                <a:spcPts val="0"/>
              </a:spcBef>
              <a:spcAft>
                <a:spcPts val="0"/>
              </a:spcAft>
              <a:buSzPts val="12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99" name="Google Shape;399;p47"/>
          <p:cNvSpPr txBox="1"/>
          <p:nvPr>
            <p:ph idx="8" type="subTitle"/>
          </p:nvPr>
        </p:nvSpPr>
        <p:spPr>
          <a:xfrm>
            <a:off x="6205225" y="3430500"/>
            <a:ext cx="2627100" cy="481200"/>
          </a:xfrm>
          <a:prstGeom prst="rect">
            <a:avLst/>
          </a:prstGeom>
        </p:spPr>
        <p:txBody>
          <a:bodyPr anchorCtr="0" anchor="t" bIns="0" lIns="0" spcFirstLastPara="1" rIns="0" wrap="square" tIns="0">
            <a:noAutofit/>
          </a:bodyPr>
          <a:lstStyle>
            <a:lvl1pPr lvl="0">
              <a:spcBef>
                <a:spcPts val="0"/>
              </a:spcBef>
              <a:spcAft>
                <a:spcPts val="0"/>
              </a:spcAft>
              <a:buSzPts val="12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0" name="Google Shape;400;p47"/>
          <p:cNvSpPr txBox="1"/>
          <p:nvPr>
            <p:ph idx="9" type="subTitle"/>
          </p:nvPr>
        </p:nvSpPr>
        <p:spPr>
          <a:xfrm>
            <a:off x="3255250" y="3430500"/>
            <a:ext cx="2627100" cy="481200"/>
          </a:xfrm>
          <a:prstGeom prst="rect">
            <a:avLst/>
          </a:prstGeom>
        </p:spPr>
        <p:txBody>
          <a:bodyPr anchorCtr="0" anchor="t" bIns="0" lIns="0" spcFirstLastPara="1" rIns="0" wrap="square" tIns="0">
            <a:noAutofit/>
          </a:bodyPr>
          <a:lstStyle>
            <a:lvl1pPr lvl="0">
              <a:spcBef>
                <a:spcPts val="0"/>
              </a:spcBef>
              <a:spcAft>
                <a:spcPts val="0"/>
              </a:spcAft>
              <a:buSzPts val="12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01" name="Shape 401"/>
        <p:cNvGrpSpPr/>
        <p:nvPr/>
      </p:nvGrpSpPr>
      <p:grpSpPr>
        <a:xfrm>
          <a:off x="0" y="0"/>
          <a:ext cx="0" cy="0"/>
          <a:chOff x="0" y="0"/>
          <a:chExt cx="0" cy="0"/>
        </a:xfrm>
      </p:grpSpPr>
      <p:sp>
        <p:nvSpPr>
          <p:cNvPr id="402" name="Google Shape;402;p48"/>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03" name="Shape 403"/>
        <p:cNvGrpSpPr/>
        <p:nvPr/>
      </p:nvGrpSpPr>
      <p:grpSpPr>
        <a:xfrm>
          <a:off x="0" y="0"/>
          <a:ext cx="0" cy="0"/>
          <a:chOff x="0" y="0"/>
          <a:chExt cx="0" cy="0"/>
        </a:xfrm>
      </p:grpSpPr>
      <p:sp>
        <p:nvSpPr>
          <p:cNvPr id="404" name="Google Shape;404;p49"/>
          <p:cNvSpPr/>
          <p:nvPr>
            <p:ph idx="2" type="pic"/>
          </p:nvPr>
        </p:nvSpPr>
        <p:spPr>
          <a:xfrm>
            <a:off x="3389600" y="118913"/>
            <a:ext cx="1643700" cy="1535100"/>
          </a:xfrm>
          <a:prstGeom prst="rect">
            <a:avLst/>
          </a:prstGeom>
          <a:noFill/>
          <a:ln>
            <a:noFill/>
          </a:ln>
        </p:spPr>
      </p:sp>
      <p:sp>
        <p:nvSpPr>
          <p:cNvPr id="405" name="Google Shape;405;p49"/>
          <p:cNvSpPr/>
          <p:nvPr>
            <p:ph idx="3" type="pic"/>
          </p:nvPr>
        </p:nvSpPr>
        <p:spPr>
          <a:xfrm>
            <a:off x="5195935" y="118913"/>
            <a:ext cx="1643700" cy="1535100"/>
          </a:xfrm>
          <a:prstGeom prst="rect">
            <a:avLst/>
          </a:prstGeom>
          <a:noFill/>
          <a:ln>
            <a:noFill/>
          </a:ln>
        </p:spPr>
      </p:sp>
      <p:sp>
        <p:nvSpPr>
          <p:cNvPr id="406" name="Google Shape;406;p49"/>
          <p:cNvSpPr/>
          <p:nvPr>
            <p:ph idx="4" type="pic"/>
          </p:nvPr>
        </p:nvSpPr>
        <p:spPr>
          <a:xfrm>
            <a:off x="7002270" y="118913"/>
            <a:ext cx="1643700" cy="1535100"/>
          </a:xfrm>
          <a:prstGeom prst="rect">
            <a:avLst/>
          </a:prstGeom>
          <a:noFill/>
          <a:ln>
            <a:noFill/>
          </a:ln>
        </p:spPr>
      </p:sp>
      <p:sp>
        <p:nvSpPr>
          <p:cNvPr id="407" name="Google Shape;407;p49"/>
          <p:cNvSpPr/>
          <p:nvPr>
            <p:ph idx="5" type="pic"/>
          </p:nvPr>
        </p:nvSpPr>
        <p:spPr>
          <a:xfrm>
            <a:off x="3389588" y="1804212"/>
            <a:ext cx="1643700" cy="1535100"/>
          </a:xfrm>
          <a:prstGeom prst="rect">
            <a:avLst/>
          </a:prstGeom>
          <a:noFill/>
          <a:ln>
            <a:noFill/>
          </a:ln>
        </p:spPr>
      </p:sp>
      <p:sp>
        <p:nvSpPr>
          <p:cNvPr id="408" name="Google Shape;408;p49"/>
          <p:cNvSpPr/>
          <p:nvPr>
            <p:ph idx="6" type="pic"/>
          </p:nvPr>
        </p:nvSpPr>
        <p:spPr>
          <a:xfrm>
            <a:off x="5195922" y="1804212"/>
            <a:ext cx="1643700" cy="1535100"/>
          </a:xfrm>
          <a:prstGeom prst="rect">
            <a:avLst/>
          </a:prstGeom>
          <a:noFill/>
          <a:ln>
            <a:noFill/>
          </a:ln>
        </p:spPr>
      </p:sp>
      <p:sp>
        <p:nvSpPr>
          <p:cNvPr id="409" name="Google Shape;409;p49"/>
          <p:cNvSpPr/>
          <p:nvPr>
            <p:ph idx="7" type="pic"/>
          </p:nvPr>
        </p:nvSpPr>
        <p:spPr>
          <a:xfrm>
            <a:off x="7002257" y="1804212"/>
            <a:ext cx="1643700" cy="1535100"/>
          </a:xfrm>
          <a:prstGeom prst="rect">
            <a:avLst/>
          </a:prstGeom>
          <a:noFill/>
          <a:ln>
            <a:noFill/>
          </a:ln>
        </p:spPr>
      </p:sp>
      <p:sp>
        <p:nvSpPr>
          <p:cNvPr id="410" name="Google Shape;410;p49"/>
          <p:cNvSpPr txBox="1"/>
          <p:nvPr>
            <p:ph type="title"/>
          </p:nvPr>
        </p:nvSpPr>
        <p:spPr>
          <a:xfrm>
            <a:off x="351550" y="445025"/>
            <a:ext cx="2596800" cy="1706400"/>
          </a:xfrm>
          <a:prstGeom prst="rect">
            <a:avLst/>
          </a:prstGeom>
        </p:spPr>
        <p:txBody>
          <a:bodyPr anchorCtr="0" anchor="t" bIns="0" lIns="0" spcFirstLastPara="1" rIns="0" wrap="square" tIns="0">
            <a:spAutoFit/>
          </a:bodyPr>
          <a:lstStyle>
            <a:lvl1pPr lvl="0">
              <a:spcBef>
                <a:spcPts val="0"/>
              </a:spcBef>
              <a:spcAft>
                <a:spcPts val="0"/>
              </a:spcAft>
              <a:buSzPts val="6000"/>
              <a:buNone/>
              <a:defRPr/>
            </a:lvl1pPr>
            <a:lvl2pPr lvl="1">
              <a:spcBef>
                <a:spcPts val="0"/>
              </a:spcBef>
              <a:spcAft>
                <a:spcPts val="0"/>
              </a:spcAft>
              <a:buSzPts val="6000"/>
              <a:buNone/>
              <a:defRPr/>
            </a:lvl2pPr>
            <a:lvl3pPr lvl="2">
              <a:spcBef>
                <a:spcPts val="0"/>
              </a:spcBef>
              <a:spcAft>
                <a:spcPts val="0"/>
              </a:spcAft>
              <a:buSzPts val="6000"/>
              <a:buNone/>
              <a:defRPr/>
            </a:lvl3pPr>
            <a:lvl4pPr lvl="3">
              <a:spcBef>
                <a:spcPts val="0"/>
              </a:spcBef>
              <a:spcAft>
                <a:spcPts val="0"/>
              </a:spcAft>
              <a:buSzPts val="6000"/>
              <a:buNone/>
              <a:defRPr/>
            </a:lvl4pPr>
            <a:lvl5pPr lvl="4">
              <a:spcBef>
                <a:spcPts val="0"/>
              </a:spcBef>
              <a:spcAft>
                <a:spcPts val="0"/>
              </a:spcAft>
              <a:buSzPts val="6000"/>
              <a:buNone/>
              <a:defRPr/>
            </a:lvl5pPr>
            <a:lvl6pPr lvl="5">
              <a:spcBef>
                <a:spcPts val="0"/>
              </a:spcBef>
              <a:spcAft>
                <a:spcPts val="0"/>
              </a:spcAft>
              <a:buSzPts val="6000"/>
              <a:buNone/>
              <a:defRPr/>
            </a:lvl6pPr>
            <a:lvl7pPr lvl="6">
              <a:spcBef>
                <a:spcPts val="0"/>
              </a:spcBef>
              <a:spcAft>
                <a:spcPts val="0"/>
              </a:spcAft>
              <a:buSzPts val="6000"/>
              <a:buNone/>
              <a:defRPr/>
            </a:lvl7pPr>
            <a:lvl8pPr lvl="7">
              <a:spcBef>
                <a:spcPts val="0"/>
              </a:spcBef>
              <a:spcAft>
                <a:spcPts val="0"/>
              </a:spcAft>
              <a:buSzPts val="6000"/>
              <a:buNone/>
              <a:defRPr/>
            </a:lvl8pPr>
            <a:lvl9pPr lvl="8">
              <a:spcBef>
                <a:spcPts val="0"/>
              </a:spcBef>
              <a:spcAft>
                <a:spcPts val="0"/>
              </a:spcAft>
              <a:buSzPts val="6000"/>
              <a:buNone/>
              <a:defRPr/>
            </a:lvl9pPr>
          </a:lstStyle>
          <a:p/>
        </p:txBody>
      </p:sp>
      <p:sp>
        <p:nvSpPr>
          <p:cNvPr id="411" name="Google Shape;411;p49"/>
          <p:cNvSpPr/>
          <p:nvPr>
            <p:ph idx="8" type="pic"/>
          </p:nvPr>
        </p:nvSpPr>
        <p:spPr>
          <a:xfrm>
            <a:off x="3389588" y="3489487"/>
            <a:ext cx="1643700" cy="1535100"/>
          </a:xfrm>
          <a:prstGeom prst="rect">
            <a:avLst/>
          </a:prstGeom>
          <a:noFill/>
          <a:ln>
            <a:noFill/>
          </a:ln>
        </p:spPr>
      </p:sp>
      <p:sp>
        <p:nvSpPr>
          <p:cNvPr id="412" name="Google Shape;412;p49"/>
          <p:cNvSpPr/>
          <p:nvPr>
            <p:ph idx="9" type="pic"/>
          </p:nvPr>
        </p:nvSpPr>
        <p:spPr>
          <a:xfrm>
            <a:off x="5195922" y="3489487"/>
            <a:ext cx="1643700" cy="1535100"/>
          </a:xfrm>
          <a:prstGeom prst="rect">
            <a:avLst/>
          </a:prstGeom>
          <a:noFill/>
          <a:ln>
            <a:noFill/>
          </a:ln>
        </p:spPr>
      </p:sp>
      <p:sp>
        <p:nvSpPr>
          <p:cNvPr id="413" name="Google Shape;413;p49"/>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blank">
  <p:cSld name="BLANK">
    <p:bg>
      <p:bgPr>
        <a:solidFill>
          <a:schemeClr val="lt1"/>
        </a:solidFill>
      </p:bgPr>
    </p:bg>
    <p:spTree>
      <p:nvGrpSpPr>
        <p:cNvPr id="418" name="Shape 418"/>
        <p:cNvGrpSpPr/>
        <p:nvPr/>
      </p:nvGrpSpPr>
      <p:grpSpPr>
        <a:xfrm>
          <a:off x="0" y="0"/>
          <a:ext cx="0" cy="0"/>
          <a:chOff x="0" y="0"/>
          <a:chExt cx="0" cy="0"/>
        </a:xfrm>
      </p:grpSpPr>
      <p:pic>
        <p:nvPicPr>
          <p:cNvPr id="419" name="Google Shape;419;p51"/>
          <p:cNvPicPr preferRelativeResize="0"/>
          <p:nvPr/>
        </p:nvPicPr>
        <p:blipFill rotWithShape="1">
          <a:blip r:embed="rId2">
            <a:alphaModFix/>
          </a:blip>
          <a:srcRect b="0" l="0" r="49303" t="53791"/>
          <a:stretch/>
        </p:blipFill>
        <p:spPr>
          <a:xfrm>
            <a:off x="6996180" y="-1"/>
            <a:ext cx="2147827" cy="2376699"/>
          </a:xfrm>
          <a:prstGeom prst="rect">
            <a:avLst/>
          </a:prstGeom>
          <a:noFill/>
          <a:ln>
            <a:noFill/>
          </a:ln>
        </p:spPr>
      </p:pic>
      <p:sp>
        <p:nvSpPr>
          <p:cNvPr id="420" name="Google Shape;420;p51"/>
          <p:cNvSpPr/>
          <p:nvPr/>
        </p:nvSpPr>
        <p:spPr>
          <a:xfrm rot="7601886">
            <a:off x="1184700" y="-2992710"/>
            <a:ext cx="11804607" cy="6869923"/>
          </a:xfrm>
          <a:custGeom>
            <a:rect b="b" l="l" r="r" t="t"/>
            <a:pathLst>
              <a:path extrusionOk="0" h="19489" w="33488">
                <a:moveTo>
                  <a:pt x="0" y="5480"/>
                </a:moveTo>
                <a:cubicBezTo>
                  <a:pt x="4083" y="3995"/>
                  <a:pt x="8956" y="3778"/>
                  <a:pt x="13034" y="5280"/>
                </a:cubicBezTo>
                <a:cubicBezTo>
                  <a:pt x="17705" y="7000"/>
                  <a:pt x="22916" y="16554"/>
                  <a:pt x="18649" y="19116"/>
                </a:cubicBezTo>
                <a:cubicBezTo>
                  <a:pt x="14717" y="21477"/>
                  <a:pt x="11737" y="9928"/>
                  <a:pt x="14237" y="6082"/>
                </a:cubicBezTo>
                <a:cubicBezTo>
                  <a:pt x="17901" y="445"/>
                  <a:pt x="26769" y="-175"/>
                  <a:pt x="33488" y="66"/>
                </a:cubicBezTo>
              </a:path>
            </a:pathLst>
          </a:custGeom>
          <a:noFill/>
          <a:ln>
            <a:noFill/>
          </a:ln>
        </p:spPr>
      </p:sp>
      <p:pic>
        <p:nvPicPr>
          <p:cNvPr id="421" name="Google Shape;421;p51"/>
          <p:cNvPicPr preferRelativeResize="0"/>
          <p:nvPr/>
        </p:nvPicPr>
        <p:blipFill rotWithShape="1">
          <a:blip r:embed="rId3">
            <a:alphaModFix/>
          </a:blip>
          <a:srcRect b="67899" l="18884" r="0" t="0"/>
          <a:stretch/>
        </p:blipFill>
        <p:spPr>
          <a:xfrm>
            <a:off x="0" y="2451450"/>
            <a:ext cx="6802801" cy="2692049"/>
          </a:xfrm>
          <a:prstGeom prst="rect">
            <a:avLst/>
          </a:prstGeom>
          <a:noFill/>
          <a:ln>
            <a:noFill/>
          </a:ln>
        </p:spPr>
      </p:pic>
      <p:sp>
        <p:nvSpPr>
          <p:cNvPr id="422" name="Google Shape;422;p51"/>
          <p:cNvSpPr txBox="1"/>
          <p:nvPr>
            <p:ph type="title"/>
          </p:nvPr>
        </p:nvSpPr>
        <p:spPr>
          <a:xfrm>
            <a:off x="1230200" y="1565531"/>
            <a:ext cx="6683700" cy="1726500"/>
          </a:xfrm>
          <a:prstGeom prst="rect">
            <a:avLst/>
          </a:prstGeom>
        </p:spPr>
        <p:txBody>
          <a:bodyPr anchorCtr="0" anchor="t" bIns="91425" lIns="91425" spcFirstLastPara="1" rIns="91425" wrap="square" tIns="91425">
            <a:noAutofit/>
          </a:bodyPr>
          <a:lstStyle>
            <a:lvl1pPr lvl="0" algn="ctr">
              <a:lnSpc>
                <a:spcPct val="90000"/>
              </a:lnSpc>
              <a:spcBef>
                <a:spcPts val="0"/>
              </a:spcBef>
              <a:spcAft>
                <a:spcPts val="0"/>
              </a:spcAft>
              <a:buNone/>
              <a:defRPr sz="5400"/>
            </a:lvl1pPr>
            <a:lvl2pPr lvl="1" algn="ctr">
              <a:lnSpc>
                <a:spcPct val="115000"/>
              </a:lnSpc>
              <a:spcBef>
                <a:spcPts val="0"/>
              </a:spcBef>
              <a:spcAft>
                <a:spcPts val="0"/>
              </a:spcAft>
              <a:buNone/>
              <a:defRPr sz="4800">
                <a:latin typeface="Poppins SemiBold"/>
                <a:ea typeface="Poppins SemiBold"/>
                <a:cs typeface="Poppins SemiBold"/>
                <a:sym typeface="Poppins SemiBold"/>
              </a:defRPr>
            </a:lvl2pPr>
            <a:lvl3pPr lvl="2" algn="ctr">
              <a:lnSpc>
                <a:spcPct val="115000"/>
              </a:lnSpc>
              <a:spcBef>
                <a:spcPts val="0"/>
              </a:spcBef>
              <a:spcAft>
                <a:spcPts val="0"/>
              </a:spcAft>
              <a:buNone/>
              <a:defRPr sz="4800">
                <a:latin typeface="Poppins SemiBold"/>
                <a:ea typeface="Poppins SemiBold"/>
                <a:cs typeface="Poppins SemiBold"/>
                <a:sym typeface="Poppins SemiBold"/>
              </a:defRPr>
            </a:lvl3pPr>
            <a:lvl4pPr lvl="3" algn="ctr">
              <a:lnSpc>
                <a:spcPct val="115000"/>
              </a:lnSpc>
              <a:spcBef>
                <a:spcPts val="0"/>
              </a:spcBef>
              <a:spcAft>
                <a:spcPts val="0"/>
              </a:spcAft>
              <a:buNone/>
              <a:defRPr sz="4800">
                <a:latin typeface="Poppins SemiBold"/>
                <a:ea typeface="Poppins SemiBold"/>
                <a:cs typeface="Poppins SemiBold"/>
                <a:sym typeface="Poppins SemiBold"/>
              </a:defRPr>
            </a:lvl4pPr>
            <a:lvl5pPr lvl="4" algn="ctr">
              <a:lnSpc>
                <a:spcPct val="115000"/>
              </a:lnSpc>
              <a:spcBef>
                <a:spcPts val="0"/>
              </a:spcBef>
              <a:spcAft>
                <a:spcPts val="0"/>
              </a:spcAft>
              <a:buNone/>
              <a:defRPr sz="4800">
                <a:latin typeface="Poppins SemiBold"/>
                <a:ea typeface="Poppins SemiBold"/>
                <a:cs typeface="Poppins SemiBold"/>
                <a:sym typeface="Poppins SemiBold"/>
              </a:defRPr>
            </a:lvl5pPr>
            <a:lvl6pPr lvl="5" algn="ctr">
              <a:lnSpc>
                <a:spcPct val="115000"/>
              </a:lnSpc>
              <a:spcBef>
                <a:spcPts val="0"/>
              </a:spcBef>
              <a:spcAft>
                <a:spcPts val="0"/>
              </a:spcAft>
              <a:buNone/>
              <a:defRPr sz="4800">
                <a:latin typeface="Poppins SemiBold"/>
                <a:ea typeface="Poppins SemiBold"/>
                <a:cs typeface="Poppins SemiBold"/>
                <a:sym typeface="Poppins SemiBold"/>
              </a:defRPr>
            </a:lvl6pPr>
            <a:lvl7pPr lvl="6" algn="ctr">
              <a:lnSpc>
                <a:spcPct val="115000"/>
              </a:lnSpc>
              <a:spcBef>
                <a:spcPts val="0"/>
              </a:spcBef>
              <a:spcAft>
                <a:spcPts val="0"/>
              </a:spcAft>
              <a:buNone/>
              <a:defRPr sz="4800">
                <a:latin typeface="Poppins SemiBold"/>
                <a:ea typeface="Poppins SemiBold"/>
                <a:cs typeface="Poppins SemiBold"/>
                <a:sym typeface="Poppins SemiBold"/>
              </a:defRPr>
            </a:lvl7pPr>
            <a:lvl8pPr lvl="7" algn="ctr">
              <a:lnSpc>
                <a:spcPct val="115000"/>
              </a:lnSpc>
              <a:spcBef>
                <a:spcPts val="0"/>
              </a:spcBef>
              <a:spcAft>
                <a:spcPts val="0"/>
              </a:spcAft>
              <a:buNone/>
              <a:defRPr sz="4800">
                <a:latin typeface="Poppins SemiBold"/>
                <a:ea typeface="Poppins SemiBold"/>
                <a:cs typeface="Poppins SemiBold"/>
                <a:sym typeface="Poppins SemiBold"/>
              </a:defRPr>
            </a:lvl8pPr>
            <a:lvl9pPr lvl="8" algn="ctr">
              <a:lnSpc>
                <a:spcPct val="115000"/>
              </a:lnSpc>
              <a:spcBef>
                <a:spcPts val="0"/>
              </a:spcBef>
              <a:spcAft>
                <a:spcPts val="0"/>
              </a:spcAft>
              <a:buNone/>
              <a:defRPr sz="4800">
                <a:latin typeface="Poppins SemiBold"/>
                <a:ea typeface="Poppins SemiBold"/>
                <a:cs typeface="Poppins SemiBold"/>
                <a:sym typeface="Poppins SemiBold"/>
              </a:defRPr>
            </a:lvl9pPr>
          </a:lstStyle>
          <a:p/>
        </p:txBody>
      </p:sp>
      <p:sp>
        <p:nvSpPr>
          <p:cNvPr id="423" name="Google Shape;423;p51"/>
          <p:cNvSpPr txBox="1"/>
          <p:nvPr>
            <p:ph idx="1" type="subTitle"/>
          </p:nvPr>
        </p:nvSpPr>
        <p:spPr>
          <a:xfrm>
            <a:off x="2423700" y="1121975"/>
            <a:ext cx="4346700" cy="452700"/>
          </a:xfrm>
          <a:prstGeom prst="rect">
            <a:avLst/>
          </a:prstGeom>
        </p:spPr>
        <p:txBody>
          <a:bodyPr anchorCtr="0" anchor="b" bIns="91425" lIns="91425" spcFirstLastPara="1" rIns="91425" wrap="square" tIns="91425">
            <a:noAutofit/>
          </a:bodyPr>
          <a:lstStyle>
            <a:lvl1pPr lvl="0" algn="ctr">
              <a:spcBef>
                <a:spcPts val="0"/>
              </a:spcBef>
              <a:spcAft>
                <a:spcPts val="0"/>
              </a:spcAft>
              <a:buSzPts val="1600"/>
              <a:buFont typeface="Nunito Sans"/>
              <a:buNone/>
              <a:defRPr>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24" name="Google Shape;424;p51"/>
          <p:cNvSpPr/>
          <p:nvPr/>
        </p:nvSpPr>
        <p:spPr>
          <a:xfrm>
            <a:off x="4453700" y="0"/>
            <a:ext cx="4698208" cy="5143488"/>
          </a:xfrm>
          <a:custGeom>
            <a:rect b="b" l="l" r="r" t="t"/>
            <a:pathLst>
              <a:path extrusionOk="0" h="160734" w="146819">
                <a:moveTo>
                  <a:pt x="0" y="0"/>
                </a:moveTo>
                <a:lnTo>
                  <a:pt x="1600" y="1079"/>
                </a:lnTo>
                <a:lnTo>
                  <a:pt x="3200" y="2121"/>
                </a:lnTo>
                <a:lnTo>
                  <a:pt x="4800" y="3088"/>
                </a:lnTo>
                <a:lnTo>
                  <a:pt x="6362" y="4056"/>
                </a:lnTo>
                <a:lnTo>
                  <a:pt x="9376" y="5804"/>
                </a:lnTo>
                <a:lnTo>
                  <a:pt x="12204" y="7367"/>
                </a:lnTo>
                <a:lnTo>
                  <a:pt x="15292" y="9004"/>
                </a:lnTo>
                <a:lnTo>
                  <a:pt x="18306" y="10530"/>
                </a:lnTo>
                <a:lnTo>
                  <a:pt x="21282" y="11981"/>
                </a:lnTo>
                <a:lnTo>
                  <a:pt x="24222" y="13320"/>
                </a:lnTo>
                <a:lnTo>
                  <a:pt x="27087" y="14622"/>
                </a:lnTo>
                <a:lnTo>
                  <a:pt x="29915" y="15813"/>
                </a:lnTo>
                <a:lnTo>
                  <a:pt x="32705" y="16929"/>
                </a:lnTo>
                <a:lnTo>
                  <a:pt x="35496" y="17934"/>
                </a:lnTo>
                <a:lnTo>
                  <a:pt x="38733" y="19087"/>
                </a:lnTo>
                <a:lnTo>
                  <a:pt x="40332" y="19608"/>
                </a:lnTo>
                <a:lnTo>
                  <a:pt x="41932" y="20092"/>
                </a:lnTo>
                <a:lnTo>
                  <a:pt x="43495" y="20538"/>
                </a:lnTo>
                <a:lnTo>
                  <a:pt x="45058" y="20985"/>
                </a:lnTo>
                <a:lnTo>
                  <a:pt x="46620" y="21394"/>
                </a:lnTo>
                <a:lnTo>
                  <a:pt x="48183" y="21803"/>
                </a:lnTo>
                <a:lnTo>
                  <a:pt x="49709" y="22138"/>
                </a:lnTo>
                <a:lnTo>
                  <a:pt x="51271" y="22473"/>
                </a:lnTo>
                <a:lnTo>
                  <a:pt x="52797" y="22771"/>
                </a:lnTo>
                <a:lnTo>
                  <a:pt x="54322" y="23068"/>
                </a:lnTo>
                <a:lnTo>
                  <a:pt x="55811" y="23292"/>
                </a:lnTo>
                <a:lnTo>
                  <a:pt x="57336" y="23515"/>
                </a:lnTo>
                <a:lnTo>
                  <a:pt x="58824" y="23738"/>
                </a:lnTo>
                <a:lnTo>
                  <a:pt x="60350" y="23887"/>
                </a:lnTo>
                <a:lnTo>
                  <a:pt x="64591" y="24185"/>
                </a:lnTo>
                <a:lnTo>
                  <a:pt x="68759" y="24371"/>
                </a:lnTo>
                <a:lnTo>
                  <a:pt x="72926" y="24482"/>
                </a:lnTo>
                <a:lnTo>
                  <a:pt x="77019" y="24519"/>
                </a:lnTo>
                <a:lnTo>
                  <a:pt x="80070" y="24519"/>
                </a:lnTo>
                <a:lnTo>
                  <a:pt x="83121" y="24445"/>
                </a:lnTo>
                <a:lnTo>
                  <a:pt x="86134" y="24333"/>
                </a:lnTo>
                <a:lnTo>
                  <a:pt x="89111" y="24185"/>
                </a:lnTo>
                <a:lnTo>
                  <a:pt x="92087" y="23961"/>
                </a:lnTo>
                <a:lnTo>
                  <a:pt x="94990" y="23738"/>
                </a:lnTo>
                <a:lnTo>
                  <a:pt x="97929" y="23440"/>
                </a:lnTo>
                <a:lnTo>
                  <a:pt x="100794" y="23106"/>
                </a:lnTo>
                <a:lnTo>
                  <a:pt x="103659" y="22733"/>
                </a:lnTo>
                <a:lnTo>
                  <a:pt x="106487" y="22324"/>
                </a:lnTo>
                <a:lnTo>
                  <a:pt x="109314" y="21878"/>
                </a:lnTo>
                <a:lnTo>
                  <a:pt x="112068" y="21357"/>
                </a:lnTo>
                <a:lnTo>
                  <a:pt x="114821" y="20836"/>
                </a:lnTo>
                <a:lnTo>
                  <a:pt x="117574" y="20241"/>
                </a:lnTo>
                <a:lnTo>
                  <a:pt x="120253" y="19608"/>
                </a:lnTo>
                <a:lnTo>
                  <a:pt x="122932" y="18938"/>
                </a:lnTo>
                <a:lnTo>
                  <a:pt x="124978" y="18380"/>
                </a:lnTo>
                <a:lnTo>
                  <a:pt x="127062" y="17785"/>
                </a:lnTo>
                <a:lnTo>
                  <a:pt x="129108" y="17152"/>
                </a:lnTo>
                <a:lnTo>
                  <a:pt x="131118" y="16520"/>
                </a:lnTo>
                <a:lnTo>
                  <a:pt x="131973" y="18678"/>
                </a:lnTo>
                <a:lnTo>
                  <a:pt x="132755" y="20873"/>
                </a:lnTo>
                <a:lnTo>
                  <a:pt x="133462" y="23106"/>
                </a:lnTo>
                <a:lnTo>
                  <a:pt x="134131" y="25338"/>
                </a:lnTo>
                <a:lnTo>
                  <a:pt x="134764" y="27608"/>
                </a:lnTo>
                <a:lnTo>
                  <a:pt x="135322" y="29914"/>
                </a:lnTo>
                <a:lnTo>
                  <a:pt x="135843" y="32258"/>
                </a:lnTo>
                <a:lnTo>
                  <a:pt x="136289" y="34602"/>
                </a:lnTo>
                <a:lnTo>
                  <a:pt x="136550" y="36128"/>
                </a:lnTo>
                <a:lnTo>
                  <a:pt x="136810" y="37691"/>
                </a:lnTo>
                <a:lnTo>
                  <a:pt x="137034" y="39291"/>
                </a:lnTo>
                <a:lnTo>
                  <a:pt x="137220" y="40890"/>
                </a:lnTo>
                <a:lnTo>
                  <a:pt x="137406" y="42490"/>
                </a:lnTo>
                <a:lnTo>
                  <a:pt x="137554" y="44090"/>
                </a:lnTo>
                <a:lnTo>
                  <a:pt x="137666" y="45727"/>
                </a:lnTo>
                <a:lnTo>
                  <a:pt x="137778" y="47364"/>
                </a:lnTo>
                <a:lnTo>
                  <a:pt x="137852" y="49002"/>
                </a:lnTo>
                <a:lnTo>
                  <a:pt x="137889" y="50639"/>
                </a:lnTo>
                <a:lnTo>
                  <a:pt x="137927" y="52313"/>
                </a:lnTo>
                <a:lnTo>
                  <a:pt x="137964" y="54024"/>
                </a:lnTo>
                <a:lnTo>
                  <a:pt x="137927" y="55699"/>
                </a:lnTo>
                <a:lnTo>
                  <a:pt x="137889" y="57410"/>
                </a:lnTo>
                <a:lnTo>
                  <a:pt x="137852" y="59122"/>
                </a:lnTo>
                <a:lnTo>
                  <a:pt x="137778" y="60833"/>
                </a:lnTo>
                <a:lnTo>
                  <a:pt x="137666" y="62582"/>
                </a:lnTo>
                <a:lnTo>
                  <a:pt x="137517" y="64331"/>
                </a:lnTo>
                <a:lnTo>
                  <a:pt x="137182" y="67865"/>
                </a:lnTo>
                <a:lnTo>
                  <a:pt x="136773" y="71400"/>
                </a:lnTo>
                <a:lnTo>
                  <a:pt x="136252" y="75009"/>
                </a:lnTo>
                <a:lnTo>
                  <a:pt x="135657" y="78655"/>
                </a:lnTo>
                <a:lnTo>
                  <a:pt x="134950" y="82339"/>
                </a:lnTo>
                <a:lnTo>
                  <a:pt x="134169" y="86060"/>
                </a:lnTo>
                <a:lnTo>
                  <a:pt x="133276" y="89818"/>
                </a:lnTo>
                <a:lnTo>
                  <a:pt x="132494" y="92869"/>
                </a:lnTo>
                <a:lnTo>
                  <a:pt x="131676" y="95920"/>
                </a:lnTo>
                <a:lnTo>
                  <a:pt x="130783" y="99008"/>
                </a:lnTo>
                <a:lnTo>
                  <a:pt x="129853" y="102133"/>
                </a:lnTo>
                <a:lnTo>
                  <a:pt x="128811" y="105258"/>
                </a:lnTo>
                <a:lnTo>
                  <a:pt x="127769" y="108384"/>
                </a:lnTo>
                <a:lnTo>
                  <a:pt x="126653" y="111546"/>
                </a:lnTo>
                <a:lnTo>
                  <a:pt x="125462" y="114746"/>
                </a:lnTo>
                <a:lnTo>
                  <a:pt x="124197" y="117946"/>
                </a:lnTo>
                <a:lnTo>
                  <a:pt x="122932" y="121183"/>
                </a:lnTo>
                <a:lnTo>
                  <a:pt x="121555" y="124420"/>
                </a:lnTo>
                <a:lnTo>
                  <a:pt x="120142" y="127657"/>
                </a:lnTo>
                <a:lnTo>
                  <a:pt x="118691" y="130931"/>
                </a:lnTo>
                <a:lnTo>
                  <a:pt x="117165" y="134243"/>
                </a:lnTo>
                <a:lnTo>
                  <a:pt x="115602" y="137517"/>
                </a:lnTo>
                <a:lnTo>
                  <a:pt x="113965" y="140865"/>
                </a:lnTo>
                <a:lnTo>
                  <a:pt x="112626" y="143507"/>
                </a:lnTo>
                <a:lnTo>
                  <a:pt x="111249" y="146149"/>
                </a:lnTo>
                <a:lnTo>
                  <a:pt x="109910" y="148716"/>
                </a:lnTo>
                <a:lnTo>
                  <a:pt x="108533" y="151209"/>
                </a:lnTo>
                <a:lnTo>
                  <a:pt x="107194" y="153665"/>
                </a:lnTo>
                <a:lnTo>
                  <a:pt x="105817" y="156083"/>
                </a:lnTo>
                <a:lnTo>
                  <a:pt x="103138" y="160734"/>
                </a:lnTo>
                <a:lnTo>
                  <a:pt x="103845" y="160734"/>
                </a:lnTo>
                <a:lnTo>
                  <a:pt x="106487" y="156158"/>
                </a:lnTo>
                <a:lnTo>
                  <a:pt x="107826" y="153776"/>
                </a:lnTo>
                <a:lnTo>
                  <a:pt x="109165" y="151358"/>
                </a:lnTo>
                <a:lnTo>
                  <a:pt x="110505" y="148865"/>
                </a:lnTo>
                <a:lnTo>
                  <a:pt x="111844" y="146335"/>
                </a:lnTo>
                <a:lnTo>
                  <a:pt x="113147" y="143768"/>
                </a:lnTo>
                <a:lnTo>
                  <a:pt x="114486" y="141126"/>
                </a:lnTo>
                <a:lnTo>
                  <a:pt x="116123" y="137815"/>
                </a:lnTo>
                <a:lnTo>
                  <a:pt x="117686" y="134503"/>
                </a:lnTo>
                <a:lnTo>
                  <a:pt x="119211" y="131192"/>
                </a:lnTo>
                <a:lnTo>
                  <a:pt x="120700" y="127917"/>
                </a:lnTo>
                <a:lnTo>
                  <a:pt x="122114" y="124643"/>
                </a:lnTo>
                <a:lnTo>
                  <a:pt x="123453" y="121406"/>
                </a:lnTo>
                <a:lnTo>
                  <a:pt x="124755" y="118169"/>
                </a:lnTo>
                <a:lnTo>
                  <a:pt x="126020" y="114969"/>
                </a:lnTo>
                <a:lnTo>
                  <a:pt x="127211" y="111770"/>
                </a:lnTo>
                <a:lnTo>
                  <a:pt x="128327" y="108607"/>
                </a:lnTo>
                <a:lnTo>
                  <a:pt x="129406" y="105444"/>
                </a:lnTo>
                <a:lnTo>
                  <a:pt x="130411" y="102282"/>
                </a:lnTo>
                <a:lnTo>
                  <a:pt x="131341" y="99194"/>
                </a:lnTo>
                <a:lnTo>
                  <a:pt x="132234" y="96106"/>
                </a:lnTo>
                <a:lnTo>
                  <a:pt x="133090" y="93017"/>
                </a:lnTo>
                <a:lnTo>
                  <a:pt x="133871" y="89966"/>
                </a:lnTo>
                <a:lnTo>
                  <a:pt x="134764" y="86208"/>
                </a:lnTo>
                <a:lnTo>
                  <a:pt x="135545" y="82451"/>
                </a:lnTo>
                <a:lnTo>
                  <a:pt x="136252" y="78767"/>
                </a:lnTo>
                <a:lnTo>
                  <a:pt x="136848" y="75121"/>
                </a:lnTo>
                <a:lnTo>
                  <a:pt x="137368" y="71475"/>
                </a:lnTo>
                <a:lnTo>
                  <a:pt x="137778" y="67903"/>
                </a:lnTo>
                <a:lnTo>
                  <a:pt x="138113" y="64368"/>
                </a:lnTo>
                <a:lnTo>
                  <a:pt x="138261" y="62619"/>
                </a:lnTo>
                <a:lnTo>
                  <a:pt x="138373" y="60871"/>
                </a:lnTo>
                <a:lnTo>
                  <a:pt x="138447" y="59122"/>
                </a:lnTo>
                <a:lnTo>
                  <a:pt x="138485" y="57410"/>
                </a:lnTo>
                <a:lnTo>
                  <a:pt x="138522" y="55699"/>
                </a:lnTo>
                <a:lnTo>
                  <a:pt x="138559" y="53987"/>
                </a:lnTo>
                <a:lnTo>
                  <a:pt x="138522" y="52313"/>
                </a:lnTo>
                <a:lnTo>
                  <a:pt x="138485" y="50639"/>
                </a:lnTo>
                <a:lnTo>
                  <a:pt x="138447" y="48964"/>
                </a:lnTo>
                <a:lnTo>
                  <a:pt x="138373" y="47327"/>
                </a:lnTo>
                <a:lnTo>
                  <a:pt x="138261" y="45653"/>
                </a:lnTo>
                <a:lnTo>
                  <a:pt x="138113" y="44016"/>
                </a:lnTo>
                <a:lnTo>
                  <a:pt x="137964" y="42416"/>
                </a:lnTo>
                <a:lnTo>
                  <a:pt x="137815" y="40816"/>
                </a:lnTo>
                <a:lnTo>
                  <a:pt x="137592" y="39216"/>
                </a:lnTo>
                <a:lnTo>
                  <a:pt x="137368" y="37616"/>
                </a:lnTo>
                <a:lnTo>
                  <a:pt x="137145" y="36054"/>
                </a:lnTo>
                <a:lnTo>
                  <a:pt x="136885" y="34491"/>
                </a:lnTo>
                <a:lnTo>
                  <a:pt x="136401" y="32110"/>
                </a:lnTo>
                <a:lnTo>
                  <a:pt x="135917" y="29803"/>
                </a:lnTo>
                <a:lnTo>
                  <a:pt x="135359" y="27496"/>
                </a:lnTo>
                <a:lnTo>
                  <a:pt x="134727" y="25189"/>
                </a:lnTo>
                <a:lnTo>
                  <a:pt x="134057" y="22957"/>
                </a:lnTo>
                <a:lnTo>
                  <a:pt x="133313" y="20724"/>
                </a:lnTo>
                <a:lnTo>
                  <a:pt x="132532" y="18492"/>
                </a:lnTo>
                <a:lnTo>
                  <a:pt x="131676" y="16334"/>
                </a:lnTo>
                <a:lnTo>
                  <a:pt x="133648" y="15664"/>
                </a:lnTo>
                <a:lnTo>
                  <a:pt x="135545" y="14994"/>
                </a:lnTo>
                <a:lnTo>
                  <a:pt x="137480" y="14287"/>
                </a:lnTo>
                <a:lnTo>
                  <a:pt x="139378" y="13581"/>
                </a:lnTo>
                <a:lnTo>
                  <a:pt x="141238" y="12836"/>
                </a:lnTo>
                <a:lnTo>
                  <a:pt x="143136" y="12055"/>
                </a:lnTo>
                <a:lnTo>
                  <a:pt x="144996" y="11236"/>
                </a:lnTo>
                <a:lnTo>
                  <a:pt x="146819" y="10418"/>
                </a:lnTo>
                <a:lnTo>
                  <a:pt x="146819" y="9785"/>
                </a:lnTo>
                <a:lnTo>
                  <a:pt x="144959" y="10604"/>
                </a:lnTo>
                <a:lnTo>
                  <a:pt x="143061" y="11423"/>
                </a:lnTo>
                <a:lnTo>
                  <a:pt x="141164" y="12204"/>
                </a:lnTo>
                <a:lnTo>
                  <a:pt x="139266" y="12985"/>
                </a:lnTo>
                <a:lnTo>
                  <a:pt x="137331" y="13729"/>
                </a:lnTo>
                <a:lnTo>
                  <a:pt x="135396" y="14436"/>
                </a:lnTo>
                <a:lnTo>
                  <a:pt x="133424" y="15106"/>
                </a:lnTo>
                <a:lnTo>
                  <a:pt x="131453" y="15776"/>
                </a:lnTo>
                <a:lnTo>
                  <a:pt x="130597" y="13729"/>
                </a:lnTo>
                <a:lnTo>
                  <a:pt x="129667" y="11683"/>
                </a:lnTo>
                <a:lnTo>
                  <a:pt x="128699" y="9674"/>
                </a:lnTo>
                <a:lnTo>
                  <a:pt x="127695" y="7665"/>
                </a:lnTo>
                <a:lnTo>
                  <a:pt x="126616" y="5730"/>
                </a:lnTo>
                <a:lnTo>
                  <a:pt x="125499" y="3795"/>
                </a:lnTo>
                <a:lnTo>
                  <a:pt x="124309" y="1860"/>
                </a:lnTo>
                <a:lnTo>
                  <a:pt x="123081" y="0"/>
                </a:lnTo>
                <a:lnTo>
                  <a:pt x="122374" y="0"/>
                </a:lnTo>
                <a:lnTo>
                  <a:pt x="123639" y="1898"/>
                </a:lnTo>
                <a:lnTo>
                  <a:pt x="124830" y="3832"/>
                </a:lnTo>
                <a:lnTo>
                  <a:pt x="125946" y="5767"/>
                </a:lnTo>
                <a:lnTo>
                  <a:pt x="127062" y="7739"/>
                </a:lnTo>
                <a:lnTo>
                  <a:pt x="128104" y="9785"/>
                </a:lnTo>
                <a:lnTo>
                  <a:pt x="129071" y="11795"/>
                </a:lnTo>
                <a:lnTo>
                  <a:pt x="130001" y="13878"/>
                </a:lnTo>
                <a:lnTo>
                  <a:pt x="130894" y="15962"/>
                </a:lnTo>
                <a:lnTo>
                  <a:pt x="128885" y="16594"/>
                </a:lnTo>
                <a:lnTo>
                  <a:pt x="126876" y="17227"/>
                </a:lnTo>
                <a:lnTo>
                  <a:pt x="124830" y="17785"/>
                </a:lnTo>
                <a:lnTo>
                  <a:pt x="122783" y="18343"/>
                </a:lnTo>
                <a:lnTo>
                  <a:pt x="119211" y="19236"/>
                </a:lnTo>
                <a:lnTo>
                  <a:pt x="115602" y="20055"/>
                </a:lnTo>
                <a:lnTo>
                  <a:pt x="111956" y="20799"/>
                </a:lnTo>
                <a:lnTo>
                  <a:pt x="108273" y="21431"/>
                </a:lnTo>
                <a:lnTo>
                  <a:pt x="104515" y="22027"/>
                </a:lnTo>
                <a:lnTo>
                  <a:pt x="100719" y="22547"/>
                </a:lnTo>
                <a:lnTo>
                  <a:pt x="96887" y="22957"/>
                </a:lnTo>
                <a:lnTo>
                  <a:pt x="93018" y="23292"/>
                </a:lnTo>
                <a:lnTo>
                  <a:pt x="89074" y="23589"/>
                </a:lnTo>
                <a:lnTo>
                  <a:pt x="85093" y="23775"/>
                </a:lnTo>
                <a:lnTo>
                  <a:pt x="81074" y="23887"/>
                </a:lnTo>
                <a:lnTo>
                  <a:pt x="77019" y="23924"/>
                </a:lnTo>
                <a:lnTo>
                  <a:pt x="72926" y="23887"/>
                </a:lnTo>
                <a:lnTo>
                  <a:pt x="68796" y="23775"/>
                </a:lnTo>
                <a:lnTo>
                  <a:pt x="64629" y="23589"/>
                </a:lnTo>
                <a:lnTo>
                  <a:pt x="60387" y="23292"/>
                </a:lnTo>
                <a:lnTo>
                  <a:pt x="57634" y="22957"/>
                </a:lnTo>
                <a:lnTo>
                  <a:pt x="54880" y="22547"/>
                </a:lnTo>
                <a:lnTo>
                  <a:pt x="52090" y="22027"/>
                </a:lnTo>
                <a:lnTo>
                  <a:pt x="49262" y="21431"/>
                </a:lnTo>
                <a:lnTo>
                  <a:pt x="46434" y="20761"/>
                </a:lnTo>
                <a:lnTo>
                  <a:pt x="43569" y="19980"/>
                </a:lnTo>
                <a:lnTo>
                  <a:pt x="40667" y="19087"/>
                </a:lnTo>
                <a:lnTo>
                  <a:pt x="37728" y="18120"/>
                </a:lnTo>
                <a:lnTo>
                  <a:pt x="34714" y="17041"/>
                </a:lnTo>
                <a:lnTo>
                  <a:pt x="31700" y="15887"/>
                </a:lnTo>
                <a:lnTo>
                  <a:pt x="28649" y="14622"/>
                </a:lnTo>
                <a:lnTo>
                  <a:pt x="25524" y="13283"/>
                </a:lnTo>
                <a:lnTo>
                  <a:pt x="22324" y="11832"/>
                </a:lnTo>
                <a:lnTo>
                  <a:pt x="19124" y="10269"/>
                </a:lnTo>
                <a:lnTo>
                  <a:pt x="15813" y="8595"/>
                </a:lnTo>
                <a:lnTo>
                  <a:pt x="12464" y="6846"/>
                </a:lnTo>
                <a:lnTo>
                  <a:pt x="9823" y="5358"/>
                </a:lnTo>
                <a:lnTo>
                  <a:pt x="6995" y="3721"/>
                </a:lnTo>
                <a:lnTo>
                  <a:pt x="5544" y="2865"/>
                </a:lnTo>
                <a:lnTo>
                  <a:pt x="4056" y="1935"/>
                </a:lnTo>
                <a:lnTo>
                  <a:pt x="2567" y="1005"/>
                </a:lnTo>
                <a:lnTo>
                  <a:pt x="104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pic>
        <p:nvPicPr>
          <p:cNvPr id="425" name="Google Shape;425;p51"/>
          <p:cNvPicPr preferRelativeResize="0"/>
          <p:nvPr/>
        </p:nvPicPr>
        <p:blipFill rotWithShape="1">
          <a:blip r:embed="rId4">
            <a:alphaModFix/>
          </a:blip>
          <a:srcRect b="0" l="55739" r="0" t="39434"/>
          <a:stretch/>
        </p:blipFill>
        <p:spPr>
          <a:xfrm>
            <a:off x="0" y="0"/>
            <a:ext cx="3589874" cy="4912326"/>
          </a:xfrm>
          <a:prstGeom prst="rect">
            <a:avLst/>
          </a:prstGeom>
          <a:noFill/>
          <a:ln>
            <a:noFill/>
          </a:ln>
        </p:spPr>
      </p:pic>
      <p:pic>
        <p:nvPicPr>
          <p:cNvPr id="426" name="Google Shape;426;p51"/>
          <p:cNvPicPr preferRelativeResize="0"/>
          <p:nvPr/>
        </p:nvPicPr>
        <p:blipFill rotWithShape="1">
          <a:blip r:embed="rId2">
            <a:alphaModFix/>
          </a:blip>
          <a:srcRect b="0" l="0" r="0" t="53791"/>
          <a:stretch/>
        </p:blipFill>
        <p:spPr>
          <a:xfrm>
            <a:off x="661926" y="0"/>
            <a:ext cx="4236652" cy="2376699"/>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2">
  <p:cSld name="CUSTOM">
    <p:spTree>
      <p:nvGrpSpPr>
        <p:cNvPr id="427" name="Shape 427"/>
        <p:cNvGrpSpPr/>
        <p:nvPr/>
      </p:nvGrpSpPr>
      <p:grpSpPr>
        <a:xfrm>
          <a:off x="0" y="0"/>
          <a:ext cx="0" cy="0"/>
          <a:chOff x="0" y="0"/>
          <a:chExt cx="0" cy="0"/>
        </a:xfrm>
      </p:grpSpPr>
      <p:pic>
        <p:nvPicPr>
          <p:cNvPr id="428" name="Google Shape;428;p52"/>
          <p:cNvPicPr preferRelativeResize="0"/>
          <p:nvPr/>
        </p:nvPicPr>
        <p:blipFill rotWithShape="1">
          <a:blip r:embed="rId2">
            <a:alphaModFix/>
          </a:blip>
          <a:srcRect b="0" l="535" r="33362" t="71891"/>
          <a:stretch/>
        </p:blipFill>
        <p:spPr>
          <a:xfrm>
            <a:off x="5624200" y="3"/>
            <a:ext cx="3519800" cy="1496699"/>
          </a:xfrm>
          <a:prstGeom prst="rect">
            <a:avLst/>
          </a:prstGeom>
          <a:noFill/>
          <a:ln>
            <a:noFill/>
          </a:ln>
        </p:spPr>
      </p:pic>
      <p:sp>
        <p:nvSpPr>
          <p:cNvPr id="429" name="Google Shape;429;p52"/>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Clr>
                <a:schemeClr val="dk1"/>
              </a:buClr>
              <a:buSzPts val="1400"/>
              <a:buNone/>
              <a:defRPr/>
            </a:lvl1pPr>
            <a:lvl2pPr lvl="1">
              <a:spcBef>
                <a:spcPts val="0"/>
              </a:spcBef>
              <a:spcAft>
                <a:spcPts val="0"/>
              </a:spcAft>
              <a:buClr>
                <a:schemeClr val="dk1"/>
              </a:buClr>
              <a:buSzPts val="1400"/>
              <a:buNone/>
              <a:defRPr/>
            </a:lvl2pPr>
            <a:lvl3pPr lvl="2">
              <a:spcBef>
                <a:spcPts val="0"/>
              </a:spcBef>
              <a:spcAft>
                <a:spcPts val="0"/>
              </a:spcAft>
              <a:buClr>
                <a:schemeClr val="dk1"/>
              </a:buClr>
              <a:buSzPts val="1400"/>
              <a:buNone/>
              <a:defRPr/>
            </a:lvl3pPr>
            <a:lvl4pPr lvl="3">
              <a:spcBef>
                <a:spcPts val="0"/>
              </a:spcBef>
              <a:spcAft>
                <a:spcPts val="0"/>
              </a:spcAft>
              <a:buClr>
                <a:schemeClr val="dk1"/>
              </a:buClr>
              <a:buSzPts val="1400"/>
              <a:buNone/>
              <a:defRPr/>
            </a:lvl4pPr>
            <a:lvl5pPr lvl="4">
              <a:spcBef>
                <a:spcPts val="0"/>
              </a:spcBef>
              <a:spcAft>
                <a:spcPts val="0"/>
              </a:spcAft>
              <a:buClr>
                <a:schemeClr val="dk1"/>
              </a:buClr>
              <a:buSzPts val="1400"/>
              <a:buNone/>
              <a:defRPr/>
            </a:lvl5pPr>
            <a:lvl6pPr lvl="5">
              <a:spcBef>
                <a:spcPts val="0"/>
              </a:spcBef>
              <a:spcAft>
                <a:spcPts val="0"/>
              </a:spcAft>
              <a:buClr>
                <a:schemeClr val="dk1"/>
              </a:buClr>
              <a:buSzPts val="1400"/>
              <a:buNone/>
              <a:defRPr/>
            </a:lvl6pPr>
            <a:lvl7pPr lvl="6">
              <a:spcBef>
                <a:spcPts val="0"/>
              </a:spcBef>
              <a:spcAft>
                <a:spcPts val="0"/>
              </a:spcAft>
              <a:buClr>
                <a:schemeClr val="dk1"/>
              </a:buClr>
              <a:buSzPts val="1400"/>
              <a:buNone/>
              <a:defRPr/>
            </a:lvl7pPr>
            <a:lvl8pPr lvl="7">
              <a:spcBef>
                <a:spcPts val="0"/>
              </a:spcBef>
              <a:spcAft>
                <a:spcPts val="0"/>
              </a:spcAft>
              <a:buClr>
                <a:schemeClr val="dk1"/>
              </a:buClr>
              <a:buSzPts val="1400"/>
              <a:buNone/>
              <a:defRPr/>
            </a:lvl8pPr>
            <a:lvl9pPr lvl="8">
              <a:spcBef>
                <a:spcPts val="0"/>
              </a:spcBef>
              <a:spcAft>
                <a:spcPts val="0"/>
              </a:spcAft>
              <a:buClr>
                <a:schemeClr val="dk1"/>
              </a:buClr>
              <a:buSzPts val="1400"/>
              <a:buNone/>
              <a:defRPr/>
            </a:lvl9pPr>
          </a:lstStyle>
          <a:p/>
        </p:txBody>
      </p:sp>
      <p:sp>
        <p:nvSpPr>
          <p:cNvPr id="430" name="Google Shape;430;p52"/>
          <p:cNvSpPr txBox="1"/>
          <p:nvPr>
            <p:ph idx="1" type="body"/>
          </p:nvPr>
        </p:nvSpPr>
        <p:spPr>
          <a:xfrm>
            <a:off x="228600" y="1637275"/>
            <a:ext cx="3351600" cy="3046500"/>
          </a:xfrm>
          <a:prstGeom prst="rect">
            <a:avLst/>
          </a:prstGeom>
        </p:spPr>
        <p:txBody>
          <a:bodyPr anchorCtr="0" anchor="t" bIns="91425" lIns="91425" spcFirstLastPara="1" rIns="91425" wrap="square" tIns="91425">
            <a:noAutofit/>
          </a:bodyPr>
          <a:lstStyle>
            <a:lvl1pPr indent="-330200" lvl="0" marL="457200">
              <a:lnSpc>
                <a:spcPct val="100000"/>
              </a:lnSpc>
              <a:spcBef>
                <a:spcPts val="0"/>
              </a:spcBef>
              <a:spcAft>
                <a:spcPts val="0"/>
              </a:spcAft>
              <a:buSzPts val="1600"/>
              <a:buFont typeface="Nunito Sans"/>
              <a:buChar char="●"/>
              <a:defRPr sz="1600"/>
            </a:lvl1pPr>
            <a:lvl2pPr indent="-330200" lvl="1" marL="914400">
              <a:lnSpc>
                <a:spcPct val="100000"/>
              </a:lnSpc>
              <a:spcBef>
                <a:spcPts val="800"/>
              </a:spcBef>
              <a:spcAft>
                <a:spcPts val="0"/>
              </a:spcAft>
              <a:buSzPts val="1600"/>
              <a:buFont typeface="Nunito Sans"/>
              <a:buChar char="○"/>
              <a:defRPr sz="1600"/>
            </a:lvl2pPr>
            <a:lvl3pPr indent="-330200" lvl="2" marL="1371600">
              <a:lnSpc>
                <a:spcPct val="100000"/>
              </a:lnSpc>
              <a:spcBef>
                <a:spcPts val="800"/>
              </a:spcBef>
              <a:spcAft>
                <a:spcPts val="0"/>
              </a:spcAft>
              <a:buSzPts val="1600"/>
              <a:buFont typeface="Nunito Sans"/>
              <a:buChar char="■"/>
              <a:defRPr sz="1600"/>
            </a:lvl3pPr>
            <a:lvl4pPr indent="-330200" lvl="3" marL="1828800">
              <a:lnSpc>
                <a:spcPct val="100000"/>
              </a:lnSpc>
              <a:spcBef>
                <a:spcPts val="800"/>
              </a:spcBef>
              <a:spcAft>
                <a:spcPts val="0"/>
              </a:spcAft>
              <a:buSzPts val="1600"/>
              <a:buFont typeface="Nunito Sans"/>
              <a:buChar char="●"/>
              <a:defRPr sz="1600"/>
            </a:lvl4pPr>
            <a:lvl5pPr indent="-330200" lvl="4" marL="2286000">
              <a:lnSpc>
                <a:spcPct val="100000"/>
              </a:lnSpc>
              <a:spcBef>
                <a:spcPts val="800"/>
              </a:spcBef>
              <a:spcAft>
                <a:spcPts val="0"/>
              </a:spcAft>
              <a:buSzPts val="1600"/>
              <a:buFont typeface="Nunito Sans"/>
              <a:buChar char="○"/>
              <a:defRPr sz="1600"/>
            </a:lvl5pPr>
            <a:lvl6pPr indent="-330200" lvl="5" marL="2743200">
              <a:lnSpc>
                <a:spcPct val="100000"/>
              </a:lnSpc>
              <a:spcBef>
                <a:spcPts val="800"/>
              </a:spcBef>
              <a:spcAft>
                <a:spcPts val="0"/>
              </a:spcAft>
              <a:buSzPts val="1600"/>
              <a:buFont typeface="Nunito Sans"/>
              <a:buChar char="■"/>
              <a:defRPr sz="1600"/>
            </a:lvl6pPr>
            <a:lvl7pPr indent="-330200" lvl="6" marL="3200400">
              <a:lnSpc>
                <a:spcPct val="100000"/>
              </a:lnSpc>
              <a:spcBef>
                <a:spcPts val="800"/>
              </a:spcBef>
              <a:spcAft>
                <a:spcPts val="0"/>
              </a:spcAft>
              <a:buSzPts val="1600"/>
              <a:buFont typeface="Nunito Sans"/>
              <a:buChar char="●"/>
              <a:defRPr sz="1600"/>
            </a:lvl7pPr>
            <a:lvl8pPr indent="-330200" lvl="7" marL="3657600">
              <a:lnSpc>
                <a:spcPct val="100000"/>
              </a:lnSpc>
              <a:spcBef>
                <a:spcPts val="800"/>
              </a:spcBef>
              <a:spcAft>
                <a:spcPts val="0"/>
              </a:spcAft>
              <a:buSzPts val="1600"/>
              <a:buFont typeface="Nunito Sans"/>
              <a:buChar char="○"/>
              <a:defRPr sz="1600"/>
            </a:lvl8pPr>
            <a:lvl9pPr indent="-330200" lvl="8" marL="4114800">
              <a:lnSpc>
                <a:spcPct val="100000"/>
              </a:lnSpc>
              <a:spcBef>
                <a:spcPts val="800"/>
              </a:spcBef>
              <a:spcAft>
                <a:spcPts val="800"/>
              </a:spcAft>
              <a:buSzPts val="1600"/>
              <a:buFont typeface="Nunito Sans"/>
              <a:buChar char="■"/>
              <a:defRPr sz="1600"/>
            </a:lvl9pPr>
          </a:lstStyle>
          <a:p/>
        </p:txBody>
      </p:sp>
      <p:sp>
        <p:nvSpPr>
          <p:cNvPr id="431" name="Google Shape;431;p52"/>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432" name="Google Shape;432;p52"/>
          <p:cNvSpPr txBox="1"/>
          <p:nvPr>
            <p:ph idx="2"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1">
  <p:cSld name="BLANK_1_1_1_1">
    <p:spTree>
      <p:nvGrpSpPr>
        <p:cNvPr id="433" name="Shape 433"/>
        <p:cNvGrpSpPr/>
        <p:nvPr/>
      </p:nvGrpSpPr>
      <p:grpSpPr>
        <a:xfrm>
          <a:off x="0" y="0"/>
          <a:ext cx="0" cy="0"/>
          <a:chOff x="0" y="0"/>
          <a:chExt cx="0" cy="0"/>
        </a:xfrm>
      </p:grpSpPr>
      <p:sp>
        <p:nvSpPr>
          <p:cNvPr id="434" name="Google Shape;434;p53"/>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435" name="Google Shape;435;p53"/>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pic>
        <p:nvPicPr>
          <p:cNvPr id="436" name="Google Shape;436;p53"/>
          <p:cNvPicPr preferRelativeResize="0"/>
          <p:nvPr/>
        </p:nvPicPr>
        <p:blipFill rotWithShape="1">
          <a:blip r:embed="rId2">
            <a:alphaModFix/>
          </a:blip>
          <a:srcRect b="0" l="535" r="33362" t="71891"/>
          <a:stretch/>
        </p:blipFill>
        <p:spPr>
          <a:xfrm>
            <a:off x="5624200" y="3"/>
            <a:ext cx="3519800" cy="1496699"/>
          </a:xfrm>
          <a:prstGeom prst="rect">
            <a:avLst/>
          </a:prstGeom>
          <a:noFill/>
          <a:ln>
            <a:noFill/>
          </a:ln>
        </p:spPr>
      </p:pic>
      <p:sp>
        <p:nvSpPr>
          <p:cNvPr id="437" name="Google Shape;437;p53"/>
          <p:cNvSpPr txBox="1"/>
          <p:nvPr>
            <p:ph idx="1"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et the team">
  <p:cSld name="BLANK_1_1_1_1_2_3">
    <p:spTree>
      <p:nvGrpSpPr>
        <p:cNvPr id="438" name="Shape 438"/>
        <p:cNvGrpSpPr/>
        <p:nvPr/>
      </p:nvGrpSpPr>
      <p:grpSpPr>
        <a:xfrm>
          <a:off x="0" y="0"/>
          <a:ext cx="0" cy="0"/>
          <a:chOff x="0" y="0"/>
          <a:chExt cx="0" cy="0"/>
        </a:xfrm>
      </p:grpSpPr>
      <p:sp>
        <p:nvSpPr>
          <p:cNvPr id="439" name="Google Shape;439;p54"/>
          <p:cNvSpPr/>
          <p:nvPr/>
        </p:nvSpPr>
        <p:spPr>
          <a:xfrm>
            <a:off x="-3491" y="1985350"/>
            <a:ext cx="3736169" cy="3157918"/>
          </a:xfrm>
          <a:custGeom>
            <a:rect b="b" l="l" r="r" t="t"/>
            <a:pathLst>
              <a:path extrusionOk="0" h="209550" w="247921">
                <a:moveTo>
                  <a:pt x="0" y="0"/>
                </a:moveTo>
                <a:lnTo>
                  <a:pt x="0" y="2516"/>
                </a:lnTo>
                <a:lnTo>
                  <a:pt x="1966" y="5976"/>
                </a:lnTo>
                <a:lnTo>
                  <a:pt x="3853" y="9593"/>
                </a:lnTo>
                <a:lnTo>
                  <a:pt x="5661" y="13289"/>
                </a:lnTo>
                <a:lnTo>
                  <a:pt x="7391" y="17063"/>
                </a:lnTo>
                <a:lnTo>
                  <a:pt x="9042" y="20994"/>
                </a:lnTo>
                <a:lnTo>
                  <a:pt x="10615" y="24926"/>
                </a:lnTo>
                <a:lnTo>
                  <a:pt x="12030" y="28936"/>
                </a:lnTo>
                <a:lnTo>
                  <a:pt x="13446" y="32946"/>
                </a:lnTo>
                <a:lnTo>
                  <a:pt x="14704" y="37114"/>
                </a:lnTo>
                <a:lnTo>
                  <a:pt x="15962" y="41360"/>
                </a:lnTo>
                <a:lnTo>
                  <a:pt x="17063" y="45606"/>
                </a:lnTo>
                <a:lnTo>
                  <a:pt x="18085" y="49930"/>
                </a:lnTo>
                <a:lnTo>
                  <a:pt x="19029" y="54334"/>
                </a:lnTo>
                <a:lnTo>
                  <a:pt x="19815" y="58737"/>
                </a:lnTo>
                <a:lnTo>
                  <a:pt x="20601" y="63219"/>
                </a:lnTo>
                <a:lnTo>
                  <a:pt x="21230" y="67779"/>
                </a:lnTo>
                <a:lnTo>
                  <a:pt x="18557" y="68173"/>
                </a:lnTo>
                <a:lnTo>
                  <a:pt x="15883" y="68566"/>
                </a:lnTo>
                <a:lnTo>
                  <a:pt x="13210" y="69037"/>
                </a:lnTo>
                <a:lnTo>
                  <a:pt x="10536" y="69588"/>
                </a:lnTo>
                <a:lnTo>
                  <a:pt x="7942" y="70217"/>
                </a:lnTo>
                <a:lnTo>
                  <a:pt x="5268" y="70846"/>
                </a:lnTo>
                <a:lnTo>
                  <a:pt x="2595" y="71554"/>
                </a:lnTo>
                <a:lnTo>
                  <a:pt x="0" y="72261"/>
                </a:lnTo>
                <a:lnTo>
                  <a:pt x="0" y="73598"/>
                </a:lnTo>
                <a:lnTo>
                  <a:pt x="3302" y="72576"/>
                </a:lnTo>
                <a:lnTo>
                  <a:pt x="7784" y="71475"/>
                </a:lnTo>
                <a:lnTo>
                  <a:pt x="12345" y="70531"/>
                </a:lnTo>
                <a:lnTo>
                  <a:pt x="16827" y="69667"/>
                </a:lnTo>
                <a:lnTo>
                  <a:pt x="21387" y="69037"/>
                </a:lnTo>
                <a:lnTo>
                  <a:pt x="21859" y="72812"/>
                </a:lnTo>
                <a:lnTo>
                  <a:pt x="22174" y="76193"/>
                </a:lnTo>
                <a:lnTo>
                  <a:pt x="22488" y="79495"/>
                </a:lnTo>
                <a:lnTo>
                  <a:pt x="22724" y="82876"/>
                </a:lnTo>
                <a:lnTo>
                  <a:pt x="22881" y="86258"/>
                </a:lnTo>
                <a:lnTo>
                  <a:pt x="22960" y="89639"/>
                </a:lnTo>
                <a:lnTo>
                  <a:pt x="23039" y="92941"/>
                </a:lnTo>
                <a:lnTo>
                  <a:pt x="23039" y="96322"/>
                </a:lnTo>
                <a:lnTo>
                  <a:pt x="23039" y="99703"/>
                </a:lnTo>
                <a:lnTo>
                  <a:pt x="22960" y="103006"/>
                </a:lnTo>
                <a:lnTo>
                  <a:pt x="22803" y="106387"/>
                </a:lnTo>
                <a:lnTo>
                  <a:pt x="22645" y="109689"/>
                </a:lnTo>
                <a:lnTo>
                  <a:pt x="22410" y="113071"/>
                </a:lnTo>
                <a:lnTo>
                  <a:pt x="22095" y="116373"/>
                </a:lnTo>
                <a:lnTo>
                  <a:pt x="21781" y="119675"/>
                </a:lnTo>
                <a:lnTo>
                  <a:pt x="21387" y="122978"/>
                </a:lnTo>
                <a:lnTo>
                  <a:pt x="20916" y="126280"/>
                </a:lnTo>
                <a:lnTo>
                  <a:pt x="20444" y="129504"/>
                </a:lnTo>
                <a:lnTo>
                  <a:pt x="19893" y="132807"/>
                </a:lnTo>
                <a:lnTo>
                  <a:pt x="19264" y="136031"/>
                </a:lnTo>
                <a:lnTo>
                  <a:pt x="18635" y="139254"/>
                </a:lnTo>
                <a:lnTo>
                  <a:pt x="17928" y="142478"/>
                </a:lnTo>
                <a:lnTo>
                  <a:pt x="17220" y="145623"/>
                </a:lnTo>
                <a:lnTo>
                  <a:pt x="16434" y="148769"/>
                </a:lnTo>
                <a:lnTo>
                  <a:pt x="15569" y="151914"/>
                </a:lnTo>
                <a:lnTo>
                  <a:pt x="14625" y="155059"/>
                </a:lnTo>
                <a:lnTo>
                  <a:pt x="13760" y="158126"/>
                </a:lnTo>
                <a:lnTo>
                  <a:pt x="12738" y="161192"/>
                </a:lnTo>
                <a:lnTo>
                  <a:pt x="11716" y="164259"/>
                </a:lnTo>
                <a:lnTo>
                  <a:pt x="10615" y="167247"/>
                </a:lnTo>
                <a:lnTo>
                  <a:pt x="9514" y="170235"/>
                </a:lnTo>
                <a:lnTo>
                  <a:pt x="8256" y="173144"/>
                </a:lnTo>
                <a:lnTo>
                  <a:pt x="7077" y="176053"/>
                </a:lnTo>
                <a:lnTo>
                  <a:pt x="5425" y="179356"/>
                </a:lnTo>
                <a:lnTo>
                  <a:pt x="3696" y="182658"/>
                </a:lnTo>
                <a:lnTo>
                  <a:pt x="1887" y="185961"/>
                </a:lnTo>
                <a:lnTo>
                  <a:pt x="0" y="189185"/>
                </a:lnTo>
                <a:lnTo>
                  <a:pt x="0" y="191622"/>
                </a:lnTo>
                <a:lnTo>
                  <a:pt x="2280" y="187848"/>
                </a:lnTo>
                <a:lnTo>
                  <a:pt x="4403" y="184152"/>
                </a:lnTo>
                <a:lnTo>
                  <a:pt x="6369" y="180378"/>
                </a:lnTo>
                <a:lnTo>
                  <a:pt x="8178" y="176604"/>
                </a:lnTo>
                <a:lnTo>
                  <a:pt x="9436" y="173616"/>
                </a:lnTo>
                <a:lnTo>
                  <a:pt x="10615" y="170707"/>
                </a:lnTo>
                <a:lnTo>
                  <a:pt x="11795" y="167719"/>
                </a:lnTo>
                <a:lnTo>
                  <a:pt x="12895" y="164652"/>
                </a:lnTo>
                <a:lnTo>
                  <a:pt x="13918" y="161585"/>
                </a:lnTo>
                <a:lnTo>
                  <a:pt x="14940" y="158519"/>
                </a:lnTo>
                <a:lnTo>
                  <a:pt x="15883" y="155452"/>
                </a:lnTo>
                <a:lnTo>
                  <a:pt x="16748" y="152307"/>
                </a:lnTo>
                <a:lnTo>
                  <a:pt x="17613" y="149162"/>
                </a:lnTo>
                <a:lnTo>
                  <a:pt x="18399" y="145938"/>
                </a:lnTo>
                <a:lnTo>
                  <a:pt x="19186" y="142714"/>
                </a:lnTo>
                <a:lnTo>
                  <a:pt x="19893" y="139490"/>
                </a:lnTo>
                <a:lnTo>
                  <a:pt x="20522" y="136266"/>
                </a:lnTo>
                <a:lnTo>
                  <a:pt x="21073" y="133043"/>
                </a:lnTo>
                <a:lnTo>
                  <a:pt x="21623" y="129740"/>
                </a:lnTo>
                <a:lnTo>
                  <a:pt x="22174" y="126438"/>
                </a:lnTo>
                <a:lnTo>
                  <a:pt x="22567" y="123135"/>
                </a:lnTo>
                <a:lnTo>
                  <a:pt x="22960" y="119833"/>
                </a:lnTo>
                <a:lnTo>
                  <a:pt x="23353" y="116530"/>
                </a:lnTo>
                <a:lnTo>
                  <a:pt x="23668" y="113149"/>
                </a:lnTo>
                <a:lnTo>
                  <a:pt x="23904" y="109768"/>
                </a:lnTo>
                <a:lnTo>
                  <a:pt x="24061" y="106466"/>
                </a:lnTo>
                <a:lnTo>
                  <a:pt x="24218" y="103084"/>
                </a:lnTo>
                <a:lnTo>
                  <a:pt x="24297" y="99703"/>
                </a:lnTo>
                <a:lnTo>
                  <a:pt x="24297" y="96322"/>
                </a:lnTo>
                <a:lnTo>
                  <a:pt x="24297" y="92941"/>
                </a:lnTo>
                <a:lnTo>
                  <a:pt x="24218" y="89560"/>
                </a:lnTo>
                <a:lnTo>
                  <a:pt x="24139" y="86179"/>
                </a:lnTo>
                <a:lnTo>
                  <a:pt x="23982" y="82798"/>
                </a:lnTo>
                <a:lnTo>
                  <a:pt x="23746" y="79417"/>
                </a:lnTo>
                <a:lnTo>
                  <a:pt x="23432" y="76036"/>
                </a:lnTo>
                <a:lnTo>
                  <a:pt x="23117" y="72654"/>
                </a:lnTo>
                <a:lnTo>
                  <a:pt x="22645" y="68880"/>
                </a:lnTo>
                <a:lnTo>
                  <a:pt x="27521" y="68408"/>
                </a:lnTo>
                <a:lnTo>
                  <a:pt x="32474" y="68094"/>
                </a:lnTo>
                <a:lnTo>
                  <a:pt x="37428" y="67937"/>
                </a:lnTo>
                <a:lnTo>
                  <a:pt x="42382" y="68015"/>
                </a:lnTo>
                <a:lnTo>
                  <a:pt x="47335" y="68173"/>
                </a:lnTo>
                <a:lnTo>
                  <a:pt x="52368" y="68644"/>
                </a:lnTo>
                <a:lnTo>
                  <a:pt x="57400" y="69195"/>
                </a:lnTo>
                <a:lnTo>
                  <a:pt x="62432" y="69981"/>
                </a:lnTo>
                <a:lnTo>
                  <a:pt x="67229" y="70846"/>
                </a:lnTo>
                <a:lnTo>
                  <a:pt x="72025" y="71947"/>
                </a:lnTo>
                <a:lnTo>
                  <a:pt x="76900" y="73126"/>
                </a:lnTo>
                <a:lnTo>
                  <a:pt x="81775" y="74542"/>
                </a:lnTo>
                <a:lnTo>
                  <a:pt x="86650" y="76114"/>
                </a:lnTo>
                <a:lnTo>
                  <a:pt x="91604" y="77844"/>
                </a:lnTo>
                <a:lnTo>
                  <a:pt x="96479" y="79653"/>
                </a:lnTo>
                <a:lnTo>
                  <a:pt x="101433" y="81697"/>
                </a:lnTo>
                <a:lnTo>
                  <a:pt x="106387" y="83899"/>
                </a:lnTo>
                <a:lnTo>
                  <a:pt x="111340" y="86258"/>
                </a:lnTo>
                <a:lnTo>
                  <a:pt x="116294" y="88852"/>
                </a:lnTo>
                <a:lnTo>
                  <a:pt x="121248" y="91526"/>
                </a:lnTo>
                <a:lnTo>
                  <a:pt x="126280" y="94356"/>
                </a:lnTo>
                <a:lnTo>
                  <a:pt x="131234" y="97344"/>
                </a:lnTo>
                <a:lnTo>
                  <a:pt x="136266" y="100490"/>
                </a:lnTo>
                <a:lnTo>
                  <a:pt x="141298" y="103792"/>
                </a:lnTo>
                <a:lnTo>
                  <a:pt x="145309" y="106623"/>
                </a:lnTo>
                <a:lnTo>
                  <a:pt x="149319" y="109454"/>
                </a:lnTo>
                <a:lnTo>
                  <a:pt x="153329" y="112441"/>
                </a:lnTo>
                <a:lnTo>
                  <a:pt x="157339" y="115508"/>
                </a:lnTo>
                <a:lnTo>
                  <a:pt x="161349" y="118653"/>
                </a:lnTo>
                <a:lnTo>
                  <a:pt x="165359" y="121956"/>
                </a:lnTo>
                <a:lnTo>
                  <a:pt x="169369" y="125258"/>
                </a:lnTo>
                <a:lnTo>
                  <a:pt x="173380" y="128718"/>
                </a:lnTo>
                <a:lnTo>
                  <a:pt x="177390" y="132335"/>
                </a:lnTo>
                <a:lnTo>
                  <a:pt x="181400" y="135952"/>
                </a:lnTo>
                <a:lnTo>
                  <a:pt x="185410" y="139648"/>
                </a:lnTo>
                <a:lnTo>
                  <a:pt x="189420" y="143500"/>
                </a:lnTo>
                <a:lnTo>
                  <a:pt x="193352" y="147432"/>
                </a:lnTo>
                <a:lnTo>
                  <a:pt x="197362" y="151442"/>
                </a:lnTo>
                <a:lnTo>
                  <a:pt x="201372" y="155531"/>
                </a:lnTo>
                <a:lnTo>
                  <a:pt x="205303" y="159777"/>
                </a:lnTo>
                <a:lnTo>
                  <a:pt x="211515" y="166539"/>
                </a:lnTo>
                <a:lnTo>
                  <a:pt x="217491" y="173301"/>
                </a:lnTo>
                <a:lnTo>
                  <a:pt x="223074" y="179906"/>
                </a:lnTo>
                <a:lnTo>
                  <a:pt x="228421" y="186354"/>
                </a:lnTo>
                <a:lnTo>
                  <a:pt x="233453" y="192566"/>
                </a:lnTo>
                <a:lnTo>
                  <a:pt x="238092" y="198542"/>
                </a:lnTo>
                <a:lnTo>
                  <a:pt x="242417" y="204203"/>
                </a:lnTo>
                <a:lnTo>
                  <a:pt x="246348" y="209550"/>
                </a:lnTo>
                <a:lnTo>
                  <a:pt x="247921" y="209550"/>
                </a:lnTo>
                <a:lnTo>
                  <a:pt x="243911" y="204125"/>
                </a:lnTo>
                <a:lnTo>
                  <a:pt x="239586" y="198384"/>
                </a:lnTo>
                <a:lnTo>
                  <a:pt x="234868" y="192330"/>
                </a:lnTo>
                <a:lnTo>
                  <a:pt x="229757" y="186040"/>
                </a:lnTo>
                <a:lnTo>
                  <a:pt x="224411" y="179435"/>
                </a:lnTo>
                <a:lnTo>
                  <a:pt x="218671" y="172751"/>
                </a:lnTo>
                <a:lnTo>
                  <a:pt x="212616" y="165832"/>
                </a:lnTo>
                <a:lnTo>
                  <a:pt x="206247" y="158912"/>
                </a:lnTo>
                <a:lnTo>
                  <a:pt x="202237" y="154745"/>
                </a:lnTo>
                <a:lnTo>
                  <a:pt x="198305" y="150577"/>
                </a:lnTo>
                <a:lnTo>
                  <a:pt x="194295" y="146567"/>
                </a:lnTo>
                <a:lnTo>
                  <a:pt x="190285" y="142636"/>
                </a:lnTo>
                <a:lnTo>
                  <a:pt x="186275" y="138783"/>
                </a:lnTo>
                <a:lnTo>
                  <a:pt x="182265" y="135008"/>
                </a:lnTo>
                <a:lnTo>
                  <a:pt x="178255" y="131391"/>
                </a:lnTo>
                <a:lnTo>
                  <a:pt x="174245" y="127774"/>
                </a:lnTo>
                <a:lnTo>
                  <a:pt x="170234" y="124315"/>
                </a:lnTo>
                <a:lnTo>
                  <a:pt x="166146" y="120934"/>
                </a:lnTo>
                <a:lnTo>
                  <a:pt x="162135" y="117710"/>
                </a:lnTo>
                <a:lnTo>
                  <a:pt x="158125" y="114486"/>
                </a:lnTo>
                <a:lnTo>
                  <a:pt x="154037" y="111419"/>
                </a:lnTo>
                <a:lnTo>
                  <a:pt x="150026" y="108431"/>
                </a:lnTo>
                <a:lnTo>
                  <a:pt x="146016" y="105601"/>
                </a:lnTo>
                <a:lnTo>
                  <a:pt x="142006" y="102770"/>
                </a:lnTo>
                <a:lnTo>
                  <a:pt x="136974" y="99467"/>
                </a:lnTo>
                <a:lnTo>
                  <a:pt x="131941" y="96244"/>
                </a:lnTo>
                <a:lnTo>
                  <a:pt x="126909" y="93256"/>
                </a:lnTo>
                <a:lnTo>
                  <a:pt x="121877" y="90425"/>
                </a:lnTo>
                <a:lnTo>
                  <a:pt x="116844" y="87673"/>
                </a:lnTo>
                <a:lnTo>
                  <a:pt x="111891" y="85157"/>
                </a:lnTo>
                <a:lnTo>
                  <a:pt x="106858" y="82798"/>
                </a:lnTo>
                <a:lnTo>
                  <a:pt x="101905" y="80596"/>
                </a:lnTo>
                <a:lnTo>
                  <a:pt x="96951" y="78473"/>
                </a:lnTo>
                <a:lnTo>
                  <a:pt x="91997" y="76586"/>
                </a:lnTo>
                <a:lnTo>
                  <a:pt x="87044" y="74935"/>
                </a:lnTo>
                <a:lnTo>
                  <a:pt x="82090" y="73362"/>
                </a:lnTo>
                <a:lnTo>
                  <a:pt x="77215" y="71947"/>
                </a:lnTo>
                <a:lnTo>
                  <a:pt x="72340" y="70689"/>
                </a:lnTo>
                <a:lnTo>
                  <a:pt x="67465" y="69667"/>
                </a:lnTo>
                <a:lnTo>
                  <a:pt x="62590" y="68723"/>
                </a:lnTo>
                <a:lnTo>
                  <a:pt x="57557" y="67937"/>
                </a:lnTo>
                <a:lnTo>
                  <a:pt x="52446" y="67386"/>
                </a:lnTo>
                <a:lnTo>
                  <a:pt x="47414" y="66914"/>
                </a:lnTo>
                <a:lnTo>
                  <a:pt x="42382" y="66757"/>
                </a:lnTo>
                <a:lnTo>
                  <a:pt x="37428" y="66679"/>
                </a:lnTo>
                <a:lnTo>
                  <a:pt x="32396" y="66836"/>
                </a:lnTo>
                <a:lnTo>
                  <a:pt x="27442" y="67150"/>
                </a:lnTo>
                <a:lnTo>
                  <a:pt x="22488" y="67622"/>
                </a:lnTo>
                <a:lnTo>
                  <a:pt x="21781" y="62904"/>
                </a:lnTo>
                <a:lnTo>
                  <a:pt x="21073" y="58265"/>
                </a:lnTo>
                <a:lnTo>
                  <a:pt x="20129" y="53626"/>
                </a:lnTo>
                <a:lnTo>
                  <a:pt x="19186" y="49065"/>
                </a:lnTo>
                <a:lnTo>
                  <a:pt x="18085" y="44583"/>
                </a:lnTo>
                <a:lnTo>
                  <a:pt x="16905" y="40102"/>
                </a:lnTo>
                <a:lnTo>
                  <a:pt x="15647" y="35777"/>
                </a:lnTo>
                <a:lnTo>
                  <a:pt x="14232" y="31452"/>
                </a:lnTo>
                <a:lnTo>
                  <a:pt x="12817" y="27285"/>
                </a:lnTo>
                <a:lnTo>
                  <a:pt x="11244" y="23117"/>
                </a:lnTo>
                <a:lnTo>
                  <a:pt x="9593" y="19029"/>
                </a:lnTo>
                <a:lnTo>
                  <a:pt x="7863" y="15018"/>
                </a:lnTo>
                <a:lnTo>
                  <a:pt x="5976" y="11166"/>
                </a:lnTo>
                <a:lnTo>
                  <a:pt x="4089" y="7313"/>
                </a:lnTo>
                <a:lnTo>
                  <a:pt x="2123" y="3617"/>
                </a:lnTo>
                <a:lnTo>
                  <a:pt x="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2"/>
              </a:solidFill>
              <a:latin typeface="Nunito Sans"/>
              <a:ea typeface="Nunito Sans"/>
              <a:cs typeface="Nunito Sans"/>
              <a:sym typeface="Nunito Sans"/>
            </a:endParaRPr>
          </a:p>
        </p:txBody>
      </p:sp>
      <p:sp>
        <p:nvSpPr>
          <p:cNvPr id="440" name="Google Shape;440;p54"/>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441" name="Google Shape;441;p54"/>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442" name="Google Shape;442;p54"/>
          <p:cNvSpPr/>
          <p:nvPr>
            <p:ph idx="2" type="pic"/>
          </p:nvPr>
        </p:nvSpPr>
        <p:spPr>
          <a:xfrm>
            <a:off x="1208525" y="1164275"/>
            <a:ext cx="1115700" cy="1118100"/>
          </a:xfrm>
          <a:prstGeom prst="roundRect">
            <a:avLst>
              <a:gd fmla="val 16667" name="adj"/>
            </a:avLst>
          </a:prstGeom>
          <a:noFill/>
          <a:ln>
            <a:noFill/>
          </a:ln>
        </p:spPr>
      </p:sp>
      <p:sp>
        <p:nvSpPr>
          <p:cNvPr id="443" name="Google Shape;443;p54"/>
          <p:cNvSpPr/>
          <p:nvPr>
            <p:ph idx="3" type="pic"/>
          </p:nvPr>
        </p:nvSpPr>
        <p:spPr>
          <a:xfrm>
            <a:off x="3079163" y="1164275"/>
            <a:ext cx="1115700" cy="1118100"/>
          </a:xfrm>
          <a:prstGeom prst="roundRect">
            <a:avLst>
              <a:gd fmla="val 16667" name="adj"/>
            </a:avLst>
          </a:prstGeom>
          <a:noFill/>
          <a:ln>
            <a:noFill/>
          </a:ln>
        </p:spPr>
      </p:sp>
      <p:sp>
        <p:nvSpPr>
          <p:cNvPr id="444" name="Google Shape;444;p54"/>
          <p:cNvSpPr/>
          <p:nvPr>
            <p:ph idx="4" type="pic"/>
          </p:nvPr>
        </p:nvSpPr>
        <p:spPr>
          <a:xfrm>
            <a:off x="4949788" y="1164275"/>
            <a:ext cx="1115700" cy="1118100"/>
          </a:xfrm>
          <a:prstGeom prst="roundRect">
            <a:avLst>
              <a:gd fmla="val 16667" name="adj"/>
            </a:avLst>
          </a:prstGeom>
          <a:noFill/>
          <a:ln>
            <a:noFill/>
          </a:ln>
        </p:spPr>
      </p:sp>
      <p:sp>
        <p:nvSpPr>
          <p:cNvPr id="445" name="Google Shape;445;p54"/>
          <p:cNvSpPr/>
          <p:nvPr>
            <p:ph idx="5" type="pic"/>
          </p:nvPr>
        </p:nvSpPr>
        <p:spPr>
          <a:xfrm>
            <a:off x="6820413" y="1164275"/>
            <a:ext cx="1115700" cy="1118100"/>
          </a:xfrm>
          <a:prstGeom prst="roundRect">
            <a:avLst>
              <a:gd fmla="val 16667" name="adj"/>
            </a:avLst>
          </a:prstGeom>
          <a:noFill/>
          <a:ln>
            <a:noFill/>
          </a:ln>
        </p:spPr>
      </p:sp>
      <p:sp>
        <p:nvSpPr>
          <p:cNvPr id="446" name="Google Shape;446;p54"/>
          <p:cNvSpPr txBox="1"/>
          <p:nvPr>
            <p:ph idx="1" type="subTitle"/>
          </p:nvPr>
        </p:nvSpPr>
        <p:spPr>
          <a:xfrm>
            <a:off x="1208525" y="2282372"/>
            <a:ext cx="1115700" cy="234000"/>
          </a:xfrm>
          <a:prstGeom prst="rect">
            <a:avLst/>
          </a:prstGeom>
        </p:spPr>
        <p:txBody>
          <a:bodyPr anchorCtr="0" anchor="b" bIns="0" lIns="91425" spcFirstLastPara="1" rIns="91425" wrap="square" tIns="91425">
            <a:noAutofit/>
          </a:bodyPr>
          <a:lstStyle>
            <a:lvl1pPr lvl="0" algn="ctr">
              <a:spcBef>
                <a:spcPts val="0"/>
              </a:spcBef>
              <a:spcAft>
                <a:spcPts val="0"/>
              </a:spcAft>
              <a:buNone/>
              <a:defRPr b="1" sz="9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9pPr>
          </a:lstStyle>
          <a:p/>
        </p:txBody>
      </p:sp>
      <p:sp>
        <p:nvSpPr>
          <p:cNvPr id="447" name="Google Shape;447;p54"/>
          <p:cNvSpPr txBox="1"/>
          <p:nvPr>
            <p:ph idx="6" type="subTitle"/>
          </p:nvPr>
        </p:nvSpPr>
        <p:spPr>
          <a:xfrm>
            <a:off x="1208525" y="2519934"/>
            <a:ext cx="1115700" cy="311400"/>
          </a:xfrm>
          <a:prstGeom prst="rect">
            <a:avLst/>
          </a:prstGeom>
        </p:spPr>
        <p:txBody>
          <a:bodyPr anchorCtr="0" anchor="t" bIns="0" lIns="91425" spcFirstLastPara="1" rIns="91425" wrap="square" tIns="0">
            <a:noAutofit/>
          </a:bodyPr>
          <a:lstStyle>
            <a:lvl1pPr lvl="0" algn="ctr">
              <a:spcBef>
                <a:spcPts val="0"/>
              </a:spcBef>
              <a:spcAft>
                <a:spcPts val="0"/>
              </a:spcAft>
              <a:buNone/>
              <a:defRPr sz="900">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48" name="Google Shape;448;p54"/>
          <p:cNvSpPr txBox="1"/>
          <p:nvPr>
            <p:ph idx="7" type="subTitle"/>
          </p:nvPr>
        </p:nvSpPr>
        <p:spPr>
          <a:xfrm>
            <a:off x="3079166" y="2282372"/>
            <a:ext cx="1115700" cy="234000"/>
          </a:xfrm>
          <a:prstGeom prst="rect">
            <a:avLst/>
          </a:prstGeom>
        </p:spPr>
        <p:txBody>
          <a:bodyPr anchorCtr="0" anchor="b" bIns="0" lIns="91425" spcFirstLastPara="1" rIns="91425" wrap="square" tIns="91425">
            <a:noAutofit/>
          </a:bodyPr>
          <a:lstStyle>
            <a:lvl1pPr lvl="0" algn="ctr">
              <a:spcBef>
                <a:spcPts val="0"/>
              </a:spcBef>
              <a:spcAft>
                <a:spcPts val="0"/>
              </a:spcAft>
              <a:buNone/>
              <a:defRPr b="1" sz="9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9pPr>
          </a:lstStyle>
          <a:p/>
        </p:txBody>
      </p:sp>
      <p:sp>
        <p:nvSpPr>
          <p:cNvPr id="449" name="Google Shape;449;p54"/>
          <p:cNvSpPr txBox="1"/>
          <p:nvPr>
            <p:ph idx="8" type="subTitle"/>
          </p:nvPr>
        </p:nvSpPr>
        <p:spPr>
          <a:xfrm>
            <a:off x="3079163" y="2519934"/>
            <a:ext cx="1115700" cy="311400"/>
          </a:xfrm>
          <a:prstGeom prst="rect">
            <a:avLst/>
          </a:prstGeom>
        </p:spPr>
        <p:txBody>
          <a:bodyPr anchorCtr="0" anchor="t" bIns="0" lIns="91425" spcFirstLastPara="1" rIns="91425" wrap="square" tIns="0">
            <a:noAutofit/>
          </a:bodyPr>
          <a:lstStyle>
            <a:lvl1pPr lvl="0" algn="ctr">
              <a:spcBef>
                <a:spcPts val="0"/>
              </a:spcBef>
              <a:spcAft>
                <a:spcPts val="0"/>
              </a:spcAft>
              <a:buNone/>
              <a:defRPr sz="900">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50" name="Google Shape;450;p54"/>
          <p:cNvSpPr txBox="1"/>
          <p:nvPr>
            <p:ph idx="9" type="subTitle"/>
          </p:nvPr>
        </p:nvSpPr>
        <p:spPr>
          <a:xfrm>
            <a:off x="4949794" y="2282372"/>
            <a:ext cx="1115700" cy="234000"/>
          </a:xfrm>
          <a:prstGeom prst="rect">
            <a:avLst/>
          </a:prstGeom>
        </p:spPr>
        <p:txBody>
          <a:bodyPr anchorCtr="0" anchor="b" bIns="0" lIns="91425" spcFirstLastPara="1" rIns="91425" wrap="square" tIns="91425">
            <a:noAutofit/>
          </a:bodyPr>
          <a:lstStyle>
            <a:lvl1pPr lvl="0" algn="ctr">
              <a:spcBef>
                <a:spcPts val="0"/>
              </a:spcBef>
              <a:spcAft>
                <a:spcPts val="0"/>
              </a:spcAft>
              <a:buNone/>
              <a:defRPr b="1" sz="9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9pPr>
          </a:lstStyle>
          <a:p/>
        </p:txBody>
      </p:sp>
      <p:sp>
        <p:nvSpPr>
          <p:cNvPr id="451" name="Google Shape;451;p54"/>
          <p:cNvSpPr txBox="1"/>
          <p:nvPr>
            <p:ph idx="13" type="subTitle"/>
          </p:nvPr>
        </p:nvSpPr>
        <p:spPr>
          <a:xfrm>
            <a:off x="4949788" y="2519934"/>
            <a:ext cx="1115700" cy="311400"/>
          </a:xfrm>
          <a:prstGeom prst="rect">
            <a:avLst/>
          </a:prstGeom>
        </p:spPr>
        <p:txBody>
          <a:bodyPr anchorCtr="0" anchor="t" bIns="0" lIns="91425" spcFirstLastPara="1" rIns="91425" wrap="square" tIns="0">
            <a:noAutofit/>
          </a:bodyPr>
          <a:lstStyle>
            <a:lvl1pPr lvl="0" algn="ctr">
              <a:spcBef>
                <a:spcPts val="0"/>
              </a:spcBef>
              <a:spcAft>
                <a:spcPts val="0"/>
              </a:spcAft>
              <a:buNone/>
              <a:defRPr sz="900">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52" name="Google Shape;452;p54"/>
          <p:cNvSpPr txBox="1"/>
          <p:nvPr>
            <p:ph idx="14" type="subTitle"/>
          </p:nvPr>
        </p:nvSpPr>
        <p:spPr>
          <a:xfrm>
            <a:off x="6820423" y="2282372"/>
            <a:ext cx="1115700" cy="234000"/>
          </a:xfrm>
          <a:prstGeom prst="rect">
            <a:avLst/>
          </a:prstGeom>
        </p:spPr>
        <p:txBody>
          <a:bodyPr anchorCtr="0" anchor="b" bIns="0" lIns="91425" spcFirstLastPara="1" rIns="91425" wrap="square" tIns="91425">
            <a:noAutofit/>
          </a:bodyPr>
          <a:lstStyle>
            <a:lvl1pPr lvl="0" algn="ctr">
              <a:spcBef>
                <a:spcPts val="0"/>
              </a:spcBef>
              <a:spcAft>
                <a:spcPts val="0"/>
              </a:spcAft>
              <a:buNone/>
              <a:defRPr b="1" sz="9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9pPr>
          </a:lstStyle>
          <a:p/>
        </p:txBody>
      </p:sp>
      <p:sp>
        <p:nvSpPr>
          <p:cNvPr id="453" name="Google Shape;453;p54"/>
          <p:cNvSpPr txBox="1"/>
          <p:nvPr>
            <p:ph idx="15" type="subTitle"/>
          </p:nvPr>
        </p:nvSpPr>
        <p:spPr>
          <a:xfrm>
            <a:off x="6820413" y="2519934"/>
            <a:ext cx="1115700" cy="311400"/>
          </a:xfrm>
          <a:prstGeom prst="rect">
            <a:avLst/>
          </a:prstGeom>
        </p:spPr>
        <p:txBody>
          <a:bodyPr anchorCtr="0" anchor="t" bIns="0" lIns="91425" spcFirstLastPara="1" rIns="91425" wrap="square" tIns="0">
            <a:noAutofit/>
          </a:bodyPr>
          <a:lstStyle>
            <a:lvl1pPr lvl="0" algn="ctr">
              <a:spcBef>
                <a:spcPts val="0"/>
              </a:spcBef>
              <a:spcAft>
                <a:spcPts val="0"/>
              </a:spcAft>
              <a:buNone/>
              <a:defRPr sz="900">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54" name="Google Shape;454;p54"/>
          <p:cNvSpPr/>
          <p:nvPr>
            <p:ph idx="16" type="pic"/>
          </p:nvPr>
        </p:nvSpPr>
        <p:spPr>
          <a:xfrm>
            <a:off x="3079163" y="2958825"/>
            <a:ext cx="1115700" cy="1118100"/>
          </a:xfrm>
          <a:prstGeom prst="roundRect">
            <a:avLst>
              <a:gd fmla="val 16667" name="adj"/>
            </a:avLst>
          </a:prstGeom>
          <a:noFill/>
          <a:ln>
            <a:noFill/>
          </a:ln>
        </p:spPr>
      </p:sp>
      <p:sp>
        <p:nvSpPr>
          <p:cNvPr id="455" name="Google Shape;455;p54"/>
          <p:cNvSpPr/>
          <p:nvPr>
            <p:ph idx="17" type="pic"/>
          </p:nvPr>
        </p:nvSpPr>
        <p:spPr>
          <a:xfrm>
            <a:off x="4949788" y="2958825"/>
            <a:ext cx="1115700" cy="1118100"/>
          </a:xfrm>
          <a:prstGeom prst="roundRect">
            <a:avLst>
              <a:gd fmla="val 16667" name="adj"/>
            </a:avLst>
          </a:prstGeom>
          <a:noFill/>
          <a:ln>
            <a:noFill/>
          </a:ln>
        </p:spPr>
      </p:sp>
      <p:sp>
        <p:nvSpPr>
          <p:cNvPr id="456" name="Google Shape;456;p54"/>
          <p:cNvSpPr/>
          <p:nvPr>
            <p:ph idx="18" type="pic"/>
          </p:nvPr>
        </p:nvSpPr>
        <p:spPr>
          <a:xfrm>
            <a:off x="6820413" y="2958825"/>
            <a:ext cx="1115700" cy="1118100"/>
          </a:xfrm>
          <a:prstGeom prst="roundRect">
            <a:avLst>
              <a:gd fmla="val 16667" name="adj"/>
            </a:avLst>
          </a:prstGeom>
          <a:noFill/>
          <a:ln>
            <a:noFill/>
          </a:ln>
        </p:spPr>
      </p:sp>
      <p:sp>
        <p:nvSpPr>
          <p:cNvPr id="457" name="Google Shape;457;p54"/>
          <p:cNvSpPr txBox="1"/>
          <p:nvPr>
            <p:ph idx="19" type="subTitle"/>
          </p:nvPr>
        </p:nvSpPr>
        <p:spPr>
          <a:xfrm>
            <a:off x="1208525" y="4076921"/>
            <a:ext cx="1115700" cy="234000"/>
          </a:xfrm>
          <a:prstGeom prst="rect">
            <a:avLst/>
          </a:prstGeom>
        </p:spPr>
        <p:txBody>
          <a:bodyPr anchorCtr="0" anchor="b" bIns="0" lIns="91425" spcFirstLastPara="1" rIns="91425" wrap="square" tIns="91425">
            <a:noAutofit/>
          </a:bodyPr>
          <a:lstStyle>
            <a:lvl1pPr lvl="0" algn="ctr">
              <a:spcBef>
                <a:spcPts val="0"/>
              </a:spcBef>
              <a:spcAft>
                <a:spcPts val="0"/>
              </a:spcAft>
              <a:buNone/>
              <a:defRPr b="1" sz="9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9pPr>
          </a:lstStyle>
          <a:p/>
        </p:txBody>
      </p:sp>
      <p:sp>
        <p:nvSpPr>
          <p:cNvPr id="458" name="Google Shape;458;p54"/>
          <p:cNvSpPr/>
          <p:nvPr>
            <p:ph idx="20" type="pic"/>
          </p:nvPr>
        </p:nvSpPr>
        <p:spPr>
          <a:xfrm>
            <a:off x="1208550" y="2958825"/>
            <a:ext cx="1115700" cy="1118100"/>
          </a:xfrm>
          <a:prstGeom prst="roundRect">
            <a:avLst>
              <a:gd fmla="val 16667" name="adj"/>
            </a:avLst>
          </a:prstGeom>
          <a:noFill/>
          <a:ln>
            <a:noFill/>
          </a:ln>
        </p:spPr>
      </p:sp>
      <p:sp>
        <p:nvSpPr>
          <p:cNvPr id="459" name="Google Shape;459;p54"/>
          <p:cNvSpPr txBox="1"/>
          <p:nvPr>
            <p:ph idx="21" type="subTitle"/>
          </p:nvPr>
        </p:nvSpPr>
        <p:spPr>
          <a:xfrm>
            <a:off x="3079166" y="4076921"/>
            <a:ext cx="1115700" cy="234000"/>
          </a:xfrm>
          <a:prstGeom prst="rect">
            <a:avLst/>
          </a:prstGeom>
        </p:spPr>
        <p:txBody>
          <a:bodyPr anchorCtr="0" anchor="b" bIns="0" lIns="91425" spcFirstLastPara="1" rIns="91425" wrap="square" tIns="91425">
            <a:noAutofit/>
          </a:bodyPr>
          <a:lstStyle>
            <a:lvl1pPr lvl="0" algn="ctr">
              <a:spcBef>
                <a:spcPts val="0"/>
              </a:spcBef>
              <a:spcAft>
                <a:spcPts val="0"/>
              </a:spcAft>
              <a:buNone/>
              <a:defRPr b="1" sz="9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9pPr>
          </a:lstStyle>
          <a:p/>
        </p:txBody>
      </p:sp>
      <p:sp>
        <p:nvSpPr>
          <p:cNvPr id="460" name="Google Shape;460;p54"/>
          <p:cNvSpPr txBox="1"/>
          <p:nvPr>
            <p:ph idx="22" type="subTitle"/>
          </p:nvPr>
        </p:nvSpPr>
        <p:spPr>
          <a:xfrm>
            <a:off x="4949794" y="4076921"/>
            <a:ext cx="1115700" cy="234000"/>
          </a:xfrm>
          <a:prstGeom prst="rect">
            <a:avLst/>
          </a:prstGeom>
        </p:spPr>
        <p:txBody>
          <a:bodyPr anchorCtr="0" anchor="b" bIns="0" lIns="91425" spcFirstLastPara="1" rIns="91425" wrap="square" tIns="91425">
            <a:noAutofit/>
          </a:bodyPr>
          <a:lstStyle>
            <a:lvl1pPr lvl="0" algn="ctr">
              <a:spcBef>
                <a:spcPts val="0"/>
              </a:spcBef>
              <a:spcAft>
                <a:spcPts val="0"/>
              </a:spcAft>
              <a:buNone/>
              <a:defRPr b="1" sz="9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9pPr>
          </a:lstStyle>
          <a:p/>
        </p:txBody>
      </p:sp>
      <p:sp>
        <p:nvSpPr>
          <p:cNvPr id="461" name="Google Shape;461;p54"/>
          <p:cNvSpPr txBox="1"/>
          <p:nvPr>
            <p:ph idx="23" type="subTitle"/>
          </p:nvPr>
        </p:nvSpPr>
        <p:spPr>
          <a:xfrm>
            <a:off x="3079163" y="4314484"/>
            <a:ext cx="1115700" cy="311400"/>
          </a:xfrm>
          <a:prstGeom prst="rect">
            <a:avLst/>
          </a:prstGeom>
        </p:spPr>
        <p:txBody>
          <a:bodyPr anchorCtr="0" anchor="t" bIns="0" lIns="91425" spcFirstLastPara="1" rIns="91425" wrap="square" tIns="0">
            <a:noAutofit/>
          </a:bodyPr>
          <a:lstStyle>
            <a:lvl1pPr lvl="0" algn="ctr">
              <a:spcBef>
                <a:spcPts val="0"/>
              </a:spcBef>
              <a:spcAft>
                <a:spcPts val="0"/>
              </a:spcAft>
              <a:buNone/>
              <a:defRPr sz="900">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62" name="Google Shape;462;p54"/>
          <p:cNvSpPr txBox="1"/>
          <p:nvPr>
            <p:ph idx="24" type="subTitle"/>
          </p:nvPr>
        </p:nvSpPr>
        <p:spPr>
          <a:xfrm>
            <a:off x="6820423" y="4076921"/>
            <a:ext cx="1115700" cy="234000"/>
          </a:xfrm>
          <a:prstGeom prst="rect">
            <a:avLst/>
          </a:prstGeom>
        </p:spPr>
        <p:txBody>
          <a:bodyPr anchorCtr="0" anchor="b" bIns="0" lIns="91425" spcFirstLastPara="1" rIns="91425" wrap="square" tIns="91425">
            <a:noAutofit/>
          </a:bodyPr>
          <a:lstStyle>
            <a:lvl1pPr lvl="0" algn="ctr">
              <a:spcBef>
                <a:spcPts val="0"/>
              </a:spcBef>
              <a:spcAft>
                <a:spcPts val="0"/>
              </a:spcAft>
              <a:buNone/>
              <a:defRPr b="1" sz="9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600"/>
              <a:buFont typeface="Nunito Sans"/>
              <a:buNone/>
              <a:defRPr>
                <a:solidFill>
                  <a:schemeClr val="accent1"/>
                </a:solidFill>
                <a:latin typeface="Nunito Sans"/>
                <a:ea typeface="Nunito Sans"/>
                <a:cs typeface="Nunito Sans"/>
                <a:sym typeface="Nunito Sans"/>
              </a:defRPr>
            </a:lvl9pPr>
          </a:lstStyle>
          <a:p/>
        </p:txBody>
      </p:sp>
      <p:sp>
        <p:nvSpPr>
          <p:cNvPr id="463" name="Google Shape;463;p54"/>
          <p:cNvSpPr txBox="1"/>
          <p:nvPr>
            <p:ph idx="25" type="subTitle"/>
          </p:nvPr>
        </p:nvSpPr>
        <p:spPr>
          <a:xfrm>
            <a:off x="4949788" y="4314484"/>
            <a:ext cx="1115700" cy="311400"/>
          </a:xfrm>
          <a:prstGeom prst="rect">
            <a:avLst/>
          </a:prstGeom>
        </p:spPr>
        <p:txBody>
          <a:bodyPr anchorCtr="0" anchor="t" bIns="0" lIns="91425" spcFirstLastPara="1" rIns="91425" wrap="square" tIns="0">
            <a:noAutofit/>
          </a:bodyPr>
          <a:lstStyle>
            <a:lvl1pPr lvl="0" algn="ctr">
              <a:spcBef>
                <a:spcPts val="0"/>
              </a:spcBef>
              <a:spcAft>
                <a:spcPts val="0"/>
              </a:spcAft>
              <a:buNone/>
              <a:defRPr sz="900">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64" name="Google Shape;464;p54"/>
          <p:cNvSpPr txBox="1"/>
          <p:nvPr>
            <p:ph idx="26" type="subTitle"/>
          </p:nvPr>
        </p:nvSpPr>
        <p:spPr>
          <a:xfrm>
            <a:off x="1208525" y="4314484"/>
            <a:ext cx="1115700" cy="311400"/>
          </a:xfrm>
          <a:prstGeom prst="rect">
            <a:avLst/>
          </a:prstGeom>
        </p:spPr>
        <p:txBody>
          <a:bodyPr anchorCtr="0" anchor="t" bIns="0" lIns="91425" spcFirstLastPara="1" rIns="91425" wrap="square" tIns="0">
            <a:noAutofit/>
          </a:bodyPr>
          <a:lstStyle>
            <a:lvl1pPr lvl="0" algn="ctr">
              <a:spcBef>
                <a:spcPts val="0"/>
              </a:spcBef>
              <a:spcAft>
                <a:spcPts val="0"/>
              </a:spcAft>
              <a:buNone/>
              <a:defRPr sz="900">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65" name="Google Shape;465;p54"/>
          <p:cNvSpPr txBox="1"/>
          <p:nvPr>
            <p:ph idx="27" type="subTitle"/>
          </p:nvPr>
        </p:nvSpPr>
        <p:spPr>
          <a:xfrm>
            <a:off x="6820413" y="4314484"/>
            <a:ext cx="1115700" cy="311400"/>
          </a:xfrm>
          <a:prstGeom prst="rect">
            <a:avLst/>
          </a:prstGeom>
        </p:spPr>
        <p:txBody>
          <a:bodyPr anchorCtr="0" anchor="t" bIns="0" lIns="91425" spcFirstLastPara="1" rIns="91425" wrap="square" tIns="0">
            <a:noAutofit/>
          </a:bodyPr>
          <a:lstStyle>
            <a:lvl1pPr lvl="0" algn="ctr">
              <a:spcBef>
                <a:spcPts val="0"/>
              </a:spcBef>
              <a:spcAft>
                <a:spcPts val="0"/>
              </a:spcAft>
              <a:buNone/>
              <a:defRPr sz="900">
                <a:latin typeface="Nunito Sans"/>
                <a:ea typeface="Nunito Sans"/>
                <a:cs typeface="Nunito Sans"/>
                <a:sym typeface="Nunito Sans"/>
              </a:defRPr>
            </a:lvl1pPr>
            <a:lvl2pPr lvl="1">
              <a:spcBef>
                <a:spcPts val="0"/>
              </a:spcBef>
              <a:spcAft>
                <a:spcPts val="0"/>
              </a:spcAft>
              <a:buSzPts val="1600"/>
              <a:buFont typeface="Nunito Sans"/>
              <a:buNone/>
              <a:defRPr>
                <a:latin typeface="Nunito Sans"/>
                <a:ea typeface="Nunito Sans"/>
                <a:cs typeface="Nunito Sans"/>
                <a:sym typeface="Nunito Sans"/>
              </a:defRPr>
            </a:lvl2pPr>
            <a:lvl3pPr lvl="2">
              <a:spcBef>
                <a:spcPts val="0"/>
              </a:spcBef>
              <a:spcAft>
                <a:spcPts val="0"/>
              </a:spcAft>
              <a:buSzPts val="1600"/>
              <a:buFont typeface="Nunito Sans"/>
              <a:buNone/>
              <a:defRPr>
                <a:latin typeface="Nunito Sans"/>
                <a:ea typeface="Nunito Sans"/>
                <a:cs typeface="Nunito Sans"/>
                <a:sym typeface="Nunito Sans"/>
              </a:defRPr>
            </a:lvl3pPr>
            <a:lvl4pPr lvl="3">
              <a:spcBef>
                <a:spcPts val="0"/>
              </a:spcBef>
              <a:spcAft>
                <a:spcPts val="0"/>
              </a:spcAft>
              <a:buSzPts val="1600"/>
              <a:buFont typeface="Nunito Sans"/>
              <a:buNone/>
              <a:defRPr>
                <a:latin typeface="Nunito Sans"/>
                <a:ea typeface="Nunito Sans"/>
                <a:cs typeface="Nunito Sans"/>
                <a:sym typeface="Nunito Sans"/>
              </a:defRPr>
            </a:lvl4pPr>
            <a:lvl5pPr lvl="4">
              <a:spcBef>
                <a:spcPts val="0"/>
              </a:spcBef>
              <a:spcAft>
                <a:spcPts val="0"/>
              </a:spcAft>
              <a:buSzPts val="1600"/>
              <a:buFont typeface="Nunito Sans"/>
              <a:buNone/>
              <a:defRPr>
                <a:latin typeface="Nunito Sans"/>
                <a:ea typeface="Nunito Sans"/>
                <a:cs typeface="Nunito Sans"/>
                <a:sym typeface="Nunito Sans"/>
              </a:defRPr>
            </a:lvl5pPr>
            <a:lvl6pPr lvl="5">
              <a:spcBef>
                <a:spcPts val="0"/>
              </a:spcBef>
              <a:spcAft>
                <a:spcPts val="0"/>
              </a:spcAft>
              <a:buSzPts val="1600"/>
              <a:buFont typeface="Nunito Sans"/>
              <a:buNone/>
              <a:defRPr>
                <a:latin typeface="Nunito Sans"/>
                <a:ea typeface="Nunito Sans"/>
                <a:cs typeface="Nunito Sans"/>
                <a:sym typeface="Nunito Sans"/>
              </a:defRPr>
            </a:lvl6pPr>
            <a:lvl7pPr lvl="6">
              <a:spcBef>
                <a:spcPts val="0"/>
              </a:spcBef>
              <a:spcAft>
                <a:spcPts val="0"/>
              </a:spcAft>
              <a:buSzPts val="1600"/>
              <a:buFont typeface="Nunito Sans"/>
              <a:buNone/>
              <a:defRPr>
                <a:latin typeface="Nunito Sans"/>
                <a:ea typeface="Nunito Sans"/>
                <a:cs typeface="Nunito Sans"/>
                <a:sym typeface="Nunito Sans"/>
              </a:defRPr>
            </a:lvl7pPr>
            <a:lvl8pPr lvl="7">
              <a:spcBef>
                <a:spcPts val="0"/>
              </a:spcBef>
              <a:spcAft>
                <a:spcPts val="0"/>
              </a:spcAft>
              <a:buSzPts val="1600"/>
              <a:buFont typeface="Nunito Sans"/>
              <a:buNone/>
              <a:defRPr>
                <a:latin typeface="Nunito Sans"/>
                <a:ea typeface="Nunito Sans"/>
                <a:cs typeface="Nunito Sans"/>
                <a:sym typeface="Nunito Sans"/>
              </a:defRPr>
            </a:lvl8pPr>
            <a:lvl9pPr lvl="8">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466" name="Google Shape;466;p54"/>
          <p:cNvSpPr txBox="1"/>
          <p:nvPr>
            <p:ph idx="28"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et the team - Alt 1">
  <p:cSld name="BLANK_1_1_1_1_2_3_1">
    <p:spTree>
      <p:nvGrpSpPr>
        <p:cNvPr id="467" name="Shape 467"/>
        <p:cNvGrpSpPr/>
        <p:nvPr/>
      </p:nvGrpSpPr>
      <p:grpSpPr>
        <a:xfrm>
          <a:off x="0" y="0"/>
          <a:ext cx="0" cy="0"/>
          <a:chOff x="0" y="0"/>
          <a:chExt cx="0" cy="0"/>
        </a:xfrm>
      </p:grpSpPr>
      <p:sp>
        <p:nvSpPr>
          <p:cNvPr id="468" name="Google Shape;468;p55"/>
          <p:cNvSpPr txBox="1"/>
          <p:nvPr>
            <p:ph idx="1" type="body"/>
          </p:nvPr>
        </p:nvSpPr>
        <p:spPr>
          <a:xfrm>
            <a:off x="6014118" y="1661825"/>
            <a:ext cx="2148900" cy="766500"/>
          </a:xfrm>
          <a:prstGeom prst="rect">
            <a:avLst/>
          </a:prstGeom>
        </p:spPr>
        <p:txBody>
          <a:bodyPr anchorCtr="0" anchor="t" bIns="91425" lIns="0" spcFirstLastPara="1" rIns="91425" wrap="square" tIns="91425">
            <a:noAutofit/>
          </a:bodyPr>
          <a:lstStyle>
            <a:lvl1pPr indent="-285750" lvl="0" marL="457200">
              <a:spcBef>
                <a:spcPts val="0"/>
              </a:spcBef>
              <a:spcAft>
                <a:spcPts val="0"/>
              </a:spcAft>
              <a:buClr>
                <a:schemeClr val="dk1"/>
              </a:buClr>
              <a:buSzPts val="900"/>
              <a:buFont typeface="Nunito Sans"/>
              <a:buChar char="●"/>
              <a:defRPr sz="900">
                <a:highlight>
                  <a:schemeClr val="dk2"/>
                </a:highlight>
              </a:defRPr>
            </a:lvl1pPr>
            <a:lvl2pPr indent="-285750" lvl="1" marL="914400">
              <a:spcBef>
                <a:spcPts val="0"/>
              </a:spcBef>
              <a:spcAft>
                <a:spcPts val="0"/>
              </a:spcAft>
              <a:buClr>
                <a:schemeClr val="dk1"/>
              </a:buClr>
              <a:buSzPts val="900"/>
              <a:buFont typeface="Nunito Sans"/>
              <a:buChar char="○"/>
              <a:defRPr sz="900">
                <a:highlight>
                  <a:schemeClr val="dk2"/>
                </a:highlight>
              </a:defRPr>
            </a:lvl2pPr>
            <a:lvl3pPr indent="-285750" lvl="2" marL="1371600">
              <a:spcBef>
                <a:spcPts val="0"/>
              </a:spcBef>
              <a:spcAft>
                <a:spcPts val="0"/>
              </a:spcAft>
              <a:buClr>
                <a:schemeClr val="dk1"/>
              </a:buClr>
              <a:buSzPts val="900"/>
              <a:buFont typeface="Nunito Sans"/>
              <a:buChar char="■"/>
              <a:defRPr sz="900">
                <a:highlight>
                  <a:schemeClr val="dk2"/>
                </a:highlight>
              </a:defRPr>
            </a:lvl3pPr>
            <a:lvl4pPr indent="-285750" lvl="3" marL="1828800">
              <a:spcBef>
                <a:spcPts val="0"/>
              </a:spcBef>
              <a:spcAft>
                <a:spcPts val="0"/>
              </a:spcAft>
              <a:buClr>
                <a:schemeClr val="dk1"/>
              </a:buClr>
              <a:buSzPts val="900"/>
              <a:buFont typeface="Nunito Sans"/>
              <a:buChar char="●"/>
              <a:defRPr sz="900">
                <a:highlight>
                  <a:schemeClr val="dk2"/>
                </a:highlight>
              </a:defRPr>
            </a:lvl4pPr>
            <a:lvl5pPr indent="-285750" lvl="4" marL="2286000">
              <a:spcBef>
                <a:spcPts val="0"/>
              </a:spcBef>
              <a:spcAft>
                <a:spcPts val="0"/>
              </a:spcAft>
              <a:buClr>
                <a:schemeClr val="dk1"/>
              </a:buClr>
              <a:buSzPts val="900"/>
              <a:buFont typeface="Nunito Sans"/>
              <a:buChar char="○"/>
              <a:defRPr sz="900">
                <a:highlight>
                  <a:schemeClr val="dk2"/>
                </a:highlight>
              </a:defRPr>
            </a:lvl5pPr>
            <a:lvl6pPr indent="-285750" lvl="5" marL="2743200">
              <a:spcBef>
                <a:spcPts val="0"/>
              </a:spcBef>
              <a:spcAft>
                <a:spcPts val="0"/>
              </a:spcAft>
              <a:buClr>
                <a:schemeClr val="dk1"/>
              </a:buClr>
              <a:buSzPts val="900"/>
              <a:buFont typeface="Nunito Sans"/>
              <a:buChar char="■"/>
              <a:defRPr sz="900">
                <a:highlight>
                  <a:schemeClr val="dk2"/>
                </a:highlight>
              </a:defRPr>
            </a:lvl6pPr>
            <a:lvl7pPr indent="-285750" lvl="6" marL="3200400">
              <a:spcBef>
                <a:spcPts val="0"/>
              </a:spcBef>
              <a:spcAft>
                <a:spcPts val="0"/>
              </a:spcAft>
              <a:buClr>
                <a:schemeClr val="dk1"/>
              </a:buClr>
              <a:buSzPts val="900"/>
              <a:buFont typeface="Nunito Sans"/>
              <a:buChar char="●"/>
              <a:defRPr sz="900">
                <a:highlight>
                  <a:schemeClr val="dk2"/>
                </a:highlight>
              </a:defRPr>
            </a:lvl7pPr>
            <a:lvl8pPr indent="-285750" lvl="7" marL="3657600">
              <a:spcBef>
                <a:spcPts val="0"/>
              </a:spcBef>
              <a:spcAft>
                <a:spcPts val="0"/>
              </a:spcAft>
              <a:buClr>
                <a:schemeClr val="dk1"/>
              </a:buClr>
              <a:buSzPts val="900"/>
              <a:buFont typeface="Nunito Sans"/>
              <a:buChar char="○"/>
              <a:defRPr sz="900">
                <a:highlight>
                  <a:schemeClr val="dk2"/>
                </a:highlight>
              </a:defRPr>
            </a:lvl8pPr>
            <a:lvl9pPr indent="-285750" lvl="8" marL="4114800">
              <a:spcBef>
                <a:spcPts val="0"/>
              </a:spcBef>
              <a:spcAft>
                <a:spcPts val="0"/>
              </a:spcAft>
              <a:buClr>
                <a:schemeClr val="dk1"/>
              </a:buClr>
              <a:buSzPts val="900"/>
              <a:buFont typeface="Nunito Sans"/>
              <a:buChar char="■"/>
              <a:defRPr sz="900">
                <a:highlight>
                  <a:schemeClr val="dk2"/>
                </a:highlight>
              </a:defRPr>
            </a:lvl9pPr>
          </a:lstStyle>
          <a:p/>
        </p:txBody>
      </p:sp>
      <p:sp>
        <p:nvSpPr>
          <p:cNvPr id="469" name="Google Shape;469;p55"/>
          <p:cNvSpPr txBox="1"/>
          <p:nvPr>
            <p:ph idx="2" type="body"/>
          </p:nvPr>
        </p:nvSpPr>
        <p:spPr>
          <a:xfrm>
            <a:off x="2317068" y="1661825"/>
            <a:ext cx="2148900" cy="766500"/>
          </a:xfrm>
          <a:prstGeom prst="rect">
            <a:avLst/>
          </a:prstGeom>
        </p:spPr>
        <p:txBody>
          <a:bodyPr anchorCtr="0" anchor="t" bIns="91425" lIns="0" spcFirstLastPara="1" rIns="91425" wrap="square" tIns="91425">
            <a:noAutofit/>
          </a:bodyPr>
          <a:lstStyle>
            <a:lvl1pPr indent="-285750" lvl="0" marL="457200">
              <a:spcBef>
                <a:spcPts val="0"/>
              </a:spcBef>
              <a:spcAft>
                <a:spcPts val="0"/>
              </a:spcAft>
              <a:buClr>
                <a:schemeClr val="dk1"/>
              </a:buClr>
              <a:buSzPts val="900"/>
              <a:buFont typeface="Nunito Sans"/>
              <a:buChar char="●"/>
              <a:defRPr sz="900">
                <a:highlight>
                  <a:schemeClr val="dk2"/>
                </a:highlight>
              </a:defRPr>
            </a:lvl1pPr>
            <a:lvl2pPr indent="-285750" lvl="1" marL="914400">
              <a:spcBef>
                <a:spcPts val="0"/>
              </a:spcBef>
              <a:spcAft>
                <a:spcPts val="0"/>
              </a:spcAft>
              <a:buClr>
                <a:schemeClr val="dk1"/>
              </a:buClr>
              <a:buSzPts val="900"/>
              <a:buFont typeface="Nunito Sans"/>
              <a:buChar char="○"/>
              <a:defRPr sz="900">
                <a:highlight>
                  <a:schemeClr val="dk2"/>
                </a:highlight>
              </a:defRPr>
            </a:lvl2pPr>
            <a:lvl3pPr indent="-285750" lvl="2" marL="1371600">
              <a:spcBef>
                <a:spcPts val="0"/>
              </a:spcBef>
              <a:spcAft>
                <a:spcPts val="0"/>
              </a:spcAft>
              <a:buClr>
                <a:schemeClr val="dk1"/>
              </a:buClr>
              <a:buSzPts val="900"/>
              <a:buFont typeface="Nunito Sans"/>
              <a:buChar char="■"/>
              <a:defRPr sz="900">
                <a:highlight>
                  <a:schemeClr val="dk2"/>
                </a:highlight>
              </a:defRPr>
            </a:lvl3pPr>
            <a:lvl4pPr indent="-285750" lvl="3" marL="1828800">
              <a:spcBef>
                <a:spcPts val="0"/>
              </a:spcBef>
              <a:spcAft>
                <a:spcPts val="0"/>
              </a:spcAft>
              <a:buClr>
                <a:schemeClr val="dk1"/>
              </a:buClr>
              <a:buSzPts val="900"/>
              <a:buFont typeface="Nunito Sans"/>
              <a:buChar char="●"/>
              <a:defRPr sz="900">
                <a:highlight>
                  <a:schemeClr val="dk2"/>
                </a:highlight>
              </a:defRPr>
            </a:lvl4pPr>
            <a:lvl5pPr indent="-285750" lvl="4" marL="2286000">
              <a:spcBef>
                <a:spcPts val="0"/>
              </a:spcBef>
              <a:spcAft>
                <a:spcPts val="0"/>
              </a:spcAft>
              <a:buClr>
                <a:schemeClr val="dk1"/>
              </a:buClr>
              <a:buSzPts val="900"/>
              <a:buFont typeface="Nunito Sans"/>
              <a:buChar char="○"/>
              <a:defRPr sz="900">
                <a:highlight>
                  <a:schemeClr val="dk2"/>
                </a:highlight>
              </a:defRPr>
            </a:lvl5pPr>
            <a:lvl6pPr indent="-285750" lvl="5" marL="2743200">
              <a:spcBef>
                <a:spcPts val="0"/>
              </a:spcBef>
              <a:spcAft>
                <a:spcPts val="0"/>
              </a:spcAft>
              <a:buClr>
                <a:schemeClr val="dk1"/>
              </a:buClr>
              <a:buSzPts val="900"/>
              <a:buFont typeface="Nunito Sans"/>
              <a:buChar char="■"/>
              <a:defRPr sz="900">
                <a:highlight>
                  <a:schemeClr val="dk2"/>
                </a:highlight>
              </a:defRPr>
            </a:lvl6pPr>
            <a:lvl7pPr indent="-285750" lvl="6" marL="3200400">
              <a:spcBef>
                <a:spcPts val="0"/>
              </a:spcBef>
              <a:spcAft>
                <a:spcPts val="0"/>
              </a:spcAft>
              <a:buClr>
                <a:schemeClr val="dk1"/>
              </a:buClr>
              <a:buSzPts val="900"/>
              <a:buFont typeface="Nunito Sans"/>
              <a:buChar char="●"/>
              <a:defRPr sz="900">
                <a:highlight>
                  <a:schemeClr val="dk2"/>
                </a:highlight>
              </a:defRPr>
            </a:lvl7pPr>
            <a:lvl8pPr indent="-285750" lvl="7" marL="3657600">
              <a:spcBef>
                <a:spcPts val="0"/>
              </a:spcBef>
              <a:spcAft>
                <a:spcPts val="0"/>
              </a:spcAft>
              <a:buClr>
                <a:schemeClr val="dk1"/>
              </a:buClr>
              <a:buSzPts val="900"/>
              <a:buFont typeface="Nunito Sans"/>
              <a:buChar char="○"/>
              <a:defRPr sz="900">
                <a:highlight>
                  <a:schemeClr val="dk2"/>
                </a:highlight>
              </a:defRPr>
            </a:lvl8pPr>
            <a:lvl9pPr indent="-285750" lvl="8" marL="4114800">
              <a:spcBef>
                <a:spcPts val="0"/>
              </a:spcBef>
              <a:spcAft>
                <a:spcPts val="0"/>
              </a:spcAft>
              <a:buClr>
                <a:schemeClr val="dk1"/>
              </a:buClr>
              <a:buSzPts val="900"/>
              <a:buFont typeface="Nunito Sans"/>
              <a:buChar char="■"/>
              <a:defRPr sz="900">
                <a:highlight>
                  <a:schemeClr val="dk2"/>
                </a:highlight>
              </a:defRPr>
            </a:lvl9pPr>
          </a:lstStyle>
          <a:p/>
        </p:txBody>
      </p:sp>
      <p:sp>
        <p:nvSpPr>
          <p:cNvPr id="470" name="Google Shape;470;p55"/>
          <p:cNvSpPr/>
          <p:nvPr/>
        </p:nvSpPr>
        <p:spPr>
          <a:xfrm>
            <a:off x="-3491" y="1985350"/>
            <a:ext cx="3736169" cy="3157918"/>
          </a:xfrm>
          <a:custGeom>
            <a:rect b="b" l="l" r="r" t="t"/>
            <a:pathLst>
              <a:path extrusionOk="0" h="209550" w="247921">
                <a:moveTo>
                  <a:pt x="0" y="0"/>
                </a:moveTo>
                <a:lnTo>
                  <a:pt x="0" y="2516"/>
                </a:lnTo>
                <a:lnTo>
                  <a:pt x="1966" y="5976"/>
                </a:lnTo>
                <a:lnTo>
                  <a:pt x="3853" y="9593"/>
                </a:lnTo>
                <a:lnTo>
                  <a:pt x="5661" y="13289"/>
                </a:lnTo>
                <a:lnTo>
                  <a:pt x="7391" y="17063"/>
                </a:lnTo>
                <a:lnTo>
                  <a:pt x="9042" y="20994"/>
                </a:lnTo>
                <a:lnTo>
                  <a:pt x="10615" y="24926"/>
                </a:lnTo>
                <a:lnTo>
                  <a:pt x="12030" y="28936"/>
                </a:lnTo>
                <a:lnTo>
                  <a:pt x="13446" y="32946"/>
                </a:lnTo>
                <a:lnTo>
                  <a:pt x="14704" y="37114"/>
                </a:lnTo>
                <a:lnTo>
                  <a:pt x="15962" y="41360"/>
                </a:lnTo>
                <a:lnTo>
                  <a:pt x="17063" y="45606"/>
                </a:lnTo>
                <a:lnTo>
                  <a:pt x="18085" y="49930"/>
                </a:lnTo>
                <a:lnTo>
                  <a:pt x="19029" y="54334"/>
                </a:lnTo>
                <a:lnTo>
                  <a:pt x="19815" y="58737"/>
                </a:lnTo>
                <a:lnTo>
                  <a:pt x="20601" y="63219"/>
                </a:lnTo>
                <a:lnTo>
                  <a:pt x="21230" y="67779"/>
                </a:lnTo>
                <a:lnTo>
                  <a:pt x="18557" y="68173"/>
                </a:lnTo>
                <a:lnTo>
                  <a:pt x="15883" y="68566"/>
                </a:lnTo>
                <a:lnTo>
                  <a:pt x="13210" y="69037"/>
                </a:lnTo>
                <a:lnTo>
                  <a:pt x="10536" y="69588"/>
                </a:lnTo>
                <a:lnTo>
                  <a:pt x="7942" y="70217"/>
                </a:lnTo>
                <a:lnTo>
                  <a:pt x="5268" y="70846"/>
                </a:lnTo>
                <a:lnTo>
                  <a:pt x="2595" y="71554"/>
                </a:lnTo>
                <a:lnTo>
                  <a:pt x="0" y="72261"/>
                </a:lnTo>
                <a:lnTo>
                  <a:pt x="0" y="73598"/>
                </a:lnTo>
                <a:lnTo>
                  <a:pt x="3302" y="72576"/>
                </a:lnTo>
                <a:lnTo>
                  <a:pt x="7784" y="71475"/>
                </a:lnTo>
                <a:lnTo>
                  <a:pt x="12345" y="70531"/>
                </a:lnTo>
                <a:lnTo>
                  <a:pt x="16827" y="69667"/>
                </a:lnTo>
                <a:lnTo>
                  <a:pt x="21387" y="69037"/>
                </a:lnTo>
                <a:lnTo>
                  <a:pt x="21859" y="72812"/>
                </a:lnTo>
                <a:lnTo>
                  <a:pt x="22174" y="76193"/>
                </a:lnTo>
                <a:lnTo>
                  <a:pt x="22488" y="79495"/>
                </a:lnTo>
                <a:lnTo>
                  <a:pt x="22724" y="82876"/>
                </a:lnTo>
                <a:lnTo>
                  <a:pt x="22881" y="86258"/>
                </a:lnTo>
                <a:lnTo>
                  <a:pt x="22960" y="89639"/>
                </a:lnTo>
                <a:lnTo>
                  <a:pt x="23039" y="92941"/>
                </a:lnTo>
                <a:lnTo>
                  <a:pt x="23039" y="96322"/>
                </a:lnTo>
                <a:lnTo>
                  <a:pt x="23039" y="99703"/>
                </a:lnTo>
                <a:lnTo>
                  <a:pt x="22960" y="103006"/>
                </a:lnTo>
                <a:lnTo>
                  <a:pt x="22803" y="106387"/>
                </a:lnTo>
                <a:lnTo>
                  <a:pt x="22645" y="109689"/>
                </a:lnTo>
                <a:lnTo>
                  <a:pt x="22410" y="113071"/>
                </a:lnTo>
                <a:lnTo>
                  <a:pt x="22095" y="116373"/>
                </a:lnTo>
                <a:lnTo>
                  <a:pt x="21781" y="119675"/>
                </a:lnTo>
                <a:lnTo>
                  <a:pt x="21387" y="122978"/>
                </a:lnTo>
                <a:lnTo>
                  <a:pt x="20916" y="126280"/>
                </a:lnTo>
                <a:lnTo>
                  <a:pt x="20444" y="129504"/>
                </a:lnTo>
                <a:lnTo>
                  <a:pt x="19893" y="132807"/>
                </a:lnTo>
                <a:lnTo>
                  <a:pt x="19264" y="136031"/>
                </a:lnTo>
                <a:lnTo>
                  <a:pt x="18635" y="139254"/>
                </a:lnTo>
                <a:lnTo>
                  <a:pt x="17928" y="142478"/>
                </a:lnTo>
                <a:lnTo>
                  <a:pt x="17220" y="145623"/>
                </a:lnTo>
                <a:lnTo>
                  <a:pt x="16434" y="148769"/>
                </a:lnTo>
                <a:lnTo>
                  <a:pt x="15569" y="151914"/>
                </a:lnTo>
                <a:lnTo>
                  <a:pt x="14625" y="155059"/>
                </a:lnTo>
                <a:lnTo>
                  <a:pt x="13760" y="158126"/>
                </a:lnTo>
                <a:lnTo>
                  <a:pt x="12738" y="161192"/>
                </a:lnTo>
                <a:lnTo>
                  <a:pt x="11716" y="164259"/>
                </a:lnTo>
                <a:lnTo>
                  <a:pt x="10615" y="167247"/>
                </a:lnTo>
                <a:lnTo>
                  <a:pt x="9514" y="170235"/>
                </a:lnTo>
                <a:lnTo>
                  <a:pt x="8256" y="173144"/>
                </a:lnTo>
                <a:lnTo>
                  <a:pt x="7077" y="176053"/>
                </a:lnTo>
                <a:lnTo>
                  <a:pt x="5425" y="179356"/>
                </a:lnTo>
                <a:lnTo>
                  <a:pt x="3696" y="182658"/>
                </a:lnTo>
                <a:lnTo>
                  <a:pt x="1887" y="185961"/>
                </a:lnTo>
                <a:lnTo>
                  <a:pt x="0" y="189185"/>
                </a:lnTo>
                <a:lnTo>
                  <a:pt x="0" y="191622"/>
                </a:lnTo>
                <a:lnTo>
                  <a:pt x="2280" y="187848"/>
                </a:lnTo>
                <a:lnTo>
                  <a:pt x="4403" y="184152"/>
                </a:lnTo>
                <a:lnTo>
                  <a:pt x="6369" y="180378"/>
                </a:lnTo>
                <a:lnTo>
                  <a:pt x="8178" y="176604"/>
                </a:lnTo>
                <a:lnTo>
                  <a:pt x="9436" y="173616"/>
                </a:lnTo>
                <a:lnTo>
                  <a:pt x="10615" y="170707"/>
                </a:lnTo>
                <a:lnTo>
                  <a:pt x="11795" y="167719"/>
                </a:lnTo>
                <a:lnTo>
                  <a:pt x="12895" y="164652"/>
                </a:lnTo>
                <a:lnTo>
                  <a:pt x="13918" y="161585"/>
                </a:lnTo>
                <a:lnTo>
                  <a:pt x="14940" y="158519"/>
                </a:lnTo>
                <a:lnTo>
                  <a:pt x="15883" y="155452"/>
                </a:lnTo>
                <a:lnTo>
                  <a:pt x="16748" y="152307"/>
                </a:lnTo>
                <a:lnTo>
                  <a:pt x="17613" y="149162"/>
                </a:lnTo>
                <a:lnTo>
                  <a:pt x="18399" y="145938"/>
                </a:lnTo>
                <a:lnTo>
                  <a:pt x="19186" y="142714"/>
                </a:lnTo>
                <a:lnTo>
                  <a:pt x="19893" y="139490"/>
                </a:lnTo>
                <a:lnTo>
                  <a:pt x="20522" y="136266"/>
                </a:lnTo>
                <a:lnTo>
                  <a:pt x="21073" y="133043"/>
                </a:lnTo>
                <a:lnTo>
                  <a:pt x="21623" y="129740"/>
                </a:lnTo>
                <a:lnTo>
                  <a:pt x="22174" y="126438"/>
                </a:lnTo>
                <a:lnTo>
                  <a:pt x="22567" y="123135"/>
                </a:lnTo>
                <a:lnTo>
                  <a:pt x="22960" y="119833"/>
                </a:lnTo>
                <a:lnTo>
                  <a:pt x="23353" y="116530"/>
                </a:lnTo>
                <a:lnTo>
                  <a:pt x="23668" y="113149"/>
                </a:lnTo>
                <a:lnTo>
                  <a:pt x="23904" y="109768"/>
                </a:lnTo>
                <a:lnTo>
                  <a:pt x="24061" y="106466"/>
                </a:lnTo>
                <a:lnTo>
                  <a:pt x="24218" y="103084"/>
                </a:lnTo>
                <a:lnTo>
                  <a:pt x="24297" y="99703"/>
                </a:lnTo>
                <a:lnTo>
                  <a:pt x="24297" y="96322"/>
                </a:lnTo>
                <a:lnTo>
                  <a:pt x="24297" y="92941"/>
                </a:lnTo>
                <a:lnTo>
                  <a:pt x="24218" y="89560"/>
                </a:lnTo>
                <a:lnTo>
                  <a:pt x="24139" y="86179"/>
                </a:lnTo>
                <a:lnTo>
                  <a:pt x="23982" y="82798"/>
                </a:lnTo>
                <a:lnTo>
                  <a:pt x="23746" y="79417"/>
                </a:lnTo>
                <a:lnTo>
                  <a:pt x="23432" y="76036"/>
                </a:lnTo>
                <a:lnTo>
                  <a:pt x="23117" y="72654"/>
                </a:lnTo>
                <a:lnTo>
                  <a:pt x="22645" y="68880"/>
                </a:lnTo>
                <a:lnTo>
                  <a:pt x="27521" y="68408"/>
                </a:lnTo>
                <a:lnTo>
                  <a:pt x="32474" y="68094"/>
                </a:lnTo>
                <a:lnTo>
                  <a:pt x="37428" y="67937"/>
                </a:lnTo>
                <a:lnTo>
                  <a:pt x="42382" y="68015"/>
                </a:lnTo>
                <a:lnTo>
                  <a:pt x="47335" y="68173"/>
                </a:lnTo>
                <a:lnTo>
                  <a:pt x="52368" y="68644"/>
                </a:lnTo>
                <a:lnTo>
                  <a:pt x="57400" y="69195"/>
                </a:lnTo>
                <a:lnTo>
                  <a:pt x="62432" y="69981"/>
                </a:lnTo>
                <a:lnTo>
                  <a:pt x="67229" y="70846"/>
                </a:lnTo>
                <a:lnTo>
                  <a:pt x="72025" y="71947"/>
                </a:lnTo>
                <a:lnTo>
                  <a:pt x="76900" y="73126"/>
                </a:lnTo>
                <a:lnTo>
                  <a:pt x="81775" y="74542"/>
                </a:lnTo>
                <a:lnTo>
                  <a:pt x="86650" y="76114"/>
                </a:lnTo>
                <a:lnTo>
                  <a:pt x="91604" y="77844"/>
                </a:lnTo>
                <a:lnTo>
                  <a:pt x="96479" y="79653"/>
                </a:lnTo>
                <a:lnTo>
                  <a:pt x="101433" y="81697"/>
                </a:lnTo>
                <a:lnTo>
                  <a:pt x="106387" y="83899"/>
                </a:lnTo>
                <a:lnTo>
                  <a:pt x="111340" y="86258"/>
                </a:lnTo>
                <a:lnTo>
                  <a:pt x="116294" y="88852"/>
                </a:lnTo>
                <a:lnTo>
                  <a:pt x="121248" y="91526"/>
                </a:lnTo>
                <a:lnTo>
                  <a:pt x="126280" y="94356"/>
                </a:lnTo>
                <a:lnTo>
                  <a:pt x="131234" y="97344"/>
                </a:lnTo>
                <a:lnTo>
                  <a:pt x="136266" y="100490"/>
                </a:lnTo>
                <a:lnTo>
                  <a:pt x="141298" y="103792"/>
                </a:lnTo>
                <a:lnTo>
                  <a:pt x="145309" y="106623"/>
                </a:lnTo>
                <a:lnTo>
                  <a:pt x="149319" y="109454"/>
                </a:lnTo>
                <a:lnTo>
                  <a:pt x="153329" y="112441"/>
                </a:lnTo>
                <a:lnTo>
                  <a:pt x="157339" y="115508"/>
                </a:lnTo>
                <a:lnTo>
                  <a:pt x="161349" y="118653"/>
                </a:lnTo>
                <a:lnTo>
                  <a:pt x="165359" y="121956"/>
                </a:lnTo>
                <a:lnTo>
                  <a:pt x="169369" y="125258"/>
                </a:lnTo>
                <a:lnTo>
                  <a:pt x="173380" y="128718"/>
                </a:lnTo>
                <a:lnTo>
                  <a:pt x="177390" y="132335"/>
                </a:lnTo>
                <a:lnTo>
                  <a:pt x="181400" y="135952"/>
                </a:lnTo>
                <a:lnTo>
                  <a:pt x="185410" y="139648"/>
                </a:lnTo>
                <a:lnTo>
                  <a:pt x="189420" y="143500"/>
                </a:lnTo>
                <a:lnTo>
                  <a:pt x="193352" y="147432"/>
                </a:lnTo>
                <a:lnTo>
                  <a:pt x="197362" y="151442"/>
                </a:lnTo>
                <a:lnTo>
                  <a:pt x="201372" y="155531"/>
                </a:lnTo>
                <a:lnTo>
                  <a:pt x="205303" y="159777"/>
                </a:lnTo>
                <a:lnTo>
                  <a:pt x="211515" y="166539"/>
                </a:lnTo>
                <a:lnTo>
                  <a:pt x="217491" y="173301"/>
                </a:lnTo>
                <a:lnTo>
                  <a:pt x="223074" y="179906"/>
                </a:lnTo>
                <a:lnTo>
                  <a:pt x="228421" y="186354"/>
                </a:lnTo>
                <a:lnTo>
                  <a:pt x="233453" y="192566"/>
                </a:lnTo>
                <a:lnTo>
                  <a:pt x="238092" y="198542"/>
                </a:lnTo>
                <a:lnTo>
                  <a:pt x="242417" y="204203"/>
                </a:lnTo>
                <a:lnTo>
                  <a:pt x="246348" y="209550"/>
                </a:lnTo>
                <a:lnTo>
                  <a:pt x="247921" y="209550"/>
                </a:lnTo>
                <a:lnTo>
                  <a:pt x="243911" y="204125"/>
                </a:lnTo>
                <a:lnTo>
                  <a:pt x="239586" y="198384"/>
                </a:lnTo>
                <a:lnTo>
                  <a:pt x="234868" y="192330"/>
                </a:lnTo>
                <a:lnTo>
                  <a:pt x="229757" y="186040"/>
                </a:lnTo>
                <a:lnTo>
                  <a:pt x="224411" y="179435"/>
                </a:lnTo>
                <a:lnTo>
                  <a:pt x="218671" y="172751"/>
                </a:lnTo>
                <a:lnTo>
                  <a:pt x="212616" y="165832"/>
                </a:lnTo>
                <a:lnTo>
                  <a:pt x="206247" y="158912"/>
                </a:lnTo>
                <a:lnTo>
                  <a:pt x="202237" y="154745"/>
                </a:lnTo>
                <a:lnTo>
                  <a:pt x="198305" y="150577"/>
                </a:lnTo>
                <a:lnTo>
                  <a:pt x="194295" y="146567"/>
                </a:lnTo>
                <a:lnTo>
                  <a:pt x="190285" y="142636"/>
                </a:lnTo>
                <a:lnTo>
                  <a:pt x="186275" y="138783"/>
                </a:lnTo>
                <a:lnTo>
                  <a:pt x="182265" y="135008"/>
                </a:lnTo>
                <a:lnTo>
                  <a:pt x="178255" y="131391"/>
                </a:lnTo>
                <a:lnTo>
                  <a:pt x="174245" y="127774"/>
                </a:lnTo>
                <a:lnTo>
                  <a:pt x="170234" y="124315"/>
                </a:lnTo>
                <a:lnTo>
                  <a:pt x="166146" y="120934"/>
                </a:lnTo>
                <a:lnTo>
                  <a:pt x="162135" y="117710"/>
                </a:lnTo>
                <a:lnTo>
                  <a:pt x="158125" y="114486"/>
                </a:lnTo>
                <a:lnTo>
                  <a:pt x="154037" y="111419"/>
                </a:lnTo>
                <a:lnTo>
                  <a:pt x="150026" y="108431"/>
                </a:lnTo>
                <a:lnTo>
                  <a:pt x="146016" y="105601"/>
                </a:lnTo>
                <a:lnTo>
                  <a:pt x="142006" y="102770"/>
                </a:lnTo>
                <a:lnTo>
                  <a:pt x="136974" y="99467"/>
                </a:lnTo>
                <a:lnTo>
                  <a:pt x="131941" y="96244"/>
                </a:lnTo>
                <a:lnTo>
                  <a:pt x="126909" y="93256"/>
                </a:lnTo>
                <a:lnTo>
                  <a:pt x="121877" y="90425"/>
                </a:lnTo>
                <a:lnTo>
                  <a:pt x="116844" y="87673"/>
                </a:lnTo>
                <a:lnTo>
                  <a:pt x="111891" y="85157"/>
                </a:lnTo>
                <a:lnTo>
                  <a:pt x="106858" y="82798"/>
                </a:lnTo>
                <a:lnTo>
                  <a:pt x="101905" y="80596"/>
                </a:lnTo>
                <a:lnTo>
                  <a:pt x="96951" y="78473"/>
                </a:lnTo>
                <a:lnTo>
                  <a:pt x="91997" y="76586"/>
                </a:lnTo>
                <a:lnTo>
                  <a:pt x="87044" y="74935"/>
                </a:lnTo>
                <a:lnTo>
                  <a:pt x="82090" y="73362"/>
                </a:lnTo>
                <a:lnTo>
                  <a:pt x="77215" y="71947"/>
                </a:lnTo>
                <a:lnTo>
                  <a:pt x="72340" y="70689"/>
                </a:lnTo>
                <a:lnTo>
                  <a:pt x="67465" y="69667"/>
                </a:lnTo>
                <a:lnTo>
                  <a:pt x="62590" y="68723"/>
                </a:lnTo>
                <a:lnTo>
                  <a:pt x="57557" y="67937"/>
                </a:lnTo>
                <a:lnTo>
                  <a:pt x="52446" y="67386"/>
                </a:lnTo>
                <a:lnTo>
                  <a:pt x="47414" y="66914"/>
                </a:lnTo>
                <a:lnTo>
                  <a:pt x="42382" y="66757"/>
                </a:lnTo>
                <a:lnTo>
                  <a:pt x="37428" y="66679"/>
                </a:lnTo>
                <a:lnTo>
                  <a:pt x="32396" y="66836"/>
                </a:lnTo>
                <a:lnTo>
                  <a:pt x="27442" y="67150"/>
                </a:lnTo>
                <a:lnTo>
                  <a:pt x="22488" y="67622"/>
                </a:lnTo>
                <a:lnTo>
                  <a:pt x="21781" y="62904"/>
                </a:lnTo>
                <a:lnTo>
                  <a:pt x="21073" y="58265"/>
                </a:lnTo>
                <a:lnTo>
                  <a:pt x="20129" y="53626"/>
                </a:lnTo>
                <a:lnTo>
                  <a:pt x="19186" y="49065"/>
                </a:lnTo>
                <a:lnTo>
                  <a:pt x="18085" y="44583"/>
                </a:lnTo>
                <a:lnTo>
                  <a:pt x="16905" y="40102"/>
                </a:lnTo>
                <a:lnTo>
                  <a:pt x="15647" y="35777"/>
                </a:lnTo>
                <a:lnTo>
                  <a:pt x="14232" y="31452"/>
                </a:lnTo>
                <a:lnTo>
                  <a:pt x="12817" y="27285"/>
                </a:lnTo>
                <a:lnTo>
                  <a:pt x="11244" y="23117"/>
                </a:lnTo>
                <a:lnTo>
                  <a:pt x="9593" y="19029"/>
                </a:lnTo>
                <a:lnTo>
                  <a:pt x="7863" y="15018"/>
                </a:lnTo>
                <a:lnTo>
                  <a:pt x="5976" y="11166"/>
                </a:lnTo>
                <a:lnTo>
                  <a:pt x="4089" y="7313"/>
                </a:lnTo>
                <a:lnTo>
                  <a:pt x="2123" y="3617"/>
                </a:lnTo>
                <a:lnTo>
                  <a:pt x="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471" name="Google Shape;471;p55"/>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472" name="Google Shape;472;p55"/>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473" name="Google Shape;473;p55"/>
          <p:cNvSpPr/>
          <p:nvPr>
            <p:ph idx="3" type="pic"/>
          </p:nvPr>
        </p:nvSpPr>
        <p:spPr>
          <a:xfrm>
            <a:off x="988450" y="2967538"/>
            <a:ext cx="1264200" cy="1258500"/>
          </a:xfrm>
          <a:prstGeom prst="roundRect">
            <a:avLst>
              <a:gd fmla="val 16718" name="adj"/>
            </a:avLst>
          </a:prstGeom>
          <a:noFill/>
          <a:ln>
            <a:noFill/>
          </a:ln>
        </p:spPr>
      </p:sp>
      <p:sp>
        <p:nvSpPr>
          <p:cNvPr id="474" name="Google Shape;474;p55"/>
          <p:cNvSpPr txBox="1"/>
          <p:nvPr>
            <p:ph idx="4" type="subTitle"/>
          </p:nvPr>
        </p:nvSpPr>
        <p:spPr>
          <a:xfrm>
            <a:off x="2317068" y="2953117"/>
            <a:ext cx="1314600" cy="311400"/>
          </a:xfrm>
          <a:prstGeom prst="rect">
            <a:avLst/>
          </a:prstGeom>
        </p:spPr>
        <p:txBody>
          <a:bodyPr anchorCtr="0" anchor="b" bIns="0" lIns="91425" spcFirstLastPara="1" rIns="91425" wrap="square" tIns="91425">
            <a:noAutofit/>
          </a:bodyPr>
          <a:lstStyle>
            <a:lvl1pPr lvl="0">
              <a:spcBef>
                <a:spcPts val="0"/>
              </a:spcBef>
              <a:spcAft>
                <a:spcPts val="0"/>
              </a:spcAft>
              <a:buNone/>
              <a:defRPr b="1" sz="10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9pPr>
          </a:lstStyle>
          <a:p/>
        </p:txBody>
      </p:sp>
      <p:sp>
        <p:nvSpPr>
          <p:cNvPr id="475" name="Google Shape;475;p55"/>
          <p:cNvSpPr txBox="1"/>
          <p:nvPr>
            <p:ph idx="5" type="subTitle"/>
          </p:nvPr>
        </p:nvSpPr>
        <p:spPr>
          <a:xfrm>
            <a:off x="2317068" y="3283266"/>
            <a:ext cx="1314600" cy="311400"/>
          </a:xfrm>
          <a:prstGeom prst="rect">
            <a:avLst/>
          </a:prstGeom>
        </p:spPr>
        <p:txBody>
          <a:bodyPr anchorCtr="0" anchor="t" bIns="0" lIns="91425" spcFirstLastPara="1" rIns="91425" wrap="square" tIns="0">
            <a:noAutofit/>
          </a:bodyPr>
          <a:lstStyle>
            <a:lvl1pPr lvl="0">
              <a:spcBef>
                <a:spcPts val="0"/>
              </a:spcBef>
              <a:spcAft>
                <a:spcPts val="0"/>
              </a:spcAft>
              <a:buNone/>
              <a:defRPr sz="1000">
                <a:highlight>
                  <a:schemeClr val="dk2"/>
                </a:highlight>
                <a:latin typeface="Nunito Sans"/>
                <a:ea typeface="Nunito Sans"/>
                <a:cs typeface="Nunito Sans"/>
                <a:sym typeface="Nunito Sans"/>
              </a:defRPr>
            </a:lvl1pPr>
            <a:lvl2pPr lvl="1">
              <a:spcBef>
                <a:spcPts val="0"/>
              </a:spcBef>
              <a:spcAft>
                <a:spcPts val="0"/>
              </a:spcAft>
              <a:buSzPts val="1000"/>
              <a:buFont typeface="Nunito Sans"/>
              <a:buNone/>
              <a:defRPr sz="1000">
                <a:highlight>
                  <a:schemeClr val="dk2"/>
                </a:highlight>
                <a:latin typeface="Nunito Sans"/>
                <a:ea typeface="Nunito Sans"/>
                <a:cs typeface="Nunito Sans"/>
                <a:sym typeface="Nunito Sans"/>
              </a:defRPr>
            </a:lvl2pPr>
            <a:lvl3pPr lvl="2">
              <a:spcBef>
                <a:spcPts val="0"/>
              </a:spcBef>
              <a:spcAft>
                <a:spcPts val="0"/>
              </a:spcAft>
              <a:buSzPts val="1000"/>
              <a:buFont typeface="Nunito Sans"/>
              <a:buNone/>
              <a:defRPr sz="1000">
                <a:highlight>
                  <a:schemeClr val="dk2"/>
                </a:highlight>
                <a:latin typeface="Nunito Sans"/>
                <a:ea typeface="Nunito Sans"/>
                <a:cs typeface="Nunito Sans"/>
                <a:sym typeface="Nunito Sans"/>
              </a:defRPr>
            </a:lvl3pPr>
            <a:lvl4pPr lvl="3">
              <a:spcBef>
                <a:spcPts val="0"/>
              </a:spcBef>
              <a:spcAft>
                <a:spcPts val="0"/>
              </a:spcAft>
              <a:buSzPts val="1000"/>
              <a:buFont typeface="Nunito Sans"/>
              <a:buNone/>
              <a:defRPr sz="1000">
                <a:highlight>
                  <a:schemeClr val="dk2"/>
                </a:highlight>
                <a:latin typeface="Nunito Sans"/>
                <a:ea typeface="Nunito Sans"/>
                <a:cs typeface="Nunito Sans"/>
                <a:sym typeface="Nunito Sans"/>
              </a:defRPr>
            </a:lvl4pPr>
            <a:lvl5pPr lvl="4">
              <a:spcBef>
                <a:spcPts val="0"/>
              </a:spcBef>
              <a:spcAft>
                <a:spcPts val="0"/>
              </a:spcAft>
              <a:buSzPts val="1000"/>
              <a:buFont typeface="Nunito Sans"/>
              <a:buNone/>
              <a:defRPr sz="1000">
                <a:highlight>
                  <a:schemeClr val="dk2"/>
                </a:highlight>
                <a:latin typeface="Nunito Sans"/>
                <a:ea typeface="Nunito Sans"/>
                <a:cs typeface="Nunito Sans"/>
                <a:sym typeface="Nunito Sans"/>
              </a:defRPr>
            </a:lvl5pPr>
            <a:lvl6pPr lvl="5">
              <a:spcBef>
                <a:spcPts val="0"/>
              </a:spcBef>
              <a:spcAft>
                <a:spcPts val="0"/>
              </a:spcAft>
              <a:buSzPts val="1000"/>
              <a:buFont typeface="Nunito Sans"/>
              <a:buNone/>
              <a:defRPr sz="1000">
                <a:highlight>
                  <a:schemeClr val="dk2"/>
                </a:highlight>
                <a:latin typeface="Nunito Sans"/>
                <a:ea typeface="Nunito Sans"/>
                <a:cs typeface="Nunito Sans"/>
                <a:sym typeface="Nunito Sans"/>
              </a:defRPr>
            </a:lvl6pPr>
            <a:lvl7pPr lvl="6">
              <a:spcBef>
                <a:spcPts val="0"/>
              </a:spcBef>
              <a:spcAft>
                <a:spcPts val="0"/>
              </a:spcAft>
              <a:buSzPts val="1000"/>
              <a:buFont typeface="Nunito Sans"/>
              <a:buNone/>
              <a:defRPr sz="1000">
                <a:highlight>
                  <a:schemeClr val="dk2"/>
                </a:highlight>
                <a:latin typeface="Nunito Sans"/>
                <a:ea typeface="Nunito Sans"/>
                <a:cs typeface="Nunito Sans"/>
                <a:sym typeface="Nunito Sans"/>
              </a:defRPr>
            </a:lvl7pPr>
            <a:lvl8pPr lvl="7">
              <a:spcBef>
                <a:spcPts val="0"/>
              </a:spcBef>
              <a:spcAft>
                <a:spcPts val="0"/>
              </a:spcAft>
              <a:buSzPts val="1000"/>
              <a:buFont typeface="Nunito Sans"/>
              <a:buNone/>
              <a:defRPr sz="1000">
                <a:highlight>
                  <a:schemeClr val="dk2"/>
                </a:highlight>
                <a:latin typeface="Nunito Sans"/>
                <a:ea typeface="Nunito Sans"/>
                <a:cs typeface="Nunito Sans"/>
                <a:sym typeface="Nunito Sans"/>
              </a:defRPr>
            </a:lvl8pPr>
            <a:lvl9pPr lvl="8">
              <a:spcBef>
                <a:spcPts val="0"/>
              </a:spcBef>
              <a:spcAft>
                <a:spcPts val="0"/>
              </a:spcAft>
              <a:buSzPts val="1000"/>
              <a:buFont typeface="Nunito Sans"/>
              <a:buNone/>
              <a:defRPr sz="1000">
                <a:highlight>
                  <a:schemeClr val="dk2"/>
                </a:highlight>
                <a:latin typeface="Nunito Sans"/>
                <a:ea typeface="Nunito Sans"/>
                <a:cs typeface="Nunito Sans"/>
                <a:sym typeface="Nunito Sans"/>
              </a:defRPr>
            </a:lvl9pPr>
          </a:lstStyle>
          <a:p/>
        </p:txBody>
      </p:sp>
      <p:sp>
        <p:nvSpPr>
          <p:cNvPr id="476" name="Google Shape;476;p55"/>
          <p:cNvSpPr txBox="1"/>
          <p:nvPr>
            <p:ph idx="6" type="body"/>
          </p:nvPr>
        </p:nvSpPr>
        <p:spPr>
          <a:xfrm>
            <a:off x="2317068" y="3459387"/>
            <a:ext cx="2148900" cy="766500"/>
          </a:xfrm>
          <a:prstGeom prst="rect">
            <a:avLst/>
          </a:prstGeom>
        </p:spPr>
        <p:txBody>
          <a:bodyPr anchorCtr="0" anchor="t" bIns="91425" lIns="0" spcFirstLastPara="1" rIns="91425" wrap="square" tIns="91425">
            <a:noAutofit/>
          </a:bodyPr>
          <a:lstStyle>
            <a:lvl1pPr indent="-285750" lvl="0" marL="457200">
              <a:spcBef>
                <a:spcPts val="0"/>
              </a:spcBef>
              <a:spcAft>
                <a:spcPts val="0"/>
              </a:spcAft>
              <a:buClr>
                <a:schemeClr val="dk1"/>
              </a:buClr>
              <a:buSzPts val="900"/>
              <a:buFont typeface="Nunito Sans"/>
              <a:buChar char="●"/>
              <a:defRPr sz="900">
                <a:highlight>
                  <a:schemeClr val="dk2"/>
                </a:highlight>
              </a:defRPr>
            </a:lvl1pPr>
            <a:lvl2pPr indent="-285750" lvl="1" marL="914400">
              <a:spcBef>
                <a:spcPts val="0"/>
              </a:spcBef>
              <a:spcAft>
                <a:spcPts val="0"/>
              </a:spcAft>
              <a:buClr>
                <a:schemeClr val="dk1"/>
              </a:buClr>
              <a:buSzPts val="900"/>
              <a:buFont typeface="Nunito Sans"/>
              <a:buChar char="○"/>
              <a:defRPr sz="900">
                <a:highlight>
                  <a:schemeClr val="dk2"/>
                </a:highlight>
              </a:defRPr>
            </a:lvl2pPr>
            <a:lvl3pPr indent="-285750" lvl="2" marL="1371600">
              <a:spcBef>
                <a:spcPts val="0"/>
              </a:spcBef>
              <a:spcAft>
                <a:spcPts val="0"/>
              </a:spcAft>
              <a:buClr>
                <a:schemeClr val="dk1"/>
              </a:buClr>
              <a:buSzPts val="900"/>
              <a:buFont typeface="Nunito Sans"/>
              <a:buChar char="■"/>
              <a:defRPr sz="900">
                <a:highlight>
                  <a:schemeClr val="dk2"/>
                </a:highlight>
              </a:defRPr>
            </a:lvl3pPr>
            <a:lvl4pPr indent="-285750" lvl="3" marL="1828800">
              <a:spcBef>
                <a:spcPts val="0"/>
              </a:spcBef>
              <a:spcAft>
                <a:spcPts val="0"/>
              </a:spcAft>
              <a:buClr>
                <a:schemeClr val="dk1"/>
              </a:buClr>
              <a:buSzPts val="900"/>
              <a:buFont typeface="Nunito Sans"/>
              <a:buChar char="●"/>
              <a:defRPr sz="900">
                <a:highlight>
                  <a:schemeClr val="dk2"/>
                </a:highlight>
              </a:defRPr>
            </a:lvl4pPr>
            <a:lvl5pPr indent="-285750" lvl="4" marL="2286000">
              <a:spcBef>
                <a:spcPts val="0"/>
              </a:spcBef>
              <a:spcAft>
                <a:spcPts val="0"/>
              </a:spcAft>
              <a:buClr>
                <a:schemeClr val="dk1"/>
              </a:buClr>
              <a:buSzPts val="900"/>
              <a:buFont typeface="Nunito Sans"/>
              <a:buChar char="○"/>
              <a:defRPr sz="900">
                <a:highlight>
                  <a:schemeClr val="dk2"/>
                </a:highlight>
              </a:defRPr>
            </a:lvl5pPr>
            <a:lvl6pPr indent="-285750" lvl="5" marL="2743200">
              <a:spcBef>
                <a:spcPts val="0"/>
              </a:spcBef>
              <a:spcAft>
                <a:spcPts val="0"/>
              </a:spcAft>
              <a:buClr>
                <a:schemeClr val="dk1"/>
              </a:buClr>
              <a:buSzPts val="900"/>
              <a:buFont typeface="Nunito Sans"/>
              <a:buChar char="■"/>
              <a:defRPr sz="900">
                <a:highlight>
                  <a:schemeClr val="dk2"/>
                </a:highlight>
              </a:defRPr>
            </a:lvl6pPr>
            <a:lvl7pPr indent="-285750" lvl="6" marL="3200400">
              <a:spcBef>
                <a:spcPts val="0"/>
              </a:spcBef>
              <a:spcAft>
                <a:spcPts val="0"/>
              </a:spcAft>
              <a:buClr>
                <a:schemeClr val="dk1"/>
              </a:buClr>
              <a:buSzPts val="900"/>
              <a:buFont typeface="Nunito Sans"/>
              <a:buChar char="●"/>
              <a:defRPr sz="900">
                <a:highlight>
                  <a:schemeClr val="dk2"/>
                </a:highlight>
              </a:defRPr>
            </a:lvl7pPr>
            <a:lvl8pPr indent="-285750" lvl="7" marL="3657600">
              <a:spcBef>
                <a:spcPts val="0"/>
              </a:spcBef>
              <a:spcAft>
                <a:spcPts val="0"/>
              </a:spcAft>
              <a:buClr>
                <a:schemeClr val="dk1"/>
              </a:buClr>
              <a:buSzPts val="900"/>
              <a:buFont typeface="Nunito Sans"/>
              <a:buChar char="○"/>
              <a:defRPr sz="900">
                <a:highlight>
                  <a:schemeClr val="dk2"/>
                </a:highlight>
              </a:defRPr>
            </a:lvl8pPr>
            <a:lvl9pPr indent="-285750" lvl="8" marL="4114800">
              <a:spcBef>
                <a:spcPts val="0"/>
              </a:spcBef>
              <a:spcAft>
                <a:spcPts val="0"/>
              </a:spcAft>
              <a:buClr>
                <a:schemeClr val="dk1"/>
              </a:buClr>
              <a:buSzPts val="900"/>
              <a:buFont typeface="Nunito Sans"/>
              <a:buChar char="■"/>
              <a:defRPr sz="900">
                <a:highlight>
                  <a:schemeClr val="dk2"/>
                </a:highlight>
              </a:defRPr>
            </a:lvl9pPr>
          </a:lstStyle>
          <a:p/>
        </p:txBody>
      </p:sp>
      <p:sp>
        <p:nvSpPr>
          <p:cNvPr id="477" name="Google Shape;477;p55"/>
          <p:cNvSpPr/>
          <p:nvPr>
            <p:ph idx="7" type="pic"/>
          </p:nvPr>
        </p:nvSpPr>
        <p:spPr>
          <a:xfrm>
            <a:off x="4685500" y="1169975"/>
            <a:ext cx="1264200" cy="1258500"/>
          </a:xfrm>
          <a:prstGeom prst="roundRect">
            <a:avLst>
              <a:gd fmla="val 16718" name="adj"/>
            </a:avLst>
          </a:prstGeom>
          <a:noFill/>
          <a:ln>
            <a:noFill/>
          </a:ln>
        </p:spPr>
      </p:sp>
      <p:sp>
        <p:nvSpPr>
          <p:cNvPr id="478" name="Google Shape;478;p55"/>
          <p:cNvSpPr txBox="1"/>
          <p:nvPr>
            <p:ph idx="8" type="subTitle"/>
          </p:nvPr>
        </p:nvSpPr>
        <p:spPr>
          <a:xfrm>
            <a:off x="6014118" y="1155555"/>
            <a:ext cx="1314600" cy="311400"/>
          </a:xfrm>
          <a:prstGeom prst="rect">
            <a:avLst/>
          </a:prstGeom>
        </p:spPr>
        <p:txBody>
          <a:bodyPr anchorCtr="0" anchor="b" bIns="0" lIns="91425" spcFirstLastPara="1" rIns="91425" wrap="square" tIns="91425">
            <a:noAutofit/>
          </a:bodyPr>
          <a:lstStyle>
            <a:lvl1pPr lvl="0">
              <a:spcBef>
                <a:spcPts val="0"/>
              </a:spcBef>
              <a:spcAft>
                <a:spcPts val="0"/>
              </a:spcAft>
              <a:buNone/>
              <a:defRPr b="1" sz="10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9pPr>
          </a:lstStyle>
          <a:p/>
        </p:txBody>
      </p:sp>
      <p:sp>
        <p:nvSpPr>
          <p:cNvPr id="479" name="Google Shape;479;p55"/>
          <p:cNvSpPr txBox="1"/>
          <p:nvPr>
            <p:ph idx="9" type="subTitle"/>
          </p:nvPr>
        </p:nvSpPr>
        <p:spPr>
          <a:xfrm>
            <a:off x="6014118" y="1485704"/>
            <a:ext cx="1314600" cy="311400"/>
          </a:xfrm>
          <a:prstGeom prst="rect">
            <a:avLst/>
          </a:prstGeom>
        </p:spPr>
        <p:txBody>
          <a:bodyPr anchorCtr="0" anchor="t" bIns="0" lIns="91425" spcFirstLastPara="1" rIns="91425" wrap="square" tIns="0">
            <a:noAutofit/>
          </a:bodyPr>
          <a:lstStyle>
            <a:lvl1pPr lvl="0">
              <a:spcBef>
                <a:spcPts val="0"/>
              </a:spcBef>
              <a:spcAft>
                <a:spcPts val="0"/>
              </a:spcAft>
              <a:buNone/>
              <a:defRPr sz="1000">
                <a:highlight>
                  <a:schemeClr val="dk2"/>
                </a:highlight>
                <a:latin typeface="Nunito Sans"/>
                <a:ea typeface="Nunito Sans"/>
                <a:cs typeface="Nunito Sans"/>
                <a:sym typeface="Nunito Sans"/>
              </a:defRPr>
            </a:lvl1pPr>
            <a:lvl2pPr lvl="1">
              <a:spcBef>
                <a:spcPts val="0"/>
              </a:spcBef>
              <a:spcAft>
                <a:spcPts val="0"/>
              </a:spcAft>
              <a:buSzPts val="1000"/>
              <a:buFont typeface="Nunito Sans"/>
              <a:buNone/>
              <a:defRPr sz="1000">
                <a:highlight>
                  <a:schemeClr val="dk2"/>
                </a:highlight>
                <a:latin typeface="Nunito Sans"/>
                <a:ea typeface="Nunito Sans"/>
                <a:cs typeface="Nunito Sans"/>
                <a:sym typeface="Nunito Sans"/>
              </a:defRPr>
            </a:lvl2pPr>
            <a:lvl3pPr lvl="2">
              <a:spcBef>
                <a:spcPts val="0"/>
              </a:spcBef>
              <a:spcAft>
                <a:spcPts val="0"/>
              </a:spcAft>
              <a:buSzPts val="1000"/>
              <a:buFont typeface="Nunito Sans"/>
              <a:buNone/>
              <a:defRPr sz="1000">
                <a:highlight>
                  <a:schemeClr val="dk2"/>
                </a:highlight>
                <a:latin typeface="Nunito Sans"/>
                <a:ea typeface="Nunito Sans"/>
                <a:cs typeface="Nunito Sans"/>
                <a:sym typeface="Nunito Sans"/>
              </a:defRPr>
            </a:lvl3pPr>
            <a:lvl4pPr lvl="3">
              <a:spcBef>
                <a:spcPts val="0"/>
              </a:spcBef>
              <a:spcAft>
                <a:spcPts val="0"/>
              </a:spcAft>
              <a:buSzPts val="1000"/>
              <a:buFont typeface="Nunito Sans"/>
              <a:buNone/>
              <a:defRPr sz="1000">
                <a:highlight>
                  <a:schemeClr val="dk2"/>
                </a:highlight>
                <a:latin typeface="Nunito Sans"/>
                <a:ea typeface="Nunito Sans"/>
                <a:cs typeface="Nunito Sans"/>
                <a:sym typeface="Nunito Sans"/>
              </a:defRPr>
            </a:lvl4pPr>
            <a:lvl5pPr lvl="4">
              <a:spcBef>
                <a:spcPts val="0"/>
              </a:spcBef>
              <a:spcAft>
                <a:spcPts val="0"/>
              </a:spcAft>
              <a:buSzPts val="1000"/>
              <a:buFont typeface="Nunito Sans"/>
              <a:buNone/>
              <a:defRPr sz="1000">
                <a:highlight>
                  <a:schemeClr val="dk2"/>
                </a:highlight>
                <a:latin typeface="Nunito Sans"/>
                <a:ea typeface="Nunito Sans"/>
                <a:cs typeface="Nunito Sans"/>
                <a:sym typeface="Nunito Sans"/>
              </a:defRPr>
            </a:lvl5pPr>
            <a:lvl6pPr lvl="5">
              <a:spcBef>
                <a:spcPts val="0"/>
              </a:spcBef>
              <a:spcAft>
                <a:spcPts val="0"/>
              </a:spcAft>
              <a:buSzPts val="1000"/>
              <a:buFont typeface="Nunito Sans"/>
              <a:buNone/>
              <a:defRPr sz="1000">
                <a:highlight>
                  <a:schemeClr val="dk2"/>
                </a:highlight>
                <a:latin typeface="Nunito Sans"/>
                <a:ea typeface="Nunito Sans"/>
                <a:cs typeface="Nunito Sans"/>
                <a:sym typeface="Nunito Sans"/>
              </a:defRPr>
            </a:lvl6pPr>
            <a:lvl7pPr lvl="6">
              <a:spcBef>
                <a:spcPts val="0"/>
              </a:spcBef>
              <a:spcAft>
                <a:spcPts val="0"/>
              </a:spcAft>
              <a:buSzPts val="1000"/>
              <a:buFont typeface="Nunito Sans"/>
              <a:buNone/>
              <a:defRPr sz="1000">
                <a:highlight>
                  <a:schemeClr val="dk2"/>
                </a:highlight>
                <a:latin typeface="Nunito Sans"/>
                <a:ea typeface="Nunito Sans"/>
                <a:cs typeface="Nunito Sans"/>
                <a:sym typeface="Nunito Sans"/>
              </a:defRPr>
            </a:lvl7pPr>
            <a:lvl8pPr lvl="7">
              <a:spcBef>
                <a:spcPts val="0"/>
              </a:spcBef>
              <a:spcAft>
                <a:spcPts val="0"/>
              </a:spcAft>
              <a:buSzPts val="1000"/>
              <a:buFont typeface="Nunito Sans"/>
              <a:buNone/>
              <a:defRPr sz="1000">
                <a:highlight>
                  <a:schemeClr val="dk2"/>
                </a:highlight>
                <a:latin typeface="Nunito Sans"/>
                <a:ea typeface="Nunito Sans"/>
                <a:cs typeface="Nunito Sans"/>
                <a:sym typeface="Nunito Sans"/>
              </a:defRPr>
            </a:lvl8pPr>
            <a:lvl9pPr lvl="8">
              <a:spcBef>
                <a:spcPts val="0"/>
              </a:spcBef>
              <a:spcAft>
                <a:spcPts val="0"/>
              </a:spcAft>
              <a:buSzPts val="1000"/>
              <a:buFont typeface="Nunito Sans"/>
              <a:buNone/>
              <a:defRPr sz="1000">
                <a:highlight>
                  <a:schemeClr val="dk2"/>
                </a:highlight>
                <a:latin typeface="Nunito Sans"/>
                <a:ea typeface="Nunito Sans"/>
                <a:cs typeface="Nunito Sans"/>
                <a:sym typeface="Nunito Sans"/>
              </a:defRPr>
            </a:lvl9pPr>
          </a:lstStyle>
          <a:p/>
        </p:txBody>
      </p:sp>
      <p:sp>
        <p:nvSpPr>
          <p:cNvPr id="480" name="Google Shape;480;p55"/>
          <p:cNvSpPr/>
          <p:nvPr>
            <p:ph idx="13" type="pic"/>
          </p:nvPr>
        </p:nvSpPr>
        <p:spPr>
          <a:xfrm>
            <a:off x="4685500" y="2967538"/>
            <a:ext cx="1264200" cy="1258500"/>
          </a:xfrm>
          <a:prstGeom prst="roundRect">
            <a:avLst>
              <a:gd fmla="val 16718" name="adj"/>
            </a:avLst>
          </a:prstGeom>
          <a:noFill/>
          <a:ln>
            <a:noFill/>
          </a:ln>
        </p:spPr>
      </p:sp>
      <p:sp>
        <p:nvSpPr>
          <p:cNvPr id="481" name="Google Shape;481;p55"/>
          <p:cNvSpPr txBox="1"/>
          <p:nvPr>
            <p:ph idx="14" type="subTitle"/>
          </p:nvPr>
        </p:nvSpPr>
        <p:spPr>
          <a:xfrm>
            <a:off x="6014118" y="2953117"/>
            <a:ext cx="1314600" cy="311400"/>
          </a:xfrm>
          <a:prstGeom prst="rect">
            <a:avLst/>
          </a:prstGeom>
        </p:spPr>
        <p:txBody>
          <a:bodyPr anchorCtr="0" anchor="b" bIns="0" lIns="91425" spcFirstLastPara="1" rIns="91425" wrap="square" tIns="91425">
            <a:noAutofit/>
          </a:bodyPr>
          <a:lstStyle>
            <a:lvl1pPr lvl="0">
              <a:spcBef>
                <a:spcPts val="0"/>
              </a:spcBef>
              <a:spcAft>
                <a:spcPts val="0"/>
              </a:spcAft>
              <a:buNone/>
              <a:defRPr b="1" sz="10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9pPr>
          </a:lstStyle>
          <a:p/>
        </p:txBody>
      </p:sp>
      <p:sp>
        <p:nvSpPr>
          <p:cNvPr id="482" name="Google Shape;482;p55"/>
          <p:cNvSpPr txBox="1"/>
          <p:nvPr>
            <p:ph idx="15" type="subTitle"/>
          </p:nvPr>
        </p:nvSpPr>
        <p:spPr>
          <a:xfrm>
            <a:off x="6014118" y="3283266"/>
            <a:ext cx="1314600" cy="311400"/>
          </a:xfrm>
          <a:prstGeom prst="rect">
            <a:avLst/>
          </a:prstGeom>
        </p:spPr>
        <p:txBody>
          <a:bodyPr anchorCtr="0" anchor="t" bIns="0" lIns="91425" spcFirstLastPara="1" rIns="91425" wrap="square" tIns="0">
            <a:noAutofit/>
          </a:bodyPr>
          <a:lstStyle>
            <a:lvl1pPr lvl="0">
              <a:spcBef>
                <a:spcPts val="0"/>
              </a:spcBef>
              <a:spcAft>
                <a:spcPts val="0"/>
              </a:spcAft>
              <a:buNone/>
              <a:defRPr sz="1000">
                <a:highlight>
                  <a:schemeClr val="dk2"/>
                </a:highlight>
                <a:latin typeface="Nunito Sans"/>
                <a:ea typeface="Nunito Sans"/>
                <a:cs typeface="Nunito Sans"/>
                <a:sym typeface="Nunito Sans"/>
              </a:defRPr>
            </a:lvl1pPr>
            <a:lvl2pPr lvl="1">
              <a:spcBef>
                <a:spcPts val="0"/>
              </a:spcBef>
              <a:spcAft>
                <a:spcPts val="0"/>
              </a:spcAft>
              <a:buSzPts val="1000"/>
              <a:buFont typeface="Nunito Sans"/>
              <a:buNone/>
              <a:defRPr sz="1000">
                <a:highlight>
                  <a:schemeClr val="dk2"/>
                </a:highlight>
                <a:latin typeface="Nunito Sans"/>
                <a:ea typeface="Nunito Sans"/>
                <a:cs typeface="Nunito Sans"/>
                <a:sym typeface="Nunito Sans"/>
              </a:defRPr>
            </a:lvl2pPr>
            <a:lvl3pPr lvl="2">
              <a:spcBef>
                <a:spcPts val="0"/>
              </a:spcBef>
              <a:spcAft>
                <a:spcPts val="0"/>
              </a:spcAft>
              <a:buSzPts val="1000"/>
              <a:buFont typeface="Nunito Sans"/>
              <a:buNone/>
              <a:defRPr sz="1000">
                <a:highlight>
                  <a:schemeClr val="dk2"/>
                </a:highlight>
                <a:latin typeface="Nunito Sans"/>
                <a:ea typeface="Nunito Sans"/>
                <a:cs typeface="Nunito Sans"/>
                <a:sym typeface="Nunito Sans"/>
              </a:defRPr>
            </a:lvl3pPr>
            <a:lvl4pPr lvl="3">
              <a:spcBef>
                <a:spcPts val="0"/>
              </a:spcBef>
              <a:spcAft>
                <a:spcPts val="0"/>
              </a:spcAft>
              <a:buSzPts val="1000"/>
              <a:buFont typeface="Nunito Sans"/>
              <a:buNone/>
              <a:defRPr sz="1000">
                <a:highlight>
                  <a:schemeClr val="dk2"/>
                </a:highlight>
                <a:latin typeface="Nunito Sans"/>
                <a:ea typeface="Nunito Sans"/>
                <a:cs typeface="Nunito Sans"/>
                <a:sym typeface="Nunito Sans"/>
              </a:defRPr>
            </a:lvl4pPr>
            <a:lvl5pPr lvl="4">
              <a:spcBef>
                <a:spcPts val="0"/>
              </a:spcBef>
              <a:spcAft>
                <a:spcPts val="0"/>
              </a:spcAft>
              <a:buSzPts val="1000"/>
              <a:buFont typeface="Nunito Sans"/>
              <a:buNone/>
              <a:defRPr sz="1000">
                <a:highlight>
                  <a:schemeClr val="dk2"/>
                </a:highlight>
                <a:latin typeface="Nunito Sans"/>
                <a:ea typeface="Nunito Sans"/>
                <a:cs typeface="Nunito Sans"/>
                <a:sym typeface="Nunito Sans"/>
              </a:defRPr>
            </a:lvl5pPr>
            <a:lvl6pPr lvl="5">
              <a:spcBef>
                <a:spcPts val="0"/>
              </a:spcBef>
              <a:spcAft>
                <a:spcPts val="0"/>
              </a:spcAft>
              <a:buSzPts val="1000"/>
              <a:buFont typeface="Nunito Sans"/>
              <a:buNone/>
              <a:defRPr sz="1000">
                <a:highlight>
                  <a:schemeClr val="dk2"/>
                </a:highlight>
                <a:latin typeface="Nunito Sans"/>
                <a:ea typeface="Nunito Sans"/>
                <a:cs typeface="Nunito Sans"/>
                <a:sym typeface="Nunito Sans"/>
              </a:defRPr>
            </a:lvl6pPr>
            <a:lvl7pPr lvl="6">
              <a:spcBef>
                <a:spcPts val="0"/>
              </a:spcBef>
              <a:spcAft>
                <a:spcPts val="0"/>
              </a:spcAft>
              <a:buSzPts val="1000"/>
              <a:buFont typeface="Nunito Sans"/>
              <a:buNone/>
              <a:defRPr sz="1000">
                <a:highlight>
                  <a:schemeClr val="dk2"/>
                </a:highlight>
                <a:latin typeface="Nunito Sans"/>
                <a:ea typeface="Nunito Sans"/>
                <a:cs typeface="Nunito Sans"/>
                <a:sym typeface="Nunito Sans"/>
              </a:defRPr>
            </a:lvl7pPr>
            <a:lvl8pPr lvl="7">
              <a:spcBef>
                <a:spcPts val="0"/>
              </a:spcBef>
              <a:spcAft>
                <a:spcPts val="0"/>
              </a:spcAft>
              <a:buSzPts val="1000"/>
              <a:buFont typeface="Nunito Sans"/>
              <a:buNone/>
              <a:defRPr sz="1000">
                <a:highlight>
                  <a:schemeClr val="dk2"/>
                </a:highlight>
                <a:latin typeface="Nunito Sans"/>
                <a:ea typeface="Nunito Sans"/>
                <a:cs typeface="Nunito Sans"/>
                <a:sym typeface="Nunito Sans"/>
              </a:defRPr>
            </a:lvl8pPr>
            <a:lvl9pPr lvl="8">
              <a:spcBef>
                <a:spcPts val="0"/>
              </a:spcBef>
              <a:spcAft>
                <a:spcPts val="0"/>
              </a:spcAft>
              <a:buSzPts val="1000"/>
              <a:buFont typeface="Nunito Sans"/>
              <a:buNone/>
              <a:defRPr sz="1000">
                <a:highlight>
                  <a:schemeClr val="dk2"/>
                </a:highlight>
                <a:latin typeface="Nunito Sans"/>
                <a:ea typeface="Nunito Sans"/>
                <a:cs typeface="Nunito Sans"/>
                <a:sym typeface="Nunito Sans"/>
              </a:defRPr>
            </a:lvl9pPr>
          </a:lstStyle>
          <a:p/>
        </p:txBody>
      </p:sp>
      <p:sp>
        <p:nvSpPr>
          <p:cNvPr id="483" name="Google Shape;483;p55"/>
          <p:cNvSpPr txBox="1"/>
          <p:nvPr>
            <p:ph idx="16" type="body"/>
          </p:nvPr>
        </p:nvSpPr>
        <p:spPr>
          <a:xfrm>
            <a:off x="6014118" y="3459387"/>
            <a:ext cx="2148900" cy="766500"/>
          </a:xfrm>
          <a:prstGeom prst="rect">
            <a:avLst/>
          </a:prstGeom>
        </p:spPr>
        <p:txBody>
          <a:bodyPr anchorCtr="0" anchor="t" bIns="91425" lIns="0" spcFirstLastPara="1" rIns="91425" wrap="square" tIns="91425">
            <a:noAutofit/>
          </a:bodyPr>
          <a:lstStyle>
            <a:lvl1pPr indent="-285750" lvl="0" marL="457200">
              <a:spcBef>
                <a:spcPts val="0"/>
              </a:spcBef>
              <a:spcAft>
                <a:spcPts val="0"/>
              </a:spcAft>
              <a:buClr>
                <a:schemeClr val="dk1"/>
              </a:buClr>
              <a:buSzPts val="900"/>
              <a:buFont typeface="Nunito Sans"/>
              <a:buChar char="●"/>
              <a:defRPr sz="900">
                <a:highlight>
                  <a:schemeClr val="dk2"/>
                </a:highlight>
              </a:defRPr>
            </a:lvl1pPr>
            <a:lvl2pPr indent="-285750" lvl="1" marL="914400">
              <a:spcBef>
                <a:spcPts val="0"/>
              </a:spcBef>
              <a:spcAft>
                <a:spcPts val="0"/>
              </a:spcAft>
              <a:buClr>
                <a:schemeClr val="dk1"/>
              </a:buClr>
              <a:buSzPts val="900"/>
              <a:buFont typeface="Nunito Sans"/>
              <a:buChar char="○"/>
              <a:defRPr sz="900">
                <a:highlight>
                  <a:schemeClr val="dk2"/>
                </a:highlight>
              </a:defRPr>
            </a:lvl2pPr>
            <a:lvl3pPr indent="-285750" lvl="2" marL="1371600">
              <a:spcBef>
                <a:spcPts val="0"/>
              </a:spcBef>
              <a:spcAft>
                <a:spcPts val="0"/>
              </a:spcAft>
              <a:buClr>
                <a:schemeClr val="dk1"/>
              </a:buClr>
              <a:buSzPts val="900"/>
              <a:buFont typeface="Nunito Sans"/>
              <a:buChar char="■"/>
              <a:defRPr sz="900">
                <a:highlight>
                  <a:schemeClr val="dk2"/>
                </a:highlight>
              </a:defRPr>
            </a:lvl3pPr>
            <a:lvl4pPr indent="-285750" lvl="3" marL="1828800">
              <a:spcBef>
                <a:spcPts val="0"/>
              </a:spcBef>
              <a:spcAft>
                <a:spcPts val="0"/>
              </a:spcAft>
              <a:buClr>
                <a:schemeClr val="dk1"/>
              </a:buClr>
              <a:buSzPts val="900"/>
              <a:buFont typeface="Nunito Sans"/>
              <a:buChar char="●"/>
              <a:defRPr sz="900">
                <a:highlight>
                  <a:schemeClr val="dk2"/>
                </a:highlight>
              </a:defRPr>
            </a:lvl4pPr>
            <a:lvl5pPr indent="-285750" lvl="4" marL="2286000">
              <a:spcBef>
                <a:spcPts val="0"/>
              </a:spcBef>
              <a:spcAft>
                <a:spcPts val="0"/>
              </a:spcAft>
              <a:buClr>
                <a:schemeClr val="dk1"/>
              </a:buClr>
              <a:buSzPts val="900"/>
              <a:buFont typeface="Nunito Sans"/>
              <a:buChar char="○"/>
              <a:defRPr sz="900">
                <a:highlight>
                  <a:schemeClr val="dk2"/>
                </a:highlight>
              </a:defRPr>
            </a:lvl5pPr>
            <a:lvl6pPr indent="-285750" lvl="5" marL="2743200">
              <a:spcBef>
                <a:spcPts val="0"/>
              </a:spcBef>
              <a:spcAft>
                <a:spcPts val="0"/>
              </a:spcAft>
              <a:buClr>
                <a:schemeClr val="dk1"/>
              </a:buClr>
              <a:buSzPts val="900"/>
              <a:buFont typeface="Nunito Sans"/>
              <a:buChar char="■"/>
              <a:defRPr sz="900">
                <a:highlight>
                  <a:schemeClr val="dk2"/>
                </a:highlight>
              </a:defRPr>
            </a:lvl6pPr>
            <a:lvl7pPr indent="-285750" lvl="6" marL="3200400">
              <a:spcBef>
                <a:spcPts val="0"/>
              </a:spcBef>
              <a:spcAft>
                <a:spcPts val="0"/>
              </a:spcAft>
              <a:buClr>
                <a:schemeClr val="dk1"/>
              </a:buClr>
              <a:buSzPts val="900"/>
              <a:buFont typeface="Nunito Sans"/>
              <a:buChar char="●"/>
              <a:defRPr sz="900">
                <a:highlight>
                  <a:schemeClr val="dk2"/>
                </a:highlight>
              </a:defRPr>
            </a:lvl7pPr>
            <a:lvl8pPr indent="-285750" lvl="7" marL="3657600">
              <a:spcBef>
                <a:spcPts val="0"/>
              </a:spcBef>
              <a:spcAft>
                <a:spcPts val="0"/>
              </a:spcAft>
              <a:buClr>
                <a:schemeClr val="dk1"/>
              </a:buClr>
              <a:buSzPts val="900"/>
              <a:buFont typeface="Nunito Sans"/>
              <a:buChar char="○"/>
              <a:defRPr sz="900">
                <a:highlight>
                  <a:schemeClr val="dk2"/>
                </a:highlight>
              </a:defRPr>
            </a:lvl8pPr>
            <a:lvl9pPr indent="-285750" lvl="8" marL="4114800">
              <a:spcBef>
                <a:spcPts val="0"/>
              </a:spcBef>
              <a:spcAft>
                <a:spcPts val="0"/>
              </a:spcAft>
              <a:buClr>
                <a:schemeClr val="dk1"/>
              </a:buClr>
              <a:buSzPts val="900"/>
              <a:buFont typeface="Nunito Sans"/>
              <a:buChar char="■"/>
              <a:defRPr sz="900">
                <a:highlight>
                  <a:schemeClr val="dk2"/>
                </a:highlight>
              </a:defRPr>
            </a:lvl9pPr>
          </a:lstStyle>
          <a:p/>
        </p:txBody>
      </p:sp>
      <p:sp>
        <p:nvSpPr>
          <p:cNvPr id="484" name="Google Shape;484;p55"/>
          <p:cNvSpPr/>
          <p:nvPr>
            <p:ph idx="17" type="pic"/>
          </p:nvPr>
        </p:nvSpPr>
        <p:spPr>
          <a:xfrm>
            <a:off x="988450" y="1169975"/>
            <a:ext cx="1264200" cy="1258500"/>
          </a:xfrm>
          <a:prstGeom prst="roundRect">
            <a:avLst>
              <a:gd fmla="val 16718" name="adj"/>
            </a:avLst>
          </a:prstGeom>
          <a:noFill/>
          <a:ln>
            <a:noFill/>
          </a:ln>
        </p:spPr>
      </p:sp>
      <p:sp>
        <p:nvSpPr>
          <p:cNvPr id="485" name="Google Shape;485;p55"/>
          <p:cNvSpPr txBox="1"/>
          <p:nvPr>
            <p:ph idx="18" type="subTitle"/>
          </p:nvPr>
        </p:nvSpPr>
        <p:spPr>
          <a:xfrm>
            <a:off x="2317068" y="1155555"/>
            <a:ext cx="1314600" cy="311400"/>
          </a:xfrm>
          <a:prstGeom prst="rect">
            <a:avLst/>
          </a:prstGeom>
        </p:spPr>
        <p:txBody>
          <a:bodyPr anchorCtr="0" anchor="b" bIns="0" lIns="91425" spcFirstLastPara="1" rIns="91425" wrap="square" tIns="91425">
            <a:noAutofit/>
          </a:bodyPr>
          <a:lstStyle>
            <a:lvl1pPr lvl="0">
              <a:spcBef>
                <a:spcPts val="0"/>
              </a:spcBef>
              <a:spcAft>
                <a:spcPts val="0"/>
              </a:spcAft>
              <a:buNone/>
              <a:defRPr b="1" sz="1000">
                <a:solidFill>
                  <a:schemeClr val="accent1"/>
                </a:solidFill>
                <a:latin typeface="Nunito Sans"/>
                <a:ea typeface="Nunito Sans"/>
                <a:cs typeface="Nunito Sans"/>
                <a:sym typeface="Nunito Sans"/>
              </a:defRPr>
            </a:lvl1pPr>
            <a:lvl2pPr lvl="1">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2pPr>
            <a:lvl3pPr lvl="2">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3pPr>
            <a:lvl4pPr lvl="3">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4pPr>
            <a:lvl5pPr lvl="4">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5pPr>
            <a:lvl6pPr lvl="5">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6pPr>
            <a:lvl7pPr lvl="6">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7pPr>
            <a:lvl8pPr lvl="7">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8pPr>
            <a:lvl9pPr lvl="8">
              <a:spcBef>
                <a:spcPts val="0"/>
              </a:spcBef>
              <a:spcAft>
                <a:spcPts val="0"/>
              </a:spcAft>
              <a:buClr>
                <a:schemeClr val="accent1"/>
              </a:buClr>
              <a:buSzPts val="1000"/>
              <a:buFont typeface="Nunito Sans"/>
              <a:buNone/>
              <a:defRPr sz="1000">
                <a:solidFill>
                  <a:schemeClr val="accent1"/>
                </a:solidFill>
                <a:latin typeface="Nunito Sans"/>
                <a:ea typeface="Nunito Sans"/>
                <a:cs typeface="Nunito Sans"/>
                <a:sym typeface="Nunito Sans"/>
              </a:defRPr>
            </a:lvl9pPr>
          </a:lstStyle>
          <a:p/>
        </p:txBody>
      </p:sp>
      <p:sp>
        <p:nvSpPr>
          <p:cNvPr id="486" name="Google Shape;486;p55"/>
          <p:cNvSpPr txBox="1"/>
          <p:nvPr>
            <p:ph idx="19" type="subTitle"/>
          </p:nvPr>
        </p:nvSpPr>
        <p:spPr>
          <a:xfrm>
            <a:off x="2317068" y="1485704"/>
            <a:ext cx="1314600" cy="311400"/>
          </a:xfrm>
          <a:prstGeom prst="rect">
            <a:avLst/>
          </a:prstGeom>
        </p:spPr>
        <p:txBody>
          <a:bodyPr anchorCtr="0" anchor="t" bIns="0" lIns="91425" spcFirstLastPara="1" rIns="91425" wrap="square" tIns="0">
            <a:noAutofit/>
          </a:bodyPr>
          <a:lstStyle>
            <a:lvl1pPr lvl="0">
              <a:spcBef>
                <a:spcPts val="0"/>
              </a:spcBef>
              <a:spcAft>
                <a:spcPts val="0"/>
              </a:spcAft>
              <a:buNone/>
              <a:defRPr sz="1000">
                <a:highlight>
                  <a:schemeClr val="dk2"/>
                </a:highlight>
                <a:latin typeface="Nunito Sans"/>
                <a:ea typeface="Nunito Sans"/>
                <a:cs typeface="Nunito Sans"/>
                <a:sym typeface="Nunito Sans"/>
              </a:defRPr>
            </a:lvl1pPr>
            <a:lvl2pPr lvl="1">
              <a:spcBef>
                <a:spcPts val="0"/>
              </a:spcBef>
              <a:spcAft>
                <a:spcPts val="0"/>
              </a:spcAft>
              <a:buSzPts val="1000"/>
              <a:buFont typeface="Nunito Sans"/>
              <a:buNone/>
              <a:defRPr sz="1000">
                <a:highlight>
                  <a:schemeClr val="dk2"/>
                </a:highlight>
                <a:latin typeface="Nunito Sans"/>
                <a:ea typeface="Nunito Sans"/>
                <a:cs typeface="Nunito Sans"/>
                <a:sym typeface="Nunito Sans"/>
              </a:defRPr>
            </a:lvl2pPr>
            <a:lvl3pPr lvl="2">
              <a:spcBef>
                <a:spcPts val="0"/>
              </a:spcBef>
              <a:spcAft>
                <a:spcPts val="0"/>
              </a:spcAft>
              <a:buSzPts val="1000"/>
              <a:buFont typeface="Nunito Sans"/>
              <a:buNone/>
              <a:defRPr sz="1000">
                <a:highlight>
                  <a:schemeClr val="dk2"/>
                </a:highlight>
                <a:latin typeface="Nunito Sans"/>
                <a:ea typeface="Nunito Sans"/>
                <a:cs typeface="Nunito Sans"/>
                <a:sym typeface="Nunito Sans"/>
              </a:defRPr>
            </a:lvl3pPr>
            <a:lvl4pPr lvl="3">
              <a:spcBef>
                <a:spcPts val="0"/>
              </a:spcBef>
              <a:spcAft>
                <a:spcPts val="0"/>
              </a:spcAft>
              <a:buSzPts val="1000"/>
              <a:buFont typeface="Nunito Sans"/>
              <a:buNone/>
              <a:defRPr sz="1000">
                <a:highlight>
                  <a:schemeClr val="dk2"/>
                </a:highlight>
                <a:latin typeface="Nunito Sans"/>
                <a:ea typeface="Nunito Sans"/>
                <a:cs typeface="Nunito Sans"/>
                <a:sym typeface="Nunito Sans"/>
              </a:defRPr>
            </a:lvl4pPr>
            <a:lvl5pPr lvl="4">
              <a:spcBef>
                <a:spcPts val="0"/>
              </a:spcBef>
              <a:spcAft>
                <a:spcPts val="0"/>
              </a:spcAft>
              <a:buSzPts val="1000"/>
              <a:buFont typeface="Nunito Sans"/>
              <a:buNone/>
              <a:defRPr sz="1000">
                <a:highlight>
                  <a:schemeClr val="dk2"/>
                </a:highlight>
                <a:latin typeface="Nunito Sans"/>
                <a:ea typeface="Nunito Sans"/>
                <a:cs typeface="Nunito Sans"/>
                <a:sym typeface="Nunito Sans"/>
              </a:defRPr>
            </a:lvl5pPr>
            <a:lvl6pPr lvl="5">
              <a:spcBef>
                <a:spcPts val="0"/>
              </a:spcBef>
              <a:spcAft>
                <a:spcPts val="0"/>
              </a:spcAft>
              <a:buSzPts val="1000"/>
              <a:buFont typeface="Nunito Sans"/>
              <a:buNone/>
              <a:defRPr sz="1000">
                <a:highlight>
                  <a:schemeClr val="dk2"/>
                </a:highlight>
                <a:latin typeface="Nunito Sans"/>
                <a:ea typeface="Nunito Sans"/>
                <a:cs typeface="Nunito Sans"/>
                <a:sym typeface="Nunito Sans"/>
              </a:defRPr>
            </a:lvl6pPr>
            <a:lvl7pPr lvl="6">
              <a:spcBef>
                <a:spcPts val="0"/>
              </a:spcBef>
              <a:spcAft>
                <a:spcPts val="0"/>
              </a:spcAft>
              <a:buSzPts val="1000"/>
              <a:buFont typeface="Nunito Sans"/>
              <a:buNone/>
              <a:defRPr sz="1000">
                <a:highlight>
                  <a:schemeClr val="dk2"/>
                </a:highlight>
                <a:latin typeface="Nunito Sans"/>
                <a:ea typeface="Nunito Sans"/>
                <a:cs typeface="Nunito Sans"/>
                <a:sym typeface="Nunito Sans"/>
              </a:defRPr>
            </a:lvl7pPr>
            <a:lvl8pPr lvl="7">
              <a:spcBef>
                <a:spcPts val="0"/>
              </a:spcBef>
              <a:spcAft>
                <a:spcPts val="0"/>
              </a:spcAft>
              <a:buSzPts val="1000"/>
              <a:buFont typeface="Nunito Sans"/>
              <a:buNone/>
              <a:defRPr sz="1000">
                <a:highlight>
                  <a:schemeClr val="dk2"/>
                </a:highlight>
                <a:latin typeface="Nunito Sans"/>
                <a:ea typeface="Nunito Sans"/>
                <a:cs typeface="Nunito Sans"/>
                <a:sym typeface="Nunito Sans"/>
              </a:defRPr>
            </a:lvl8pPr>
            <a:lvl9pPr lvl="8">
              <a:spcBef>
                <a:spcPts val="0"/>
              </a:spcBef>
              <a:spcAft>
                <a:spcPts val="0"/>
              </a:spcAft>
              <a:buSzPts val="1000"/>
              <a:buFont typeface="Nunito Sans"/>
              <a:buNone/>
              <a:defRPr sz="1000">
                <a:highlight>
                  <a:schemeClr val="dk2"/>
                </a:highlight>
                <a:latin typeface="Nunito Sans"/>
                <a:ea typeface="Nunito Sans"/>
                <a:cs typeface="Nunito Sans"/>
                <a:sym typeface="Nunito Sans"/>
              </a:defRPr>
            </a:lvl9pPr>
          </a:lstStyle>
          <a:p/>
        </p:txBody>
      </p:sp>
      <p:sp>
        <p:nvSpPr>
          <p:cNvPr id="487" name="Google Shape;487;p55"/>
          <p:cNvSpPr txBox="1"/>
          <p:nvPr>
            <p:ph idx="20"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4">
  <p:cSld name="BLANK_1_1_1_1_2_2">
    <p:bg>
      <p:bgPr>
        <a:solidFill>
          <a:schemeClr val="lt1"/>
        </a:solidFill>
      </p:bgPr>
    </p:bg>
    <p:spTree>
      <p:nvGrpSpPr>
        <p:cNvPr id="488" name="Shape 488"/>
        <p:cNvGrpSpPr/>
        <p:nvPr/>
      </p:nvGrpSpPr>
      <p:grpSpPr>
        <a:xfrm>
          <a:off x="0" y="0"/>
          <a:ext cx="0" cy="0"/>
          <a:chOff x="0" y="0"/>
          <a:chExt cx="0" cy="0"/>
        </a:xfrm>
      </p:grpSpPr>
      <p:sp>
        <p:nvSpPr>
          <p:cNvPr id="489" name="Google Shape;489;p56"/>
          <p:cNvSpPr txBox="1"/>
          <p:nvPr>
            <p:ph type="title"/>
          </p:nvPr>
        </p:nvSpPr>
        <p:spPr>
          <a:xfrm>
            <a:off x="228600" y="228600"/>
            <a:ext cx="48036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490" name="Google Shape;490;p56"/>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491" name="Google Shape;491;p56"/>
          <p:cNvSpPr/>
          <p:nvPr/>
        </p:nvSpPr>
        <p:spPr>
          <a:xfrm>
            <a:off x="7299656" y="0"/>
            <a:ext cx="1841902" cy="1572524"/>
          </a:xfrm>
          <a:custGeom>
            <a:rect b="b" l="l" r="r" t="t"/>
            <a:pathLst>
              <a:path extrusionOk="0" h="56257" w="65894">
                <a:moveTo>
                  <a:pt x="33226" y="18827"/>
                </a:moveTo>
                <a:lnTo>
                  <a:pt x="33115" y="20538"/>
                </a:lnTo>
                <a:lnTo>
                  <a:pt x="32966" y="22250"/>
                </a:lnTo>
                <a:lnTo>
                  <a:pt x="32743" y="23924"/>
                </a:lnTo>
                <a:lnTo>
                  <a:pt x="32445" y="25561"/>
                </a:lnTo>
                <a:lnTo>
                  <a:pt x="32110" y="27161"/>
                </a:lnTo>
                <a:lnTo>
                  <a:pt x="31701" y="28761"/>
                </a:lnTo>
                <a:lnTo>
                  <a:pt x="31217" y="30324"/>
                </a:lnTo>
                <a:lnTo>
                  <a:pt x="30696" y="31886"/>
                </a:lnTo>
                <a:lnTo>
                  <a:pt x="30212" y="33114"/>
                </a:lnTo>
                <a:lnTo>
                  <a:pt x="29692" y="34379"/>
                </a:lnTo>
                <a:lnTo>
                  <a:pt x="29133" y="35570"/>
                </a:lnTo>
                <a:lnTo>
                  <a:pt x="28538" y="36798"/>
                </a:lnTo>
                <a:lnTo>
                  <a:pt x="27868" y="37951"/>
                </a:lnTo>
                <a:lnTo>
                  <a:pt x="27199" y="39105"/>
                </a:lnTo>
                <a:lnTo>
                  <a:pt x="26455" y="40258"/>
                </a:lnTo>
                <a:lnTo>
                  <a:pt x="25673" y="41374"/>
                </a:lnTo>
                <a:lnTo>
                  <a:pt x="24855" y="42453"/>
                </a:lnTo>
                <a:lnTo>
                  <a:pt x="23999" y="43532"/>
                </a:lnTo>
                <a:lnTo>
                  <a:pt x="23143" y="44574"/>
                </a:lnTo>
                <a:lnTo>
                  <a:pt x="22176" y="45616"/>
                </a:lnTo>
                <a:lnTo>
                  <a:pt x="21208" y="46620"/>
                </a:lnTo>
                <a:lnTo>
                  <a:pt x="20204" y="47588"/>
                </a:lnTo>
                <a:lnTo>
                  <a:pt x="19162" y="48555"/>
                </a:lnTo>
                <a:lnTo>
                  <a:pt x="18083" y="49485"/>
                </a:lnTo>
                <a:lnTo>
                  <a:pt x="16520" y="50750"/>
                </a:lnTo>
                <a:lnTo>
                  <a:pt x="15069" y="51829"/>
                </a:lnTo>
                <a:lnTo>
                  <a:pt x="13693" y="52722"/>
                </a:lnTo>
                <a:lnTo>
                  <a:pt x="12428" y="53504"/>
                </a:lnTo>
                <a:lnTo>
                  <a:pt x="11237" y="54136"/>
                </a:lnTo>
                <a:lnTo>
                  <a:pt x="10158" y="54657"/>
                </a:lnTo>
                <a:lnTo>
                  <a:pt x="9153" y="55029"/>
                </a:lnTo>
                <a:lnTo>
                  <a:pt x="8223" y="55327"/>
                </a:lnTo>
                <a:lnTo>
                  <a:pt x="7367" y="55513"/>
                </a:lnTo>
                <a:lnTo>
                  <a:pt x="6586" y="55624"/>
                </a:lnTo>
                <a:lnTo>
                  <a:pt x="5879" y="55662"/>
                </a:lnTo>
                <a:lnTo>
                  <a:pt x="5247" y="55662"/>
                </a:lnTo>
                <a:lnTo>
                  <a:pt x="4688" y="55550"/>
                </a:lnTo>
                <a:lnTo>
                  <a:pt x="4205" y="55438"/>
                </a:lnTo>
                <a:lnTo>
                  <a:pt x="3758" y="55290"/>
                </a:lnTo>
                <a:lnTo>
                  <a:pt x="3386" y="55141"/>
                </a:lnTo>
                <a:lnTo>
                  <a:pt x="3014" y="54917"/>
                </a:lnTo>
                <a:lnTo>
                  <a:pt x="2679" y="54657"/>
                </a:lnTo>
                <a:lnTo>
                  <a:pt x="2344" y="54359"/>
                </a:lnTo>
                <a:lnTo>
                  <a:pt x="2047" y="54024"/>
                </a:lnTo>
                <a:lnTo>
                  <a:pt x="1786" y="53652"/>
                </a:lnTo>
                <a:lnTo>
                  <a:pt x="1526" y="53280"/>
                </a:lnTo>
                <a:lnTo>
                  <a:pt x="1303" y="52834"/>
                </a:lnTo>
                <a:lnTo>
                  <a:pt x="1117" y="52387"/>
                </a:lnTo>
                <a:lnTo>
                  <a:pt x="968" y="51904"/>
                </a:lnTo>
                <a:lnTo>
                  <a:pt x="819" y="51383"/>
                </a:lnTo>
                <a:lnTo>
                  <a:pt x="744" y="50825"/>
                </a:lnTo>
                <a:lnTo>
                  <a:pt x="670" y="50267"/>
                </a:lnTo>
                <a:lnTo>
                  <a:pt x="596" y="49671"/>
                </a:lnTo>
                <a:lnTo>
                  <a:pt x="596" y="49076"/>
                </a:lnTo>
                <a:lnTo>
                  <a:pt x="596" y="48406"/>
                </a:lnTo>
                <a:lnTo>
                  <a:pt x="633" y="47737"/>
                </a:lnTo>
                <a:lnTo>
                  <a:pt x="744" y="46844"/>
                </a:lnTo>
                <a:lnTo>
                  <a:pt x="893" y="45951"/>
                </a:lnTo>
                <a:lnTo>
                  <a:pt x="1117" y="45020"/>
                </a:lnTo>
                <a:lnTo>
                  <a:pt x="1340" y="44053"/>
                </a:lnTo>
                <a:lnTo>
                  <a:pt x="1637" y="43123"/>
                </a:lnTo>
                <a:lnTo>
                  <a:pt x="1972" y="42155"/>
                </a:lnTo>
                <a:lnTo>
                  <a:pt x="2344" y="41188"/>
                </a:lnTo>
                <a:lnTo>
                  <a:pt x="2754" y="40258"/>
                </a:lnTo>
                <a:lnTo>
                  <a:pt x="3237" y="39291"/>
                </a:lnTo>
                <a:lnTo>
                  <a:pt x="3721" y="38323"/>
                </a:lnTo>
                <a:lnTo>
                  <a:pt x="4279" y="37356"/>
                </a:lnTo>
                <a:lnTo>
                  <a:pt x="4837" y="36426"/>
                </a:lnTo>
                <a:lnTo>
                  <a:pt x="5470" y="35458"/>
                </a:lnTo>
                <a:lnTo>
                  <a:pt x="6102" y="34528"/>
                </a:lnTo>
                <a:lnTo>
                  <a:pt x="6809" y="33635"/>
                </a:lnTo>
                <a:lnTo>
                  <a:pt x="7553" y="32705"/>
                </a:lnTo>
                <a:lnTo>
                  <a:pt x="8186" y="31961"/>
                </a:lnTo>
                <a:lnTo>
                  <a:pt x="8893" y="31142"/>
                </a:lnTo>
                <a:lnTo>
                  <a:pt x="9674" y="30361"/>
                </a:lnTo>
                <a:lnTo>
                  <a:pt x="10530" y="29505"/>
                </a:lnTo>
                <a:lnTo>
                  <a:pt x="11423" y="28687"/>
                </a:lnTo>
                <a:lnTo>
                  <a:pt x="12390" y="27831"/>
                </a:lnTo>
                <a:lnTo>
                  <a:pt x="13432" y="26975"/>
                </a:lnTo>
                <a:lnTo>
                  <a:pt x="14548" y="26156"/>
                </a:lnTo>
                <a:lnTo>
                  <a:pt x="15702" y="25338"/>
                </a:lnTo>
                <a:lnTo>
                  <a:pt x="16967" y="24519"/>
                </a:lnTo>
                <a:lnTo>
                  <a:pt x="18269" y="23738"/>
                </a:lnTo>
                <a:lnTo>
                  <a:pt x="19683" y="22994"/>
                </a:lnTo>
                <a:lnTo>
                  <a:pt x="21134" y="22287"/>
                </a:lnTo>
                <a:lnTo>
                  <a:pt x="22697" y="21580"/>
                </a:lnTo>
                <a:lnTo>
                  <a:pt x="24297" y="20948"/>
                </a:lnTo>
                <a:lnTo>
                  <a:pt x="26008" y="20389"/>
                </a:lnTo>
                <a:lnTo>
                  <a:pt x="26938" y="20092"/>
                </a:lnTo>
                <a:lnTo>
                  <a:pt x="27831" y="19831"/>
                </a:lnTo>
                <a:lnTo>
                  <a:pt x="28761" y="19608"/>
                </a:lnTo>
                <a:lnTo>
                  <a:pt x="29654" y="19422"/>
                </a:lnTo>
                <a:lnTo>
                  <a:pt x="30547" y="19236"/>
                </a:lnTo>
                <a:lnTo>
                  <a:pt x="31440" y="19087"/>
                </a:lnTo>
                <a:lnTo>
                  <a:pt x="32333" y="18938"/>
                </a:lnTo>
                <a:lnTo>
                  <a:pt x="33226" y="18827"/>
                </a:lnTo>
                <a:close/>
                <a:moveTo>
                  <a:pt x="30696" y="0"/>
                </a:moveTo>
                <a:lnTo>
                  <a:pt x="31105" y="1377"/>
                </a:lnTo>
                <a:lnTo>
                  <a:pt x="31515" y="2865"/>
                </a:lnTo>
                <a:lnTo>
                  <a:pt x="31887" y="4502"/>
                </a:lnTo>
                <a:lnTo>
                  <a:pt x="32259" y="6251"/>
                </a:lnTo>
                <a:lnTo>
                  <a:pt x="32557" y="8074"/>
                </a:lnTo>
                <a:lnTo>
                  <a:pt x="32854" y="10009"/>
                </a:lnTo>
                <a:lnTo>
                  <a:pt x="33077" y="12055"/>
                </a:lnTo>
                <a:lnTo>
                  <a:pt x="33226" y="14139"/>
                </a:lnTo>
                <a:lnTo>
                  <a:pt x="33263" y="16222"/>
                </a:lnTo>
                <a:lnTo>
                  <a:pt x="33263" y="18231"/>
                </a:lnTo>
                <a:lnTo>
                  <a:pt x="32333" y="18343"/>
                </a:lnTo>
                <a:lnTo>
                  <a:pt x="31440" y="18492"/>
                </a:lnTo>
                <a:lnTo>
                  <a:pt x="30510" y="18641"/>
                </a:lnTo>
                <a:lnTo>
                  <a:pt x="29580" y="18827"/>
                </a:lnTo>
                <a:lnTo>
                  <a:pt x="28650" y="19013"/>
                </a:lnTo>
                <a:lnTo>
                  <a:pt x="27720" y="19273"/>
                </a:lnTo>
                <a:lnTo>
                  <a:pt x="26789" y="19534"/>
                </a:lnTo>
                <a:lnTo>
                  <a:pt x="25822" y="19831"/>
                </a:lnTo>
                <a:lnTo>
                  <a:pt x="24111" y="20389"/>
                </a:lnTo>
                <a:lnTo>
                  <a:pt x="22436" y="21059"/>
                </a:lnTo>
                <a:lnTo>
                  <a:pt x="20874" y="21729"/>
                </a:lnTo>
                <a:lnTo>
                  <a:pt x="19385" y="22473"/>
                </a:lnTo>
                <a:lnTo>
                  <a:pt x="17971" y="23217"/>
                </a:lnTo>
                <a:lnTo>
                  <a:pt x="16632" y="24036"/>
                </a:lnTo>
                <a:lnTo>
                  <a:pt x="15367" y="24854"/>
                </a:lnTo>
                <a:lnTo>
                  <a:pt x="14176" y="25673"/>
                </a:lnTo>
                <a:lnTo>
                  <a:pt x="13060" y="26529"/>
                </a:lnTo>
                <a:lnTo>
                  <a:pt x="12018" y="27384"/>
                </a:lnTo>
                <a:lnTo>
                  <a:pt x="11014" y="28240"/>
                </a:lnTo>
                <a:lnTo>
                  <a:pt x="10083" y="29096"/>
                </a:lnTo>
                <a:lnTo>
                  <a:pt x="9265" y="29914"/>
                </a:lnTo>
                <a:lnTo>
                  <a:pt x="8446" y="30770"/>
                </a:lnTo>
                <a:lnTo>
                  <a:pt x="7739" y="31551"/>
                </a:lnTo>
                <a:lnTo>
                  <a:pt x="7070" y="32333"/>
                </a:lnTo>
                <a:lnTo>
                  <a:pt x="6326" y="33263"/>
                </a:lnTo>
                <a:lnTo>
                  <a:pt x="5619" y="34193"/>
                </a:lnTo>
                <a:lnTo>
                  <a:pt x="4949" y="35161"/>
                </a:lnTo>
                <a:lnTo>
                  <a:pt x="4354" y="36091"/>
                </a:lnTo>
                <a:lnTo>
                  <a:pt x="3758" y="37095"/>
                </a:lnTo>
                <a:lnTo>
                  <a:pt x="3200" y="38063"/>
                </a:lnTo>
                <a:lnTo>
                  <a:pt x="2679" y="39030"/>
                </a:lnTo>
                <a:lnTo>
                  <a:pt x="2196" y="40035"/>
                </a:lnTo>
                <a:lnTo>
                  <a:pt x="1786" y="41002"/>
                </a:lnTo>
                <a:lnTo>
                  <a:pt x="1414" y="41969"/>
                </a:lnTo>
                <a:lnTo>
                  <a:pt x="1042" y="42974"/>
                </a:lnTo>
                <a:lnTo>
                  <a:pt x="782" y="43941"/>
                </a:lnTo>
                <a:lnTo>
                  <a:pt x="521" y="44872"/>
                </a:lnTo>
                <a:lnTo>
                  <a:pt x="298" y="45839"/>
                </a:lnTo>
                <a:lnTo>
                  <a:pt x="149" y="46769"/>
                </a:lnTo>
                <a:lnTo>
                  <a:pt x="38" y="47699"/>
                </a:lnTo>
                <a:lnTo>
                  <a:pt x="0" y="48406"/>
                </a:lnTo>
                <a:lnTo>
                  <a:pt x="0" y="49113"/>
                </a:lnTo>
                <a:lnTo>
                  <a:pt x="0" y="49746"/>
                </a:lnTo>
                <a:lnTo>
                  <a:pt x="75" y="50415"/>
                </a:lnTo>
                <a:lnTo>
                  <a:pt x="149" y="51011"/>
                </a:lnTo>
                <a:lnTo>
                  <a:pt x="261" y="51606"/>
                </a:lnTo>
                <a:lnTo>
                  <a:pt x="410" y="52164"/>
                </a:lnTo>
                <a:lnTo>
                  <a:pt x="596" y="52685"/>
                </a:lnTo>
                <a:lnTo>
                  <a:pt x="819" y="53169"/>
                </a:lnTo>
                <a:lnTo>
                  <a:pt x="1042" y="53615"/>
                </a:lnTo>
                <a:lnTo>
                  <a:pt x="1340" y="54062"/>
                </a:lnTo>
                <a:lnTo>
                  <a:pt x="1637" y="54434"/>
                </a:lnTo>
                <a:lnTo>
                  <a:pt x="1972" y="54806"/>
                </a:lnTo>
                <a:lnTo>
                  <a:pt x="2307" y="55141"/>
                </a:lnTo>
                <a:lnTo>
                  <a:pt x="2716" y="55401"/>
                </a:lnTo>
                <a:lnTo>
                  <a:pt x="3126" y="55662"/>
                </a:lnTo>
                <a:lnTo>
                  <a:pt x="3721" y="55922"/>
                </a:lnTo>
                <a:lnTo>
                  <a:pt x="4391" y="56108"/>
                </a:lnTo>
                <a:lnTo>
                  <a:pt x="5098" y="56220"/>
                </a:lnTo>
                <a:lnTo>
                  <a:pt x="5842" y="56257"/>
                </a:lnTo>
                <a:lnTo>
                  <a:pt x="6437" y="56257"/>
                </a:lnTo>
                <a:lnTo>
                  <a:pt x="7107" y="56182"/>
                </a:lnTo>
                <a:lnTo>
                  <a:pt x="7777" y="56034"/>
                </a:lnTo>
                <a:lnTo>
                  <a:pt x="8484" y="55885"/>
                </a:lnTo>
                <a:lnTo>
                  <a:pt x="9190" y="55624"/>
                </a:lnTo>
                <a:lnTo>
                  <a:pt x="9935" y="55364"/>
                </a:lnTo>
                <a:lnTo>
                  <a:pt x="10716" y="55029"/>
                </a:lnTo>
                <a:lnTo>
                  <a:pt x="11497" y="54657"/>
                </a:lnTo>
                <a:lnTo>
                  <a:pt x="12316" y="54248"/>
                </a:lnTo>
                <a:lnTo>
                  <a:pt x="13134" y="53764"/>
                </a:lnTo>
                <a:lnTo>
                  <a:pt x="13990" y="53243"/>
                </a:lnTo>
                <a:lnTo>
                  <a:pt x="14846" y="52685"/>
                </a:lnTo>
                <a:lnTo>
                  <a:pt x="15702" y="52090"/>
                </a:lnTo>
                <a:lnTo>
                  <a:pt x="16595" y="51420"/>
                </a:lnTo>
                <a:lnTo>
                  <a:pt x="17525" y="50713"/>
                </a:lnTo>
                <a:lnTo>
                  <a:pt x="18455" y="49969"/>
                </a:lnTo>
                <a:lnTo>
                  <a:pt x="19571" y="49002"/>
                </a:lnTo>
                <a:lnTo>
                  <a:pt x="20613" y="48034"/>
                </a:lnTo>
                <a:lnTo>
                  <a:pt x="21655" y="47030"/>
                </a:lnTo>
                <a:lnTo>
                  <a:pt x="22622" y="46025"/>
                </a:lnTo>
                <a:lnTo>
                  <a:pt x="23590" y="44983"/>
                </a:lnTo>
                <a:lnTo>
                  <a:pt x="24483" y="43904"/>
                </a:lnTo>
                <a:lnTo>
                  <a:pt x="25338" y="42825"/>
                </a:lnTo>
                <a:lnTo>
                  <a:pt x="26157" y="41709"/>
                </a:lnTo>
                <a:lnTo>
                  <a:pt x="26938" y="40593"/>
                </a:lnTo>
                <a:lnTo>
                  <a:pt x="27682" y="39439"/>
                </a:lnTo>
                <a:lnTo>
                  <a:pt x="28389" y="38249"/>
                </a:lnTo>
                <a:lnTo>
                  <a:pt x="29059" y="37058"/>
                </a:lnTo>
                <a:lnTo>
                  <a:pt x="29654" y="35830"/>
                </a:lnTo>
                <a:lnTo>
                  <a:pt x="30250" y="34602"/>
                </a:lnTo>
                <a:lnTo>
                  <a:pt x="30771" y="33337"/>
                </a:lnTo>
                <a:lnTo>
                  <a:pt x="31254" y="32072"/>
                </a:lnTo>
                <a:lnTo>
                  <a:pt x="31812" y="30510"/>
                </a:lnTo>
                <a:lnTo>
                  <a:pt x="32259" y="28910"/>
                </a:lnTo>
                <a:lnTo>
                  <a:pt x="32705" y="27273"/>
                </a:lnTo>
                <a:lnTo>
                  <a:pt x="33040" y="25636"/>
                </a:lnTo>
                <a:lnTo>
                  <a:pt x="33338" y="23961"/>
                </a:lnTo>
                <a:lnTo>
                  <a:pt x="33561" y="22250"/>
                </a:lnTo>
                <a:lnTo>
                  <a:pt x="33710" y="20538"/>
                </a:lnTo>
                <a:lnTo>
                  <a:pt x="33822" y="18790"/>
                </a:lnTo>
                <a:lnTo>
                  <a:pt x="35421" y="18678"/>
                </a:lnTo>
                <a:lnTo>
                  <a:pt x="36947" y="18678"/>
                </a:lnTo>
                <a:lnTo>
                  <a:pt x="38510" y="18752"/>
                </a:lnTo>
                <a:lnTo>
                  <a:pt x="40035" y="18901"/>
                </a:lnTo>
                <a:lnTo>
                  <a:pt x="41523" y="19124"/>
                </a:lnTo>
                <a:lnTo>
                  <a:pt x="43012" y="19422"/>
                </a:lnTo>
                <a:lnTo>
                  <a:pt x="44463" y="19831"/>
                </a:lnTo>
                <a:lnTo>
                  <a:pt x="45877" y="20315"/>
                </a:lnTo>
                <a:lnTo>
                  <a:pt x="46807" y="20650"/>
                </a:lnTo>
                <a:lnTo>
                  <a:pt x="47700" y="21022"/>
                </a:lnTo>
                <a:lnTo>
                  <a:pt x="48556" y="21431"/>
                </a:lnTo>
                <a:lnTo>
                  <a:pt x="49449" y="21878"/>
                </a:lnTo>
                <a:lnTo>
                  <a:pt x="50304" y="22361"/>
                </a:lnTo>
                <a:lnTo>
                  <a:pt x="51160" y="22882"/>
                </a:lnTo>
                <a:lnTo>
                  <a:pt x="52016" y="23440"/>
                </a:lnTo>
                <a:lnTo>
                  <a:pt x="52872" y="24036"/>
                </a:lnTo>
                <a:lnTo>
                  <a:pt x="53690" y="24631"/>
                </a:lnTo>
                <a:lnTo>
                  <a:pt x="54509" y="25264"/>
                </a:lnTo>
                <a:lnTo>
                  <a:pt x="55327" y="25933"/>
                </a:lnTo>
                <a:lnTo>
                  <a:pt x="56109" y="26677"/>
                </a:lnTo>
                <a:lnTo>
                  <a:pt x="56890" y="27384"/>
                </a:lnTo>
                <a:lnTo>
                  <a:pt x="57671" y="28166"/>
                </a:lnTo>
                <a:lnTo>
                  <a:pt x="58415" y="28984"/>
                </a:lnTo>
                <a:lnTo>
                  <a:pt x="59160" y="29803"/>
                </a:lnTo>
                <a:lnTo>
                  <a:pt x="60239" y="31068"/>
                </a:lnTo>
                <a:lnTo>
                  <a:pt x="61243" y="32370"/>
                </a:lnTo>
                <a:lnTo>
                  <a:pt x="62173" y="33635"/>
                </a:lnTo>
                <a:lnTo>
                  <a:pt x="63029" y="34937"/>
                </a:lnTo>
                <a:lnTo>
                  <a:pt x="63848" y="36202"/>
                </a:lnTo>
                <a:lnTo>
                  <a:pt x="64592" y="37430"/>
                </a:lnTo>
                <a:lnTo>
                  <a:pt x="65261" y="38621"/>
                </a:lnTo>
                <a:lnTo>
                  <a:pt x="65894" y="39811"/>
                </a:lnTo>
                <a:lnTo>
                  <a:pt x="65894" y="38546"/>
                </a:lnTo>
                <a:lnTo>
                  <a:pt x="65299" y="37467"/>
                </a:lnTo>
                <a:lnTo>
                  <a:pt x="64629" y="36351"/>
                </a:lnTo>
                <a:lnTo>
                  <a:pt x="63922" y="35198"/>
                </a:lnTo>
                <a:lnTo>
                  <a:pt x="63178" y="34044"/>
                </a:lnTo>
                <a:lnTo>
                  <a:pt x="62359" y="32891"/>
                </a:lnTo>
                <a:lnTo>
                  <a:pt x="61504" y="31738"/>
                </a:lnTo>
                <a:lnTo>
                  <a:pt x="60611" y="30584"/>
                </a:lnTo>
                <a:lnTo>
                  <a:pt x="59643" y="29431"/>
                </a:lnTo>
                <a:lnTo>
                  <a:pt x="58862" y="28575"/>
                </a:lnTo>
                <a:lnTo>
                  <a:pt x="58081" y="27756"/>
                </a:lnTo>
                <a:lnTo>
                  <a:pt x="57299" y="26975"/>
                </a:lnTo>
                <a:lnTo>
                  <a:pt x="56518" y="26231"/>
                </a:lnTo>
                <a:lnTo>
                  <a:pt x="55699" y="25487"/>
                </a:lnTo>
                <a:lnTo>
                  <a:pt x="54881" y="24817"/>
                </a:lnTo>
                <a:lnTo>
                  <a:pt x="54062" y="24147"/>
                </a:lnTo>
                <a:lnTo>
                  <a:pt x="53206" y="23552"/>
                </a:lnTo>
                <a:lnTo>
                  <a:pt x="52351" y="22957"/>
                </a:lnTo>
                <a:lnTo>
                  <a:pt x="51495" y="22399"/>
                </a:lnTo>
                <a:lnTo>
                  <a:pt x="50602" y="21878"/>
                </a:lnTo>
                <a:lnTo>
                  <a:pt x="49746" y="21357"/>
                </a:lnTo>
                <a:lnTo>
                  <a:pt x="48853" y="20910"/>
                </a:lnTo>
                <a:lnTo>
                  <a:pt x="47923" y="20501"/>
                </a:lnTo>
                <a:lnTo>
                  <a:pt x="47030" y="20092"/>
                </a:lnTo>
                <a:lnTo>
                  <a:pt x="46100" y="19757"/>
                </a:lnTo>
                <a:lnTo>
                  <a:pt x="44649" y="19273"/>
                </a:lnTo>
                <a:lnTo>
                  <a:pt x="43161" y="18864"/>
                </a:lnTo>
                <a:lnTo>
                  <a:pt x="41672" y="18529"/>
                </a:lnTo>
                <a:lnTo>
                  <a:pt x="40147" y="18306"/>
                </a:lnTo>
                <a:lnTo>
                  <a:pt x="38584" y="18157"/>
                </a:lnTo>
                <a:lnTo>
                  <a:pt x="37021" y="18083"/>
                </a:lnTo>
                <a:lnTo>
                  <a:pt x="35459" y="18083"/>
                </a:lnTo>
                <a:lnTo>
                  <a:pt x="33859" y="18194"/>
                </a:lnTo>
                <a:lnTo>
                  <a:pt x="33859" y="16148"/>
                </a:lnTo>
                <a:lnTo>
                  <a:pt x="33822" y="14101"/>
                </a:lnTo>
                <a:lnTo>
                  <a:pt x="33673" y="12018"/>
                </a:lnTo>
                <a:lnTo>
                  <a:pt x="33449" y="10009"/>
                </a:lnTo>
                <a:lnTo>
                  <a:pt x="33189" y="8074"/>
                </a:lnTo>
                <a:lnTo>
                  <a:pt x="32854" y="6251"/>
                </a:lnTo>
                <a:lnTo>
                  <a:pt x="32482" y="4502"/>
                </a:lnTo>
                <a:lnTo>
                  <a:pt x="32110" y="2865"/>
                </a:lnTo>
                <a:lnTo>
                  <a:pt x="31738" y="1377"/>
                </a:lnTo>
                <a:lnTo>
                  <a:pt x="3132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2"/>
              </a:solidFill>
              <a:latin typeface="Nunito Sans"/>
              <a:ea typeface="Nunito Sans"/>
              <a:cs typeface="Nunito Sans"/>
              <a:sym typeface="Nunito Sans"/>
            </a:endParaRPr>
          </a:p>
        </p:txBody>
      </p:sp>
      <p:sp>
        <p:nvSpPr>
          <p:cNvPr id="492" name="Google Shape;492;p56"/>
          <p:cNvSpPr txBox="1"/>
          <p:nvPr>
            <p:ph idx="1"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2pPr>
            <a:lvl3pPr lvl="2">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3pPr>
            <a:lvl4pPr lvl="3">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4pPr>
            <a:lvl5pPr lvl="4">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5pPr>
            <a:lvl6pPr lvl="5">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6pPr>
            <a:lvl7pPr lvl="6">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7pPr>
            <a:lvl8pPr lvl="7">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8pPr>
            <a:lvl9pPr lvl="8">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7">
  <p:cSld name="BLANK_1_1_1_1_2_1_1_1">
    <p:spTree>
      <p:nvGrpSpPr>
        <p:cNvPr id="493" name="Shape 493"/>
        <p:cNvGrpSpPr/>
        <p:nvPr/>
      </p:nvGrpSpPr>
      <p:grpSpPr>
        <a:xfrm>
          <a:off x="0" y="0"/>
          <a:ext cx="0" cy="0"/>
          <a:chOff x="0" y="0"/>
          <a:chExt cx="0" cy="0"/>
        </a:xfrm>
      </p:grpSpPr>
      <p:sp>
        <p:nvSpPr>
          <p:cNvPr id="494" name="Google Shape;494;p57"/>
          <p:cNvSpPr/>
          <p:nvPr/>
        </p:nvSpPr>
        <p:spPr>
          <a:xfrm rot="5400000">
            <a:off x="-3988150" y="1153525"/>
            <a:ext cx="7978200" cy="7978200"/>
          </a:xfrm>
          <a:prstGeom prst="pie">
            <a:avLst>
              <a:gd fmla="val 10792592" name="adj1"/>
              <a:gd fmla="val 16198514" name="adj2"/>
            </a:avLst>
          </a:prstGeom>
          <a:gradFill>
            <a:gsLst>
              <a:gs pos="0">
                <a:schemeClr val="accent1"/>
              </a:gs>
              <a:gs pos="64000">
                <a:schemeClr val="dk2"/>
              </a:gs>
              <a:gs pos="100000">
                <a:schemeClr val="dk2"/>
              </a:gs>
            </a:gsLst>
            <a:path path="circle">
              <a:fillToRect b="0%" l="0%" r="100%" t="100%"/>
            </a:path>
            <a:tileRect b="-100%" l="-100%" r="0%" t="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495" name="Google Shape;495;p57"/>
          <p:cNvSpPr/>
          <p:nvPr/>
        </p:nvSpPr>
        <p:spPr>
          <a:xfrm>
            <a:off x="31" y="1985350"/>
            <a:ext cx="3736169" cy="3157918"/>
          </a:xfrm>
          <a:custGeom>
            <a:rect b="b" l="l" r="r" t="t"/>
            <a:pathLst>
              <a:path extrusionOk="0" h="209550" w="247921">
                <a:moveTo>
                  <a:pt x="0" y="0"/>
                </a:moveTo>
                <a:lnTo>
                  <a:pt x="0" y="2516"/>
                </a:lnTo>
                <a:lnTo>
                  <a:pt x="1966" y="5976"/>
                </a:lnTo>
                <a:lnTo>
                  <a:pt x="3853" y="9593"/>
                </a:lnTo>
                <a:lnTo>
                  <a:pt x="5661" y="13289"/>
                </a:lnTo>
                <a:lnTo>
                  <a:pt x="7391" y="17063"/>
                </a:lnTo>
                <a:lnTo>
                  <a:pt x="9042" y="20994"/>
                </a:lnTo>
                <a:lnTo>
                  <a:pt x="10615" y="24926"/>
                </a:lnTo>
                <a:lnTo>
                  <a:pt x="12030" y="28936"/>
                </a:lnTo>
                <a:lnTo>
                  <a:pt x="13446" y="32946"/>
                </a:lnTo>
                <a:lnTo>
                  <a:pt x="14704" y="37114"/>
                </a:lnTo>
                <a:lnTo>
                  <a:pt x="15962" y="41360"/>
                </a:lnTo>
                <a:lnTo>
                  <a:pt x="17063" y="45606"/>
                </a:lnTo>
                <a:lnTo>
                  <a:pt x="18085" y="49930"/>
                </a:lnTo>
                <a:lnTo>
                  <a:pt x="19029" y="54334"/>
                </a:lnTo>
                <a:lnTo>
                  <a:pt x="19815" y="58737"/>
                </a:lnTo>
                <a:lnTo>
                  <a:pt x="20601" y="63219"/>
                </a:lnTo>
                <a:lnTo>
                  <a:pt x="21230" y="67779"/>
                </a:lnTo>
                <a:lnTo>
                  <a:pt x="18557" y="68173"/>
                </a:lnTo>
                <a:lnTo>
                  <a:pt x="15883" y="68566"/>
                </a:lnTo>
                <a:lnTo>
                  <a:pt x="13210" y="69037"/>
                </a:lnTo>
                <a:lnTo>
                  <a:pt x="10536" y="69588"/>
                </a:lnTo>
                <a:lnTo>
                  <a:pt x="7942" y="70217"/>
                </a:lnTo>
                <a:lnTo>
                  <a:pt x="5268" y="70846"/>
                </a:lnTo>
                <a:lnTo>
                  <a:pt x="2595" y="71554"/>
                </a:lnTo>
                <a:lnTo>
                  <a:pt x="0" y="72261"/>
                </a:lnTo>
                <a:lnTo>
                  <a:pt x="0" y="73598"/>
                </a:lnTo>
                <a:lnTo>
                  <a:pt x="3302" y="72576"/>
                </a:lnTo>
                <a:lnTo>
                  <a:pt x="7784" y="71475"/>
                </a:lnTo>
                <a:lnTo>
                  <a:pt x="12345" y="70531"/>
                </a:lnTo>
                <a:lnTo>
                  <a:pt x="16827" y="69667"/>
                </a:lnTo>
                <a:lnTo>
                  <a:pt x="21387" y="69037"/>
                </a:lnTo>
                <a:lnTo>
                  <a:pt x="21859" y="72812"/>
                </a:lnTo>
                <a:lnTo>
                  <a:pt x="22174" y="76193"/>
                </a:lnTo>
                <a:lnTo>
                  <a:pt x="22488" y="79495"/>
                </a:lnTo>
                <a:lnTo>
                  <a:pt x="22724" y="82876"/>
                </a:lnTo>
                <a:lnTo>
                  <a:pt x="22881" y="86258"/>
                </a:lnTo>
                <a:lnTo>
                  <a:pt x="22960" y="89639"/>
                </a:lnTo>
                <a:lnTo>
                  <a:pt x="23039" y="92941"/>
                </a:lnTo>
                <a:lnTo>
                  <a:pt x="23039" y="96322"/>
                </a:lnTo>
                <a:lnTo>
                  <a:pt x="23039" y="99703"/>
                </a:lnTo>
                <a:lnTo>
                  <a:pt x="22960" y="103006"/>
                </a:lnTo>
                <a:lnTo>
                  <a:pt x="22803" y="106387"/>
                </a:lnTo>
                <a:lnTo>
                  <a:pt x="22645" y="109689"/>
                </a:lnTo>
                <a:lnTo>
                  <a:pt x="22410" y="113071"/>
                </a:lnTo>
                <a:lnTo>
                  <a:pt x="22095" y="116373"/>
                </a:lnTo>
                <a:lnTo>
                  <a:pt x="21781" y="119675"/>
                </a:lnTo>
                <a:lnTo>
                  <a:pt x="21387" y="122978"/>
                </a:lnTo>
                <a:lnTo>
                  <a:pt x="20916" y="126280"/>
                </a:lnTo>
                <a:lnTo>
                  <a:pt x="20444" y="129504"/>
                </a:lnTo>
                <a:lnTo>
                  <a:pt x="19893" y="132807"/>
                </a:lnTo>
                <a:lnTo>
                  <a:pt x="19264" y="136031"/>
                </a:lnTo>
                <a:lnTo>
                  <a:pt x="18635" y="139254"/>
                </a:lnTo>
                <a:lnTo>
                  <a:pt x="17928" y="142478"/>
                </a:lnTo>
                <a:lnTo>
                  <a:pt x="17220" y="145623"/>
                </a:lnTo>
                <a:lnTo>
                  <a:pt x="16434" y="148769"/>
                </a:lnTo>
                <a:lnTo>
                  <a:pt x="15569" y="151914"/>
                </a:lnTo>
                <a:lnTo>
                  <a:pt x="14625" y="155059"/>
                </a:lnTo>
                <a:lnTo>
                  <a:pt x="13760" y="158126"/>
                </a:lnTo>
                <a:lnTo>
                  <a:pt x="12738" y="161192"/>
                </a:lnTo>
                <a:lnTo>
                  <a:pt x="11716" y="164259"/>
                </a:lnTo>
                <a:lnTo>
                  <a:pt x="10615" y="167247"/>
                </a:lnTo>
                <a:lnTo>
                  <a:pt x="9514" y="170235"/>
                </a:lnTo>
                <a:lnTo>
                  <a:pt x="8256" y="173144"/>
                </a:lnTo>
                <a:lnTo>
                  <a:pt x="7077" y="176053"/>
                </a:lnTo>
                <a:lnTo>
                  <a:pt x="5425" y="179356"/>
                </a:lnTo>
                <a:lnTo>
                  <a:pt x="3696" y="182658"/>
                </a:lnTo>
                <a:lnTo>
                  <a:pt x="1887" y="185961"/>
                </a:lnTo>
                <a:lnTo>
                  <a:pt x="0" y="189185"/>
                </a:lnTo>
                <a:lnTo>
                  <a:pt x="0" y="191622"/>
                </a:lnTo>
                <a:lnTo>
                  <a:pt x="2280" y="187848"/>
                </a:lnTo>
                <a:lnTo>
                  <a:pt x="4403" y="184152"/>
                </a:lnTo>
                <a:lnTo>
                  <a:pt x="6369" y="180378"/>
                </a:lnTo>
                <a:lnTo>
                  <a:pt x="8178" y="176604"/>
                </a:lnTo>
                <a:lnTo>
                  <a:pt x="9436" y="173616"/>
                </a:lnTo>
                <a:lnTo>
                  <a:pt x="10615" y="170707"/>
                </a:lnTo>
                <a:lnTo>
                  <a:pt x="11795" y="167719"/>
                </a:lnTo>
                <a:lnTo>
                  <a:pt x="12895" y="164652"/>
                </a:lnTo>
                <a:lnTo>
                  <a:pt x="13918" y="161585"/>
                </a:lnTo>
                <a:lnTo>
                  <a:pt x="14940" y="158519"/>
                </a:lnTo>
                <a:lnTo>
                  <a:pt x="15883" y="155452"/>
                </a:lnTo>
                <a:lnTo>
                  <a:pt x="16748" y="152307"/>
                </a:lnTo>
                <a:lnTo>
                  <a:pt x="17613" y="149162"/>
                </a:lnTo>
                <a:lnTo>
                  <a:pt x="18399" y="145938"/>
                </a:lnTo>
                <a:lnTo>
                  <a:pt x="19186" y="142714"/>
                </a:lnTo>
                <a:lnTo>
                  <a:pt x="19893" y="139490"/>
                </a:lnTo>
                <a:lnTo>
                  <a:pt x="20522" y="136266"/>
                </a:lnTo>
                <a:lnTo>
                  <a:pt x="21073" y="133043"/>
                </a:lnTo>
                <a:lnTo>
                  <a:pt x="21623" y="129740"/>
                </a:lnTo>
                <a:lnTo>
                  <a:pt x="22174" y="126438"/>
                </a:lnTo>
                <a:lnTo>
                  <a:pt x="22567" y="123135"/>
                </a:lnTo>
                <a:lnTo>
                  <a:pt x="22960" y="119833"/>
                </a:lnTo>
                <a:lnTo>
                  <a:pt x="23353" y="116530"/>
                </a:lnTo>
                <a:lnTo>
                  <a:pt x="23668" y="113149"/>
                </a:lnTo>
                <a:lnTo>
                  <a:pt x="23904" y="109768"/>
                </a:lnTo>
                <a:lnTo>
                  <a:pt x="24061" y="106466"/>
                </a:lnTo>
                <a:lnTo>
                  <a:pt x="24218" y="103084"/>
                </a:lnTo>
                <a:lnTo>
                  <a:pt x="24297" y="99703"/>
                </a:lnTo>
                <a:lnTo>
                  <a:pt x="24297" y="96322"/>
                </a:lnTo>
                <a:lnTo>
                  <a:pt x="24297" y="92941"/>
                </a:lnTo>
                <a:lnTo>
                  <a:pt x="24218" y="89560"/>
                </a:lnTo>
                <a:lnTo>
                  <a:pt x="24139" y="86179"/>
                </a:lnTo>
                <a:lnTo>
                  <a:pt x="23982" y="82798"/>
                </a:lnTo>
                <a:lnTo>
                  <a:pt x="23746" y="79417"/>
                </a:lnTo>
                <a:lnTo>
                  <a:pt x="23432" y="76036"/>
                </a:lnTo>
                <a:lnTo>
                  <a:pt x="23117" y="72654"/>
                </a:lnTo>
                <a:lnTo>
                  <a:pt x="22645" y="68880"/>
                </a:lnTo>
                <a:lnTo>
                  <a:pt x="27521" y="68408"/>
                </a:lnTo>
                <a:lnTo>
                  <a:pt x="32474" y="68094"/>
                </a:lnTo>
                <a:lnTo>
                  <a:pt x="37428" y="67937"/>
                </a:lnTo>
                <a:lnTo>
                  <a:pt x="42382" y="68015"/>
                </a:lnTo>
                <a:lnTo>
                  <a:pt x="47335" y="68173"/>
                </a:lnTo>
                <a:lnTo>
                  <a:pt x="52368" y="68644"/>
                </a:lnTo>
                <a:lnTo>
                  <a:pt x="57400" y="69195"/>
                </a:lnTo>
                <a:lnTo>
                  <a:pt x="62432" y="69981"/>
                </a:lnTo>
                <a:lnTo>
                  <a:pt x="67229" y="70846"/>
                </a:lnTo>
                <a:lnTo>
                  <a:pt x="72025" y="71947"/>
                </a:lnTo>
                <a:lnTo>
                  <a:pt x="76900" y="73126"/>
                </a:lnTo>
                <a:lnTo>
                  <a:pt x="81775" y="74542"/>
                </a:lnTo>
                <a:lnTo>
                  <a:pt x="86650" y="76114"/>
                </a:lnTo>
                <a:lnTo>
                  <a:pt x="91604" y="77844"/>
                </a:lnTo>
                <a:lnTo>
                  <a:pt x="96479" y="79653"/>
                </a:lnTo>
                <a:lnTo>
                  <a:pt x="101433" y="81697"/>
                </a:lnTo>
                <a:lnTo>
                  <a:pt x="106387" y="83899"/>
                </a:lnTo>
                <a:lnTo>
                  <a:pt x="111340" y="86258"/>
                </a:lnTo>
                <a:lnTo>
                  <a:pt x="116294" y="88852"/>
                </a:lnTo>
                <a:lnTo>
                  <a:pt x="121248" y="91526"/>
                </a:lnTo>
                <a:lnTo>
                  <a:pt x="126280" y="94356"/>
                </a:lnTo>
                <a:lnTo>
                  <a:pt x="131234" y="97344"/>
                </a:lnTo>
                <a:lnTo>
                  <a:pt x="136266" y="100490"/>
                </a:lnTo>
                <a:lnTo>
                  <a:pt x="141298" y="103792"/>
                </a:lnTo>
                <a:lnTo>
                  <a:pt x="145309" y="106623"/>
                </a:lnTo>
                <a:lnTo>
                  <a:pt x="149319" y="109454"/>
                </a:lnTo>
                <a:lnTo>
                  <a:pt x="153329" y="112441"/>
                </a:lnTo>
                <a:lnTo>
                  <a:pt x="157339" y="115508"/>
                </a:lnTo>
                <a:lnTo>
                  <a:pt x="161349" y="118653"/>
                </a:lnTo>
                <a:lnTo>
                  <a:pt x="165359" y="121956"/>
                </a:lnTo>
                <a:lnTo>
                  <a:pt x="169369" y="125258"/>
                </a:lnTo>
                <a:lnTo>
                  <a:pt x="173380" y="128718"/>
                </a:lnTo>
                <a:lnTo>
                  <a:pt x="177390" y="132335"/>
                </a:lnTo>
                <a:lnTo>
                  <a:pt x="181400" y="135952"/>
                </a:lnTo>
                <a:lnTo>
                  <a:pt x="185410" y="139648"/>
                </a:lnTo>
                <a:lnTo>
                  <a:pt x="189420" y="143500"/>
                </a:lnTo>
                <a:lnTo>
                  <a:pt x="193352" y="147432"/>
                </a:lnTo>
                <a:lnTo>
                  <a:pt x="197362" y="151442"/>
                </a:lnTo>
                <a:lnTo>
                  <a:pt x="201372" y="155531"/>
                </a:lnTo>
                <a:lnTo>
                  <a:pt x="205303" y="159777"/>
                </a:lnTo>
                <a:lnTo>
                  <a:pt x="211515" y="166539"/>
                </a:lnTo>
                <a:lnTo>
                  <a:pt x="217491" y="173301"/>
                </a:lnTo>
                <a:lnTo>
                  <a:pt x="223074" y="179906"/>
                </a:lnTo>
                <a:lnTo>
                  <a:pt x="228421" y="186354"/>
                </a:lnTo>
                <a:lnTo>
                  <a:pt x="233453" y="192566"/>
                </a:lnTo>
                <a:lnTo>
                  <a:pt x="238092" y="198542"/>
                </a:lnTo>
                <a:lnTo>
                  <a:pt x="242417" y="204203"/>
                </a:lnTo>
                <a:lnTo>
                  <a:pt x="246348" y="209550"/>
                </a:lnTo>
                <a:lnTo>
                  <a:pt x="247921" y="209550"/>
                </a:lnTo>
                <a:lnTo>
                  <a:pt x="243911" y="204125"/>
                </a:lnTo>
                <a:lnTo>
                  <a:pt x="239586" y="198384"/>
                </a:lnTo>
                <a:lnTo>
                  <a:pt x="234868" y="192330"/>
                </a:lnTo>
                <a:lnTo>
                  <a:pt x="229757" y="186040"/>
                </a:lnTo>
                <a:lnTo>
                  <a:pt x="224411" y="179435"/>
                </a:lnTo>
                <a:lnTo>
                  <a:pt x="218671" y="172751"/>
                </a:lnTo>
                <a:lnTo>
                  <a:pt x="212616" y="165832"/>
                </a:lnTo>
                <a:lnTo>
                  <a:pt x="206247" y="158912"/>
                </a:lnTo>
                <a:lnTo>
                  <a:pt x="202237" y="154745"/>
                </a:lnTo>
                <a:lnTo>
                  <a:pt x="198305" y="150577"/>
                </a:lnTo>
                <a:lnTo>
                  <a:pt x="194295" y="146567"/>
                </a:lnTo>
                <a:lnTo>
                  <a:pt x="190285" y="142636"/>
                </a:lnTo>
                <a:lnTo>
                  <a:pt x="186275" y="138783"/>
                </a:lnTo>
                <a:lnTo>
                  <a:pt x="182265" y="135008"/>
                </a:lnTo>
                <a:lnTo>
                  <a:pt x="178255" y="131391"/>
                </a:lnTo>
                <a:lnTo>
                  <a:pt x="174245" y="127774"/>
                </a:lnTo>
                <a:lnTo>
                  <a:pt x="170234" y="124315"/>
                </a:lnTo>
                <a:lnTo>
                  <a:pt x="166146" y="120934"/>
                </a:lnTo>
                <a:lnTo>
                  <a:pt x="162135" y="117710"/>
                </a:lnTo>
                <a:lnTo>
                  <a:pt x="158125" y="114486"/>
                </a:lnTo>
                <a:lnTo>
                  <a:pt x="154037" y="111419"/>
                </a:lnTo>
                <a:lnTo>
                  <a:pt x="150026" y="108431"/>
                </a:lnTo>
                <a:lnTo>
                  <a:pt x="146016" y="105601"/>
                </a:lnTo>
                <a:lnTo>
                  <a:pt x="142006" y="102770"/>
                </a:lnTo>
                <a:lnTo>
                  <a:pt x="136974" y="99467"/>
                </a:lnTo>
                <a:lnTo>
                  <a:pt x="131941" y="96244"/>
                </a:lnTo>
                <a:lnTo>
                  <a:pt x="126909" y="93256"/>
                </a:lnTo>
                <a:lnTo>
                  <a:pt x="121877" y="90425"/>
                </a:lnTo>
                <a:lnTo>
                  <a:pt x="116844" y="87673"/>
                </a:lnTo>
                <a:lnTo>
                  <a:pt x="111891" y="85157"/>
                </a:lnTo>
                <a:lnTo>
                  <a:pt x="106858" y="82798"/>
                </a:lnTo>
                <a:lnTo>
                  <a:pt x="101905" y="80596"/>
                </a:lnTo>
                <a:lnTo>
                  <a:pt x="96951" y="78473"/>
                </a:lnTo>
                <a:lnTo>
                  <a:pt x="91997" y="76586"/>
                </a:lnTo>
                <a:lnTo>
                  <a:pt x="87044" y="74935"/>
                </a:lnTo>
                <a:lnTo>
                  <a:pt x="82090" y="73362"/>
                </a:lnTo>
                <a:lnTo>
                  <a:pt x="77215" y="71947"/>
                </a:lnTo>
                <a:lnTo>
                  <a:pt x="72340" y="70689"/>
                </a:lnTo>
                <a:lnTo>
                  <a:pt x="67465" y="69667"/>
                </a:lnTo>
                <a:lnTo>
                  <a:pt x="62590" y="68723"/>
                </a:lnTo>
                <a:lnTo>
                  <a:pt x="57557" y="67937"/>
                </a:lnTo>
                <a:lnTo>
                  <a:pt x="52446" y="67386"/>
                </a:lnTo>
                <a:lnTo>
                  <a:pt x="47414" y="66914"/>
                </a:lnTo>
                <a:lnTo>
                  <a:pt x="42382" y="66757"/>
                </a:lnTo>
                <a:lnTo>
                  <a:pt x="37428" y="66679"/>
                </a:lnTo>
                <a:lnTo>
                  <a:pt x="32396" y="66836"/>
                </a:lnTo>
                <a:lnTo>
                  <a:pt x="27442" y="67150"/>
                </a:lnTo>
                <a:lnTo>
                  <a:pt x="22488" y="67622"/>
                </a:lnTo>
                <a:lnTo>
                  <a:pt x="21781" y="62904"/>
                </a:lnTo>
                <a:lnTo>
                  <a:pt x="21073" y="58265"/>
                </a:lnTo>
                <a:lnTo>
                  <a:pt x="20129" y="53626"/>
                </a:lnTo>
                <a:lnTo>
                  <a:pt x="19186" y="49065"/>
                </a:lnTo>
                <a:lnTo>
                  <a:pt x="18085" y="44583"/>
                </a:lnTo>
                <a:lnTo>
                  <a:pt x="16905" y="40102"/>
                </a:lnTo>
                <a:lnTo>
                  <a:pt x="15647" y="35777"/>
                </a:lnTo>
                <a:lnTo>
                  <a:pt x="14232" y="31452"/>
                </a:lnTo>
                <a:lnTo>
                  <a:pt x="12817" y="27285"/>
                </a:lnTo>
                <a:lnTo>
                  <a:pt x="11244" y="23117"/>
                </a:lnTo>
                <a:lnTo>
                  <a:pt x="9593" y="19029"/>
                </a:lnTo>
                <a:lnTo>
                  <a:pt x="7863" y="15018"/>
                </a:lnTo>
                <a:lnTo>
                  <a:pt x="5976" y="11166"/>
                </a:lnTo>
                <a:lnTo>
                  <a:pt x="4089" y="7313"/>
                </a:lnTo>
                <a:lnTo>
                  <a:pt x="2123" y="3617"/>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496" name="Google Shape;496;p57"/>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497" name="Google Shape;497;p57"/>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sz="2000"/>
            </a:lvl1pPr>
            <a:lvl2pPr lvl="1">
              <a:spcBef>
                <a:spcPts val="0"/>
              </a:spcBef>
              <a:spcAft>
                <a:spcPts val="0"/>
              </a:spcAft>
              <a:buNone/>
              <a:defRPr sz="2000">
                <a:latin typeface="Poppins SemiBold"/>
                <a:ea typeface="Poppins SemiBold"/>
                <a:cs typeface="Poppins SemiBold"/>
                <a:sym typeface="Poppins SemiBold"/>
              </a:defRPr>
            </a:lvl2pPr>
            <a:lvl3pPr lvl="2">
              <a:spcBef>
                <a:spcPts val="0"/>
              </a:spcBef>
              <a:spcAft>
                <a:spcPts val="0"/>
              </a:spcAft>
              <a:buNone/>
              <a:defRPr sz="2000">
                <a:latin typeface="Poppins SemiBold"/>
                <a:ea typeface="Poppins SemiBold"/>
                <a:cs typeface="Poppins SemiBold"/>
                <a:sym typeface="Poppins SemiBold"/>
              </a:defRPr>
            </a:lvl3pPr>
            <a:lvl4pPr lvl="3">
              <a:spcBef>
                <a:spcPts val="0"/>
              </a:spcBef>
              <a:spcAft>
                <a:spcPts val="0"/>
              </a:spcAft>
              <a:buNone/>
              <a:defRPr sz="2000">
                <a:latin typeface="Poppins SemiBold"/>
                <a:ea typeface="Poppins SemiBold"/>
                <a:cs typeface="Poppins SemiBold"/>
                <a:sym typeface="Poppins SemiBold"/>
              </a:defRPr>
            </a:lvl4pPr>
            <a:lvl5pPr lvl="4">
              <a:spcBef>
                <a:spcPts val="0"/>
              </a:spcBef>
              <a:spcAft>
                <a:spcPts val="0"/>
              </a:spcAft>
              <a:buNone/>
              <a:defRPr sz="2000">
                <a:latin typeface="Poppins SemiBold"/>
                <a:ea typeface="Poppins SemiBold"/>
                <a:cs typeface="Poppins SemiBold"/>
                <a:sym typeface="Poppins SemiBold"/>
              </a:defRPr>
            </a:lvl5pPr>
            <a:lvl6pPr lvl="5">
              <a:spcBef>
                <a:spcPts val="0"/>
              </a:spcBef>
              <a:spcAft>
                <a:spcPts val="0"/>
              </a:spcAft>
              <a:buNone/>
              <a:defRPr sz="2000">
                <a:latin typeface="Poppins SemiBold"/>
                <a:ea typeface="Poppins SemiBold"/>
                <a:cs typeface="Poppins SemiBold"/>
                <a:sym typeface="Poppins SemiBold"/>
              </a:defRPr>
            </a:lvl6pPr>
            <a:lvl7pPr lvl="6">
              <a:spcBef>
                <a:spcPts val="0"/>
              </a:spcBef>
              <a:spcAft>
                <a:spcPts val="0"/>
              </a:spcAft>
              <a:buNone/>
              <a:defRPr sz="2000">
                <a:latin typeface="Poppins SemiBold"/>
                <a:ea typeface="Poppins SemiBold"/>
                <a:cs typeface="Poppins SemiBold"/>
                <a:sym typeface="Poppins SemiBold"/>
              </a:defRPr>
            </a:lvl7pPr>
            <a:lvl8pPr lvl="7">
              <a:spcBef>
                <a:spcPts val="0"/>
              </a:spcBef>
              <a:spcAft>
                <a:spcPts val="0"/>
              </a:spcAft>
              <a:buNone/>
              <a:defRPr sz="2000">
                <a:latin typeface="Poppins SemiBold"/>
                <a:ea typeface="Poppins SemiBold"/>
                <a:cs typeface="Poppins SemiBold"/>
                <a:sym typeface="Poppins SemiBold"/>
              </a:defRPr>
            </a:lvl8pPr>
            <a:lvl9pPr lvl="8">
              <a:spcBef>
                <a:spcPts val="0"/>
              </a:spcBef>
              <a:spcAft>
                <a:spcPts val="0"/>
              </a:spcAft>
              <a:buNone/>
              <a:defRPr sz="2000">
                <a:latin typeface="Poppins SemiBold"/>
                <a:ea typeface="Poppins SemiBold"/>
                <a:cs typeface="Poppins SemiBold"/>
                <a:sym typeface="Poppins SemiBold"/>
              </a:defRPr>
            </a:lvl9pPr>
          </a:lstStyle>
          <a:p/>
        </p:txBody>
      </p:sp>
      <p:sp>
        <p:nvSpPr>
          <p:cNvPr id="498" name="Google Shape;498;p57"/>
          <p:cNvSpPr txBox="1"/>
          <p:nvPr>
            <p:ph idx="1"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dk2"/>
                </a:solidFill>
                <a:latin typeface="Nunito Sans"/>
                <a:ea typeface="Nunito Sans"/>
                <a:cs typeface="Nunito Sans"/>
                <a:sym typeface="Nunito Sans"/>
              </a:defRPr>
            </a:lvl1pPr>
            <a:lvl2pPr lvl="1">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2pPr>
            <a:lvl3pPr lvl="2">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3pPr>
            <a:lvl4pPr lvl="3">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4pPr>
            <a:lvl5pPr lvl="4">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5pPr>
            <a:lvl6pPr lvl="5">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6pPr>
            <a:lvl7pPr lvl="6">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7pPr>
            <a:lvl8pPr lvl="7">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8pPr>
            <a:lvl9pPr lvl="8">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statement">
  <p:cSld name="BLANK_1_1_1_1_1_2">
    <p:bg>
      <p:bgPr>
        <a:solidFill>
          <a:schemeClr val="lt1"/>
        </a:solidFill>
      </p:bgPr>
    </p:bg>
    <p:spTree>
      <p:nvGrpSpPr>
        <p:cNvPr id="499" name="Shape 499"/>
        <p:cNvGrpSpPr/>
        <p:nvPr/>
      </p:nvGrpSpPr>
      <p:grpSpPr>
        <a:xfrm>
          <a:off x="0" y="0"/>
          <a:ext cx="0" cy="0"/>
          <a:chOff x="0" y="0"/>
          <a:chExt cx="0" cy="0"/>
        </a:xfrm>
      </p:grpSpPr>
      <p:sp>
        <p:nvSpPr>
          <p:cNvPr id="500" name="Google Shape;500;p58"/>
          <p:cNvSpPr txBox="1"/>
          <p:nvPr>
            <p:ph idx="1" type="body"/>
          </p:nvPr>
        </p:nvSpPr>
        <p:spPr>
          <a:xfrm>
            <a:off x="4618950" y="1743378"/>
            <a:ext cx="4296600" cy="3063300"/>
          </a:xfrm>
          <a:prstGeom prst="rect">
            <a:avLst/>
          </a:prstGeom>
        </p:spPr>
        <p:txBody>
          <a:bodyPr anchorCtr="0" anchor="t" bIns="91425" lIns="91425" spcFirstLastPara="1" rIns="91425" wrap="square" tIns="91425">
            <a:noAutofit/>
          </a:bodyPr>
          <a:lstStyle>
            <a:lvl1pPr indent="-330200" lvl="0" marL="457200">
              <a:spcBef>
                <a:spcPts val="0"/>
              </a:spcBef>
              <a:spcAft>
                <a:spcPts val="0"/>
              </a:spcAft>
              <a:buSzPts val="1600"/>
              <a:buFont typeface="Nunito Sans"/>
              <a:buChar char="●"/>
              <a:defRPr sz="1600"/>
            </a:lvl1pPr>
            <a:lvl2pPr indent="-330200" lvl="1" marL="914400">
              <a:spcBef>
                <a:spcPts val="800"/>
              </a:spcBef>
              <a:spcAft>
                <a:spcPts val="0"/>
              </a:spcAft>
              <a:buSzPts val="1600"/>
              <a:buFont typeface="Nunito Sans"/>
              <a:buChar char="○"/>
              <a:defRPr sz="1600"/>
            </a:lvl2pPr>
            <a:lvl3pPr indent="-330200" lvl="2" marL="1371600">
              <a:spcBef>
                <a:spcPts val="800"/>
              </a:spcBef>
              <a:spcAft>
                <a:spcPts val="0"/>
              </a:spcAft>
              <a:buSzPts val="1600"/>
              <a:buFont typeface="Nunito Sans"/>
              <a:buChar char="■"/>
              <a:defRPr sz="1600"/>
            </a:lvl3pPr>
            <a:lvl4pPr indent="-330200" lvl="3" marL="1828800">
              <a:spcBef>
                <a:spcPts val="800"/>
              </a:spcBef>
              <a:spcAft>
                <a:spcPts val="0"/>
              </a:spcAft>
              <a:buSzPts val="1600"/>
              <a:buFont typeface="Nunito Sans"/>
              <a:buChar char="●"/>
              <a:defRPr sz="1600"/>
            </a:lvl4pPr>
            <a:lvl5pPr indent="-330200" lvl="4" marL="2286000">
              <a:spcBef>
                <a:spcPts val="800"/>
              </a:spcBef>
              <a:spcAft>
                <a:spcPts val="0"/>
              </a:spcAft>
              <a:buSzPts val="1600"/>
              <a:buFont typeface="Nunito Sans"/>
              <a:buChar char="○"/>
              <a:defRPr sz="1600"/>
            </a:lvl5pPr>
            <a:lvl6pPr indent="-330200" lvl="5" marL="2743200">
              <a:spcBef>
                <a:spcPts val="800"/>
              </a:spcBef>
              <a:spcAft>
                <a:spcPts val="0"/>
              </a:spcAft>
              <a:buSzPts val="1600"/>
              <a:buFont typeface="Nunito Sans"/>
              <a:buChar char="■"/>
              <a:defRPr sz="1600"/>
            </a:lvl6pPr>
            <a:lvl7pPr indent="-330200" lvl="6" marL="3200400">
              <a:spcBef>
                <a:spcPts val="800"/>
              </a:spcBef>
              <a:spcAft>
                <a:spcPts val="0"/>
              </a:spcAft>
              <a:buSzPts val="1600"/>
              <a:buFont typeface="Nunito Sans"/>
              <a:buChar char="●"/>
              <a:defRPr sz="1600"/>
            </a:lvl7pPr>
            <a:lvl8pPr indent="-330200" lvl="7" marL="3657600">
              <a:spcBef>
                <a:spcPts val="800"/>
              </a:spcBef>
              <a:spcAft>
                <a:spcPts val="0"/>
              </a:spcAft>
              <a:buSzPts val="1600"/>
              <a:buFont typeface="Nunito Sans"/>
              <a:buChar char="○"/>
              <a:defRPr sz="1600"/>
            </a:lvl8pPr>
            <a:lvl9pPr indent="-330200" lvl="8" marL="4114800">
              <a:spcBef>
                <a:spcPts val="800"/>
              </a:spcBef>
              <a:spcAft>
                <a:spcPts val="800"/>
              </a:spcAft>
              <a:buSzPts val="1600"/>
              <a:buFont typeface="Nunito Sans"/>
              <a:buChar char="■"/>
              <a:defRPr sz="1600"/>
            </a:lvl9pPr>
          </a:lstStyle>
          <a:p/>
        </p:txBody>
      </p:sp>
      <p:sp>
        <p:nvSpPr>
          <p:cNvPr id="501" name="Google Shape;501;p58"/>
          <p:cNvSpPr txBox="1"/>
          <p:nvPr>
            <p:ph type="title"/>
          </p:nvPr>
        </p:nvSpPr>
        <p:spPr>
          <a:xfrm>
            <a:off x="228600" y="1743378"/>
            <a:ext cx="42966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sz="2400">
                <a:solidFill>
                  <a:schemeClr val="lt2"/>
                </a:solidFill>
              </a:defRPr>
            </a:lvl1pPr>
            <a:lvl2pPr lvl="1">
              <a:spcBef>
                <a:spcPts val="0"/>
              </a:spcBef>
              <a:spcAft>
                <a:spcPts val="0"/>
              </a:spcAft>
              <a:buNone/>
              <a:defRPr sz="2400">
                <a:solidFill>
                  <a:schemeClr val="lt2"/>
                </a:solidFill>
                <a:latin typeface="Poppins SemiBold"/>
                <a:ea typeface="Poppins SemiBold"/>
                <a:cs typeface="Poppins SemiBold"/>
                <a:sym typeface="Poppins SemiBold"/>
              </a:defRPr>
            </a:lvl2pPr>
            <a:lvl3pPr lvl="2">
              <a:spcBef>
                <a:spcPts val="0"/>
              </a:spcBef>
              <a:spcAft>
                <a:spcPts val="0"/>
              </a:spcAft>
              <a:buNone/>
              <a:defRPr sz="2400">
                <a:solidFill>
                  <a:schemeClr val="lt2"/>
                </a:solidFill>
                <a:latin typeface="Poppins SemiBold"/>
                <a:ea typeface="Poppins SemiBold"/>
                <a:cs typeface="Poppins SemiBold"/>
                <a:sym typeface="Poppins SemiBold"/>
              </a:defRPr>
            </a:lvl3pPr>
            <a:lvl4pPr lvl="3">
              <a:spcBef>
                <a:spcPts val="0"/>
              </a:spcBef>
              <a:spcAft>
                <a:spcPts val="0"/>
              </a:spcAft>
              <a:buNone/>
              <a:defRPr sz="2400">
                <a:solidFill>
                  <a:schemeClr val="lt2"/>
                </a:solidFill>
                <a:latin typeface="Poppins SemiBold"/>
                <a:ea typeface="Poppins SemiBold"/>
                <a:cs typeface="Poppins SemiBold"/>
                <a:sym typeface="Poppins SemiBold"/>
              </a:defRPr>
            </a:lvl4pPr>
            <a:lvl5pPr lvl="4">
              <a:spcBef>
                <a:spcPts val="0"/>
              </a:spcBef>
              <a:spcAft>
                <a:spcPts val="0"/>
              </a:spcAft>
              <a:buNone/>
              <a:defRPr sz="2400">
                <a:solidFill>
                  <a:schemeClr val="lt2"/>
                </a:solidFill>
                <a:latin typeface="Poppins SemiBold"/>
                <a:ea typeface="Poppins SemiBold"/>
                <a:cs typeface="Poppins SemiBold"/>
                <a:sym typeface="Poppins SemiBold"/>
              </a:defRPr>
            </a:lvl5pPr>
            <a:lvl6pPr lvl="5">
              <a:spcBef>
                <a:spcPts val="0"/>
              </a:spcBef>
              <a:spcAft>
                <a:spcPts val="0"/>
              </a:spcAft>
              <a:buNone/>
              <a:defRPr sz="2400">
                <a:solidFill>
                  <a:schemeClr val="lt2"/>
                </a:solidFill>
                <a:latin typeface="Poppins SemiBold"/>
                <a:ea typeface="Poppins SemiBold"/>
                <a:cs typeface="Poppins SemiBold"/>
                <a:sym typeface="Poppins SemiBold"/>
              </a:defRPr>
            </a:lvl6pPr>
            <a:lvl7pPr lvl="6">
              <a:spcBef>
                <a:spcPts val="0"/>
              </a:spcBef>
              <a:spcAft>
                <a:spcPts val="0"/>
              </a:spcAft>
              <a:buNone/>
              <a:defRPr sz="2400">
                <a:solidFill>
                  <a:schemeClr val="lt2"/>
                </a:solidFill>
                <a:latin typeface="Poppins SemiBold"/>
                <a:ea typeface="Poppins SemiBold"/>
                <a:cs typeface="Poppins SemiBold"/>
                <a:sym typeface="Poppins SemiBold"/>
              </a:defRPr>
            </a:lvl7pPr>
            <a:lvl8pPr lvl="7">
              <a:spcBef>
                <a:spcPts val="0"/>
              </a:spcBef>
              <a:spcAft>
                <a:spcPts val="0"/>
              </a:spcAft>
              <a:buNone/>
              <a:defRPr sz="2400">
                <a:solidFill>
                  <a:schemeClr val="lt2"/>
                </a:solidFill>
                <a:latin typeface="Poppins SemiBold"/>
                <a:ea typeface="Poppins SemiBold"/>
                <a:cs typeface="Poppins SemiBold"/>
                <a:sym typeface="Poppins SemiBold"/>
              </a:defRPr>
            </a:lvl8pPr>
            <a:lvl9pPr lvl="8">
              <a:spcBef>
                <a:spcPts val="0"/>
              </a:spcBef>
              <a:spcAft>
                <a:spcPts val="0"/>
              </a:spcAft>
              <a:buNone/>
              <a:defRPr sz="2400">
                <a:solidFill>
                  <a:schemeClr val="lt2"/>
                </a:solidFill>
                <a:latin typeface="Poppins SemiBold"/>
                <a:ea typeface="Poppins SemiBold"/>
                <a:cs typeface="Poppins SemiBold"/>
                <a:sym typeface="Poppins SemiBold"/>
              </a:defRPr>
            </a:lvl9pPr>
          </a:lstStyle>
          <a:p/>
        </p:txBody>
      </p:sp>
      <p:sp>
        <p:nvSpPr>
          <p:cNvPr id="502" name="Google Shape;502;p58"/>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503" name="Google Shape;503;p58"/>
          <p:cNvSpPr txBox="1"/>
          <p:nvPr>
            <p:ph idx="2"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2pPr>
            <a:lvl3pPr lvl="2">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3pPr>
            <a:lvl4pPr lvl="3">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4pPr>
            <a:lvl5pPr lvl="4">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5pPr>
            <a:lvl6pPr lvl="5">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6pPr>
            <a:lvl7pPr lvl="6">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7pPr>
            <a:lvl8pPr lvl="7">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8pPr>
            <a:lvl9pPr lvl="8">
              <a:spcBef>
                <a:spcPts val="0"/>
              </a:spcBef>
              <a:spcAft>
                <a:spcPts val="0"/>
              </a:spcAft>
              <a:buClr>
                <a:schemeClr val="accent5"/>
              </a:buClr>
              <a:buSzPts val="700"/>
              <a:buFont typeface="Nunito Sans"/>
              <a:buNone/>
              <a:defRPr sz="700">
                <a:solidFill>
                  <a:schemeClr val="accent5"/>
                </a:solidFill>
                <a:latin typeface="Nunito Sans"/>
                <a:ea typeface="Nunito Sans"/>
                <a:cs typeface="Nunito Sans"/>
                <a:sym typeface="Nunito Sans"/>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BLANK_1_1_1_1_1_1">
    <p:bg>
      <p:bgPr>
        <a:solidFill>
          <a:schemeClr val="accent1"/>
        </a:solidFill>
      </p:bgPr>
    </p:bg>
    <p:spTree>
      <p:nvGrpSpPr>
        <p:cNvPr id="504" name="Shape 504"/>
        <p:cNvGrpSpPr/>
        <p:nvPr/>
      </p:nvGrpSpPr>
      <p:grpSpPr>
        <a:xfrm>
          <a:off x="0" y="0"/>
          <a:ext cx="0" cy="0"/>
          <a:chOff x="0" y="0"/>
          <a:chExt cx="0" cy="0"/>
        </a:xfrm>
      </p:grpSpPr>
      <p:pic>
        <p:nvPicPr>
          <p:cNvPr id="505" name="Google Shape;505;p59"/>
          <p:cNvPicPr preferRelativeResize="0"/>
          <p:nvPr/>
        </p:nvPicPr>
        <p:blipFill rotWithShape="1">
          <a:blip r:embed="rId2">
            <a:alphaModFix/>
          </a:blip>
          <a:srcRect b="0" l="0" r="54483" t="51307"/>
          <a:stretch/>
        </p:blipFill>
        <p:spPr>
          <a:xfrm>
            <a:off x="6802800" y="-9247"/>
            <a:ext cx="2341200" cy="2504451"/>
          </a:xfrm>
          <a:prstGeom prst="rect">
            <a:avLst/>
          </a:prstGeom>
          <a:noFill/>
          <a:ln>
            <a:noFill/>
          </a:ln>
        </p:spPr>
      </p:pic>
      <p:sp>
        <p:nvSpPr>
          <p:cNvPr id="506" name="Google Shape;506;p59"/>
          <p:cNvSpPr txBox="1"/>
          <p:nvPr>
            <p:ph type="title"/>
          </p:nvPr>
        </p:nvSpPr>
        <p:spPr>
          <a:xfrm>
            <a:off x="1249050" y="1249276"/>
            <a:ext cx="6645900" cy="2843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1pPr>
            <a:lvl2pPr lvl="1"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2pPr>
            <a:lvl3pPr lvl="2"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3pPr>
            <a:lvl4pPr lvl="3"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4pPr>
            <a:lvl5pPr lvl="4"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5pPr>
            <a:lvl6pPr lvl="5"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6pPr>
            <a:lvl7pPr lvl="6"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7pPr>
            <a:lvl8pPr lvl="7"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8pPr>
            <a:lvl9pPr lvl="8" algn="ctr">
              <a:lnSpc>
                <a:spcPct val="90000"/>
              </a:lnSpc>
              <a:spcBef>
                <a:spcPts val="0"/>
              </a:spcBef>
              <a:spcAft>
                <a:spcPts val="0"/>
              </a:spcAft>
              <a:buNone/>
              <a:defRPr b="0" sz="2700">
                <a:solidFill>
                  <a:schemeClr val="dk2"/>
                </a:solidFill>
                <a:latin typeface="Poppins Medium"/>
                <a:ea typeface="Poppins Medium"/>
                <a:cs typeface="Poppins Medium"/>
                <a:sym typeface="Poppins Medium"/>
              </a:defRPr>
            </a:lvl9pPr>
          </a:lstStyle>
          <a:p/>
        </p:txBody>
      </p:sp>
      <p:sp>
        <p:nvSpPr>
          <p:cNvPr id="507" name="Google Shape;507;p59"/>
          <p:cNvSpPr/>
          <p:nvPr/>
        </p:nvSpPr>
        <p:spPr>
          <a:xfrm>
            <a:off x="6724719" y="-48"/>
            <a:ext cx="2419360" cy="1864544"/>
          </a:xfrm>
          <a:custGeom>
            <a:rect b="b" l="l" r="r" t="t"/>
            <a:pathLst>
              <a:path extrusionOk="0" h="58267" w="75605">
                <a:moveTo>
                  <a:pt x="0" y="0"/>
                </a:moveTo>
                <a:lnTo>
                  <a:pt x="484" y="781"/>
                </a:lnTo>
                <a:lnTo>
                  <a:pt x="1340" y="2121"/>
                </a:lnTo>
                <a:lnTo>
                  <a:pt x="2382" y="3646"/>
                </a:lnTo>
                <a:lnTo>
                  <a:pt x="3572" y="5358"/>
                </a:lnTo>
                <a:lnTo>
                  <a:pt x="4949" y="7181"/>
                </a:lnTo>
                <a:lnTo>
                  <a:pt x="6512" y="9190"/>
                </a:lnTo>
                <a:lnTo>
                  <a:pt x="8297" y="11311"/>
                </a:lnTo>
                <a:lnTo>
                  <a:pt x="10269" y="13543"/>
                </a:lnTo>
                <a:lnTo>
                  <a:pt x="11348" y="14697"/>
                </a:lnTo>
                <a:lnTo>
                  <a:pt x="12465" y="15887"/>
                </a:lnTo>
                <a:lnTo>
                  <a:pt x="13767" y="17227"/>
                </a:lnTo>
                <a:lnTo>
                  <a:pt x="15106" y="18566"/>
                </a:lnTo>
                <a:lnTo>
                  <a:pt x="16483" y="19906"/>
                </a:lnTo>
                <a:lnTo>
                  <a:pt x="17897" y="21245"/>
                </a:lnTo>
                <a:lnTo>
                  <a:pt x="19348" y="22585"/>
                </a:lnTo>
                <a:lnTo>
                  <a:pt x="20799" y="23924"/>
                </a:lnTo>
                <a:lnTo>
                  <a:pt x="22325" y="25226"/>
                </a:lnTo>
                <a:lnTo>
                  <a:pt x="23887" y="26529"/>
                </a:lnTo>
                <a:lnTo>
                  <a:pt x="25450" y="27831"/>
                </a:lnTo>
                <a:lnTo>
                  <a:pt x="27050" y="29133"/>
                </a:lnTo>
                <a:lnTo>
                  <a:pt x="28724" y="30435"/>
                </a:lnTo>
                <a:lnTo>
                  <a:pt x="30398" y="31738"/>
                </a:lnTo>
                <a:lnTo>
                  <a:pt x="32110" y="33003"/>
                </a:lnTo>
                <a:lnTo>
                  <a:pt x="33822" y="34268"/>
                </a:lnTo>
                <a:lnTo>
                  <a:pt x="35607" y="35533"/>
                </a:lnTo>
                <a:lnTo>
                  <a:pt x="37393" y="36798"/>
                </a:lnTo>
                <a:lnTo>
                  <a:pt x="39514" y="38212"/>
                </a:lnTo>
                <a:lnTo>
                  <a:pt x="41635" y="39663"/>
                </a:lnTo>
                <a:lnTo>
                  <a:pt x="43830" y="41039"/>
                </a:lnTo>
                <a:lnTo>
                  <a:pt x="46063" y="42453"/>
                </a:lnTo>
                <a:lnTo>
                  <a:pt x="48295" y="43830"/>
                </a:lnTo>
                <a:lnTo>
                  <a:pt x="50602" y="45206"/>
                </a:lnTo>
                <a:lnTo>
                  <a:pt x="52946" y="46583"/>
                </a:lnTo>
                <a:lnTo>
                  <a:pt x="55327" y="47923"/>
                </a:lnTo>
                <a:lnTo>
                  <a:pt x="57746" y="49262"/>
                </a:lnTo>
                <a:lnTo>
                  <a:pt x="60164" y="50601"/>
                </a:lnTo>
                <a:lnTo>
                  <a:pt x="62657" y="51904"/>
                </a:lnTo>
                <a:lnTo>
                  <a:pt x="65187" y="53206"/>
                </a:lnTo>
                <a:lnTo>
                  <a:pt x="67717" y="54471"/>
                </a:lnTo>
                <a:lnTo>
                  <a:pt x="70322" y="55773"/>
                </a:lnTo>
                <a:lnTo>
                  <a:pt x="72963" y="57001"/>
                </a:lnTo>
                <a:lnTo>
                  <a:pt x="75605" y="58266"/>
                </a:lnTo>
                <a:lnTo>
                  <a:pt x="75605" y="57596"/>
                </a:lnTo>
                <a:lnTo>
                  <a:pt x="72963" y="56369"/>
                </a:lnTo>
                <a:lnTo>
                  <a:pt x="70396" y="55103"/>
                </a:lnTo>
                <a:lnTo>
                  <a:pt x="67829" y="53876"/>
                </a:lnTo>
                <a:lnTo>
                  <a:pt x="65299" y="52573"/>
                </a:lnTo>
                <a:lnTo>
                  <a:pt x="62806" y="51308"/>
                </a:lnTo>
                <a:lnTo>
                  <a:pt x="60350" y="50006"/>
                </a:lnTo>
                <a:lnTo>
                  <a:pt x="57894" y="48667"/>
                </a:lnTo>
                <a:lnTo>
                  <a:pt x="55513" y="47364"/>
                </a:lnTo>
                <a:lnTo>
                  <a:pt x="53169" y="46025"/>
                </a:lnTo>
                <a:lnTo>
                  <a:pt x="50862" y="44686"/>
                </a:lnTo>
                <a:lnTo>
                  <a:pt x="48593" y="43309"/>
                </a:lnTo>
                <a:lnTo>
                  <a:pt x="46360" y="41932"/>
                </a:lnTo>
                <a:lnTo>
                  <a:pt x="44128" y="40556"/>
                </a:lnTo>
                <a:lnTo>
                  <a:pt x="41970" y="39142"/>
                </a:lnTo>
                <a:lnTo>
                  <a:pt x="39849" y="37765"/>
                </a:lnTo>
                <a:lnTo>
                  <a:pt x="37765" y="36314"/>
                </a:lnTo>
                <a:lnTo>
                  <a:pt x="35980" y="35086"/>
                </a:lnTo>
                <a:lnTo>
                  <a:pt x="34231" y="33821"/>
                </a:lnTo>
                <a:lnTo>
                  <a:pt x="32482" y="32556"/>
                </a:lnTo>
                <a:lnTo>
                  <a:pt x="30771" y="31291"/>
                </a:lnTo>
                <a:lnTo>
                  <a:pt x="29133" y="29989"/>
                </a:lnTo>
                <a:lnTo>
                  <a:pt x="27459" y="28724"/>
                </a:lnTo>
                <a:lnTo>
                  <a:pt x="25859" y="27422"/>
                </a:lnTo>
                <a:lnTo>
                  <a:pt x="24297" y="26119"/>
                </a:lnTo>
                <a:lnTo>
                  <a:pt x="22771" y="24817"/>
                </a:lnTo>
                <a:lnTo>
                  <a:pt x="21246" y="23515"/>
                </a:lnTo>
                <a:lnTo>
                  <a:pt x="19757" y="22175"/>
                </a:lnTo>
                <a:lnTo>
                  <a:pt x="18343" y="20873"/>
                </a:lnTo>
                <a:lnTo>
                  <a:pt x="16930" y="19534"/>
                </a:lnTo>
                <a:lnTo>
                  <a:pt x="15553" y="18194"/>
                </a:lnTo>
                <a:lnTo>
                  <a:pt x="14213" y="16855"/>
                </a:lnTo>
                <a:lnTo>
                  <a:pt x="12911" y="15515"/>
                </a:lnTo>
                <a:lnTo>
                  <a:pt x="11795" y="14325"/>
                </a:lnTo>
                <a:lnTo>
                  <a:pt x="10753" y="13171"/>
                </a:lnTo>
                <a:lnTo>
                  <a:pt x="8781" y="10976"/>
                </a:lnTo>
                <a:lnTo>
                  <a:pt x="7032" y="8855"/>
                </a:lnTo>
                <a:lnTo>
                  <a:pt x="5470" y="6883"/>
                </a:lnTo>
                <a:lnTo>
                  <a:pt x="4093" y="5060"/>
                </a:lnTo>
                <a:lnTo>
                  <a:pt x="2902" y="3349"/>
                </a:lnTo>
                <a:lnTo>
                  <a:pt x="1861" y="1860"/>
                </a:lnTo>
                <a:lnTo>
                  <a:pt x="1005" y="484"/>
                </a:lnTo>
                <a:lnTo>
                  <a:pt x="70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accent6"/>
              </a:solidFill>
              <a:latin typeface="Nunito Sans"/>
              <a:ea typeface="Nunito Sans"/>
              <a:cs typeface="Nunito Sans"/>
              <a:sym typeface="Nunito Sans"/>
            </a:endParaRPr>
          </a:p>
        </p:txBody>
      </p:sp>
      <p:sp>
        <p:nvSpPr>
          <p:cNvPr id="508" name="Google Shape;508;p59"/>
          <p:cNvSpPr/>
          <p:nvPr/>
        </p:nvSpPr>
        <p:spPr>
          <a:xfrm>
            <a:off x="0" y="3692104"/>
            <a:ext cx="2339584" cy="1451392"/>
          </a:xfrm>
          <a:custGeom>
            <a:rect b="b" l="l" r="r" t="t"/>
            <a:pathLst>
              <a:path extrusionOk="0" h="45356" w="73112">
                <a:moveTo>
                  <a:pt x="63884" y="596"/>
                </a:moveTo>
                <a:lnTo>
                  <a:pt x="64703" y="633"/>
                </a:lnTo>
                <a:lnTo>
                  <a:pt x="65484" y="745"/>
                </a:lnTo>
                <a:lnTo>
                  <a:pt x="66229" y="894"/>
                </a:lnTo>
                <a:lnTo>
                  <a:pt x="66973" y="1154"/>
                </a:lnTo>
                <a:lnTo>
                  <a:pt x="67717" y="1452"/>
                </a:lnTo>
                <a:lnTo>
                  <a:pt x="68387" y="1824"/>
                </a:lnTo>
                <a:lnTo>
                  <a:pt x="69056" y="2233"/>
                </a:lnTo>
                <a:lnTo>
                  <a:pt x="69689" y="2717"/>
                </a:lnTo>
                <a:lnTo>
                  <a:pt x="70135" y="3163"/>
                </a:lnTo>
                <a:lnTo>
                  <a:pt x="70545" y="3610"/>
                </a:lnTo>
                <a:lnTo>
                  <a:pt x="70917" y="4056"/>
                </a:lnTo>
                <a:lnTo>
                  <a:pt x="71251" y="4540"/>
                </a:lnTo>
                <a:lnTo>
                  <a:pt x="71549" y="5061"/>
                </a:lnTo>
                <a:lnTo>
                  <a:pt x="71810" y="5582"/>
                </a:lnTo>
                <a:lnTo>
                  <a:pt x="72033" y="6103"/>
                </a:lnTo>
                <a:lnTo>
                  <a:pt x="72219" y="6661"/>
                </a:lnTo>
                <a:lnTo>
                  <a:pt x="72368" y="7219"/>
                </a:lnTo>
                <a:lnTo>
                  <a:pt x="72442" y="7814"/>
                </a:lnTo>
                <a:lnTo>
                  <a:pt x="72517" y="8372"/>
                </a:lnTo>
                <a:lnTo>
                  <a:pt x="72517" y="8968"/>
                </a:lnTo>
                <a:lnTo>
                  <a:pt x="72479" y="9563"/>
                </a:lnTo>
                <a:lnTo>
                  <a:pt x="72405" y="10158"/>
                </a:lnTo>
                <a:lnTo>
                  <a:pt x="72293" y="10754"/>
                </a:lnTo>
                <a:lnTo>
                  <a:pt x="72144" y="11312"/>
                </a:lnTo>
                <a:lnTo>
                  <a:pt x="71958" y="11870"/>
                </a:lnTo>
                <a:lnTo>
                  <a:pt x="71735" y="12428"/>
                </a:lnTo>
                <a:lnTo>
                  <a:pt x="71438" y="12949"/>
                </a:lnTo>
                <a:lnTo>
                  <a:pt x="71140" y="13470"/>
                </a:lnTo>
                <a:lnTo>
                  <a:pt x="70842" y="13991"/>
                </a:lnTo>
                <a:lnTo>
                  <a:pt x="70470" y="14474"/>
                </a:lnTo>
                <a:lnTo>
                  <a:pt x="70061" y="14958"/>
                </a:lnTo>
                <a:lnTo>
                  <a:pt x="69652" y="15442"/>
                </a:lnTo>
                <a:lnTo>
                  <a:pt x="69168" y="15888"/>
                </a:lnTo>
                <a:lnTo>
                  <a:pt x="68684" y="16335"/>
                </a:lnTo>
                <a:lnTo>
                  <a:pt x="68163" y="16781"/>
                </a:lnTo>
                <a:lnTo>
                  <a:pt x="67605" y="17190"/>
                </a:lnTo>
                <a:lnTo>
                  <a:pt x="67010" y="17600"/>
                </a:lnTo>
                <a:lnTo>
                  <a:pt x="66415" y="17972"/>
                </a:lnTo>
                <a:lnTo>
                  <a:pt x="65745" y="18381"/>
                </a:lnTo>
                <a:lnTo>
                  <a:pt x="65075" y="18716"/>
                </a:lnTo>
                <a:lnTo>
                  <a:pt x="64368" y="19088"/>
                </a:lnTo>
                <a:lnTo>
                  <a:pt x="63624" y="19423"/>
                </a:lnTo>
                <a:lnTo>
                  <a:pt x="62880" y="19758"/>
                </a:lnTo>
                <a:lnTo>
                  <a:pt x="62061" y="20055"/>
                </a:lnTo>
                <a:lnTo>
                  <a:pt x="61243" y="20353"/>
                </a:lnTo>
                <a:lnTo>
                  <a:pt x="60424" y="20651"/>
                </a:lnTo>
                <a:lnTo>
                  <a:pt x="58638" y="21171"/>
                </a:lnTo>
                <a:lnTo>
                  <a:pt x="56741" y="21618"/>
                </a:lnTo>
                <a:lnTo>
                  <a:pt x="54769" y="21990"/>
                </a:lnTo>
                <a:lnTo>
                  <a:pt x="52685" y="22325"/>
                </a:lnTo>
                <a:lnTo>
                  <a:pt x="50490" y="22585"/>
                </a:lnTo>
                <a:lnTo>
                  <a:pt x="48295" y="22809"/>
                </a:lnTo>
                <a:lnTo>
                  <a:pt x="46137" y="22957"/>
                </a:lnTo>
                <a:lnTo>
                  <a:pt x="46137" y="21692"/>
                </a:lnTo>
                <a:lnTo>
                  <a:pt x="46174" y="20465"/>
                </a:lnTo>
                <a:lnTo>
                  <a:pt x="46286" y="19200"/>
                </a:lnTo>
                <a:lnTo>
                  <a:pt x="46472" y="17972"/>
                </a:lnTo>
                <a:lnTo>
                  <a:pt x="46732" y="16632"/>
                </a:lnTo>
                <a:lnTo>
                  <a:pt x="47104" y="15367"/>
                </a:lnTo>
                <a:lnTo>
                  <a:pt x="47513" y="14139"/>
                </a:lnTo>
                <a:lnTo>
                  <a:pt x="47997" y="12912"/>
                </a:lnTo>
                <a:lnTo>
                  <a:pt x="48592" y="11758"/>
                </a:lnTo>
                <a:lnTo>
                  <a:pt x="49225" y="10605"/>
                </a:lnTo>
                <a:lnTo>
                  <a:pt x="49895" y="9526"/>
                </a:lnTo>
                <a:lnTo>
                  <a:pt x="50676" y="8447"/>
                </a:lnTo>
                <a:lnTo>
                  <a:pt x="51495" y="7442"/>
                </a:lnTo>
                <a:lnTo>
                  <a:pt x="52388" y="6475"/>
                </a:lnTo>
                <a:lnTo>
                  <a:pt x="53355" y="5582"/>
                </a:lnTo>
                <a:lnTo>
                  <a:pt x="54359" y="4726"/>
                </a:lnTo>
                <a:lnTo>
                  <a:pt x="55438" y="3907"/>
                </a:lnTo>
                <a:lnTo>
                  <a:pt x="56555" y="3163"/>
                </a:lnTo>
                <a:lnTo>
                  <a:pt x="57708" y="2456"/>
                </a:lnTo>
                <a:lnTo>
                  <a:pt x="58936" y="1824"/>
                </a:lnTo>
                <a:lnTo>
                  <a:pt x="59568" y="1526"/>
                </a:lnTo>
                <a:lnTo>
                  <a:pt x="60201" y="1303"/>
                </a:lnTo>
                <a:lnTo>
                  <a:pt x="60796" y="1080"/>
                </a:lnTo>
                <a:lnTo>
                  <a:pt x="61429" y="894"/>
                </a:lnTo>
                <a:lnTo>
                  <a:pt x="62061" y="782"/>
                </a:lnTo>
                <a:lnTo>
                  <a:pt x="62657" y="670"/>
                </a:lnTo>
                <a:lnTo>
                  <a:pt x="63289" y="633"/>
                </a:lnTo>
                <a:lnTo>
                  <a:pt x="63884" y="596"/>
                </a:lnTo>
                <a:close/>
                <a:moveTo>
                  <a:pt x="64033" y="1"/>
                </a:moveTo>
                <a:lnTo>
                  <a:pt x="63289" y="38"/>
                </a:lnTo>
                <a:lnTo>
                  <a:pt x="62545" y="112"/>
                </a:lnTo>
                <a:lnTo>
                  <a:pt x="61764" y="224"/>
                </a:lnTo>
                <a:lnTo>
                  <a:pt x="60982" y="410"/>
                </a:lnTo>
                <a:lnTo>
                  <a:pt x="60238" y="633"/>
                </a:lnTo>
                <a:lnTo>
                  <a:pt x="59457" y="931"/>
                </a:lnTo>
                <a:lnTo>
                  <a:pt x="58675" y="1266"/>
                </a:lnTo>
                <a:lnTo>
                  <a:pt x="57410" y="1936"/>
                </a:lnTo>
                <a:lnTo>
                  <a:pt x="56220" y="2642"/>
                </a:lnTo>
                <a:lnTo>
                  <a:pt x="55066" y="3424"/>
                </a:lnTo>
                <a:lnTo>
                  <a:pt x="53987" y="4242"/>
                </a:lnTo>
                <a:lnTo>
                  <a:pt x="52946" y="5135"/>
                </a:lnTo>
                <a:lnTo>
                  <a:pt x="51978" y="6065"/>
                </a:lnTo>
                <a:lnTo>
                  <a:pt x="51048" y="7070"/>
                </a:lnTo>
                <a:lnTo>
                  <a:pt x="50192" y="8112"/>
                </a:lnTo>
                <a:lnTo>
                  <a:pt x="49411" y="9191"/>
                </a:lnTo>
                <a:lnTo>
                  <a:pt x="48704" y="10307"/>
                </a:lnTo>
                <a:lnTo>
                  <a:pt x="48034" y="11460"/>
                </a:lnTo>
                <a:lnTo>
                  <a:pt x="47476" y="12688"/>
                </a:lnTo>
                <a:lnTo>
                  <a:pt x="46955" y="13916"/>
                </a:lnTo>
                <a:lnTo>
                  <a:pt x="46509" y="15218"/>
                </a:lnTo>
                <a:lnTo>
                  <a:pt x="46174" y="16521"/>
                </a:lnTo>
                <a:lnTo>
                  <a:pt x="45876" y="17860"/>
                </a:lnTo>
                <a:lnTo>
                  <a:pt x="45690" y="19125"/>
                </a:lnTo>
                <a:lnTo>
                  <a:pt x="45579" y="20427"/>
                </a:lnTo>
                <a:lnTo>
                  <a:pt x="45541" y="21692"/>
                </a:lnTo>
                <a:lnTo>
                  <a:pt x="45579" y="22995"/>
                </a:lnTo>
                <a:lnTo>
                  <a:pt x="42788" y="23106"/>
                </a:lnTo>
                <a:lnTo>
                  <a:pt x="40072" y="23181"/>
                </a:lnTo>
                <a:lnTo>
                  <a:pt x="37467" y="23143"/>
                </a:lnTo>
                <a:lnTo>
                  <a:pt x="34937" y="23069"/>
                </a:lnTo>
                <a:lnTo>
                  <a:pt x="32519" y="22920"/>
                </a:lnTo>
                <a:lnTo>
                  <a:pt x="30175" y="22734"/>
                </a:lnTo>
                <a:lnTo>
                  <a:pt x="27905" y="22474"/>
                </a:lnTo>
                <a:lnTo>
                  <a:pt x="25747" y="22176"/>
                </a:lnTo>
                <a:lnTo>
                  <a:pt x="23664" y="21841"/>
                </a:lnTo>
                <a:lnTo>
                  <a:pt x="21692" y="21506"/>
                </a:lnTo>
                <a:lnTo>
                  <a:pt x="19794" y="21097"/>
                </a:lnTo>
                <a:lnTo>
                  <a:pt x="18008" y="20688"/>
                </a:lnTo>
                <a:lnTo>
                  <a:pt x="16297" y="20279"/>
                </a:lnTo>
                <a:lnTo>
                  <a:pt x="14697" y="19832"/>
                </a:lnTo>
                <a:lnTo>
                  <a:pt x="13171" y="19386"/>
                </a:lnTo>
                <a:lnTo>
                  <a:pt x="11757" y="18902"/>
                </a:lnTo>
                <a:lnTo>
                  <a:pt x="9711" y="18195"/>
                </a:lnTo>
                <a:lnTo>
                  <a:pt x="7776" y="17451"/>
                </a:lnTo>
                <a:lnTo>
                  <a:pt x="6028" y="16744"/>
                </a:lnTo>
                <a:lnTo>
                  <a:pt x="4465" y="16037"/>
                </a:lnTo>
                <a:lnTo>
                  <a:pt x="3088" y="15330"/>
                </a:lnTo>
                <a:lnTo>
                  <a:pt x="1898" y="14697"/>
                </a:lnTo>
                <a:lnTo>
                  <a:pt x="856" y="14139"/>
                </a:lnTo>
                <a:lnTo>
                  <a:pt x="0" y="13656"/>
                </a:lnTo>
                <a:lnTo>
                  <a:pt x="0" y="14325"/>
                </a:lnTo>
                <a:lnTo>
                  <a:pt x="893" y="14846"/>
                </a:lnTo>
                <a:lnTo>
                  <a:pt x="1935" y="15404"/>
                </a:lnTo>
                <a:lnTo>
                  <a:pt x="3125" y="16037"/>
                </a:lnTo>
                <a:lnTo>
                  <a:pt x="4502" y="16707"/>
                </a:lnTo>
                <a:lnTo>
                  <a:pt x="6028" y="17376"/>
                </a:lnTo>
                <a:lnTo>
                  <a:pt x="7739" y="18083"/>
                </a:lnTo>
                <a:lnTo>
                  <a:pt x="9562" y="18790"/>
                </a:lnTo>
                <a:lnTo>
                  <a:pt x="11571" y="19460"/>
                </a:lnTo>
                <a:lnTo>
                  <a:pt x="12985" y="19944"/>
                </a:lnTo>
                <a:lnTo>
                  <a:pt x="14511" y="20390"/>
                </a:lnTo>
                <a:lnTo>
                  <a:pt x="16111" y="20837"/>
                </a:lnTo>
                <a:lnTo>
                  <a:pt x="17822" y="21246"/>
                </a:lnTo>
                <a:lnTo>
                  <a:pt x="19645" y="21692"/>
                </a:lnTo>
                <a:lnTo>
                  <a:pt x="21543" y="22064"/>
                </a:lnTo>
                <a:lnTo>
                  <a:pt x="23552" y="22437"/>
                </a:lnTo>
                <a:lnTo>
                  <a:pt x="25636" y="22771"/>
                </a:lnTo>
                <a:lnTo>
                  <a:pt x="27831" y="23069"/>
                </a:lnTo>
                <a:lnTo>
                  <a:pt x="30100" y="23292"/>
                </a:lnTo>
                <a:lnTo>
                  <a:pt x="32445" y="23516"/>
                </a:lnTo>
                <a:lnTo>
                  <a:pt x="34900" y="23664"/>
                </a:lnTo>
                <a:lnTo>
                  <a:pt x="37467" y="23739"/>
                </a:lnTo>
                <a:lnTo>
                  <a:pt x="40072" y="23776"/>
                </a:lnTo>
                <a:lnTo>
                  <a:pt x="42788" y="23702"/>
                </a:lnTo>
                <a:lnTo>
                  <a:pt x="45616" y="23590"/>
                </a:lnTo>
                <a:lnTo>
                  <a:pt x="45727" y="24706"/>
                </a:lnTo>
                <a:lnTo>
                  <a:pt x="45876" y="25822"/>
                </a:lnTo>
                <a:lnTo>
                  <a:pt x="46100" y="26901"/>
                </a:lnTo>
                <a:lnTo>
                  <a:pt x="46397" y="27980"/>
                </a:lnTo>
                <a:lnTo>
                  <a:pt x="46806" y="29245"/>
                </a:lnTo>
                <a:lnTo>
                  <a:pt x="47290" y="30473"/>
                </a:lnTo>
                <a:lnTo>
                  <a:pt x="47848" y="31664"/>
                </a:lnTo>
                <a:lnTo>
                  <a:pt x="48444" y="32817"/>
                </a:lnTo>
                <a:lnTo>
                  <a:pt x="49150" y="33933"/>
                </a:lnTo>
                <a:lnTo>
                  <a:pt x="49895" y="35012"/>
                </a:lnTo>
                <a:lnTo>
                  <a:pt x="50713" y="36054"/>
                </a:lnTo>
                <a:lnTo>
                  <a:pt x="51643" y="37059"/>
                </a:lnTo>
                <a:lnTo>
                  <a:pt x="52499" y="37877"/>
                </a:lnTo>
                <a:lnTo>
                  <a:pt x="53504" y="38808"/>
                </a:lnTo>
                <a:lnTo>
                  <a:pt x="54769" y="39775"/>
                </a:lnTo>
                <a:lnTo>
                  <a:pt x="56183" y="40780"/>
                </a:lnTo>
                <a:lnTo>
                  <a:pt x="57001" y="41338"/>
                </a:lnTo>
                <a:lnTo>
                  <a:pt x="57894" y="41859"/>
                </a:lnTo>
                <a:lnTo>
                  <a:pt x="58824" y="42417"/>
                </a:lnTo>
                <a:lnTo>
                  <a:pt x="59792" y="43012"/>
                </a:lnTo>
                <a:lnTo>
                  <a:pt x="60871" y="43570"/>
                </a:lnTo>
                <a:lnTo>
                  <a:pt x="61987" y="44165"/>
                </a:lnTo>
                <a:lnTo>
                  <a:pt x="63215" y="44761"/>
                </a:lnTo>
                <a:lnTo>
                  <a:pt x="64480" y="45356"/>
                </a:lnTo>
                <a:lnTo>
                  <a:pt x="65931" y="45356"/>
                </a:lnTo>
                <a:lnTo>
                  <a:pt x="63922" y="44463"/>
                </a:lnTo>
                <a:lnTo>
                  <a:pt x="61987" y="43496"/>
                </a:lnTo>
                <a:lnTo>
                  <a:pt x="60052" y="42454"/>
                </a:lnTo>
                <a:lnTo>
                  <a:pt x="58229" y="41412"/>
                </a:lnTo>
                <a:lnTo>
                  <a:pt x="57336" y="40854"/>
                </a:lnTo>
                <a:lnTo>
                  <a:pt x="56480" y="40259"/>
                </a:lnTo>
                <a:lnTo>
                  <a:pt x="55662" y="39701"/>
                </a:lnTo>
                <a:lnTo>
                  <a:pt x="54843" y="39105"/>
                </a:lnTo>
                <a:lnTo>
                  <a:pt x="54099" y="38510"/>
                </a:lnTo>
                <a:lnTo>
                  <a:pt x="53392" y="37877"/>
                </a:lnTo>
                <a:lnTo>
                  <a:pt x="52685" y="37282"/>
                </a:lnTo>
                <a:lnTo>
                  <a:pt x="52053" y="36612"/>
                </a:lnTo>
                <a:lnTo>
                  <a:pt x="51197" y="35682"/>
                </a:lnTo>
                <a:lnTo>
                  <a:pt x="50378" y="34640"/>
                </a:lnTo>
                <a:lnTo>
                  <a:pt x="49634" y="33599"/>
                </a:lnTo>
                <a:lnTo>
                  <a:pt x="48964" y="32520"/>
                </a:lnTo>
                <a:lnTo>
                  <a:pt x="48369" y="31403"/>
                </a:lnTo>
                <a:lnTo>
                  <a:pt x="47848" y="30250"/>
                </a:lnTo>
                <a:lnTo>
                  <a:pt x="47365" y="29059"/>
                </a:lnTo>
                <a:lnTo>
                  <a:pt x="46955" y="27832"/>
                </a:lnTo>
                <a:lnTo>
                  <a:pt x="46695" y="26753"/>
                </a:lnTo>
                <a:lnTo>
                  <a:pt x="46472" y="25711"/>
                </a:lnTo>
                <a:lnTo>
                  <a:pt x="46323" y="24632"/>
                </a:lnTo>
                <a:lnTo>
                  <a:pt x="46211" y="23553"/>
                </a:lnTo>
                <a:lnTo>
                  <a:pt x="48369" y="23404"/>
                </a:lnTo>
                <a:lnTo>
                  <a:pt x="50564" y="23181"/>
                </a:lnTo>
                <a:lnTo>
                  <a:pt x="51792" y="23069"/>
                </a:lnTo>
                <a:lnTo>
                  <a:pt x="52946" y="22883"/>
                </a:lnTo>
                <a:lnTo>
                  <a:pt x="54099" y="22734"/>
                </a:lnTo>
                <a:lnTo>
                  <a:pt x="55252" y="22548"/>
                </a:lnTo>
                <a:lnTo>
                  <a:pt x="56331" y="22325"/>
                </a:lnTo>
                <a:lnTo>
                  <a:pt x="57410" y="22102"/>
                </a:lnTo>
                <a:lnTo>
                  <a:pt x="58415" y="21841"/>
                </a:lnTo>
                <a:lnTo>
                  <a:pt x="59420" y="21581"/>
                </a:lnTo>
                <a:lnTo>
                  <a:pt x="60387" y="21283"/>
                </a:lnTo>
                <a:lnTo>
                  <a:pt x="61354" y="20985"/>
                </a:lnTo>
                <a:lnTo>
                  <a:pt x="62247" y="20651"/>
                </a:lnTo>
                <a:lnTo>
                  <a:pt x="63103" y="20316"/>
                </a:lnTo>
                <a:lnTo>
                  <a:pt x="63959" y="19944"/>
                </a:lnTo>
                <a:lnTo>
                  <a:pt x="64777" y="19572"/>
                </a:lnTo>
                <a:lnTo>
                  <a:pt x="65559" y="19162"/>
                </a:lnTo>
                <a:lnTo>
                  <a:pt x="66303" y="18753"/>
                </a:lnTo>
                <a:lnTo>
                  <a:pt x="66898" y="18381"/>
                </a:lnTo>
                <a:lnTo>
                  <a:pt x="67494" y="17972"/>
                </a:lnTo>
                <a:lnTo>
                  <a:pt x="68052" y="17600"/>
                </a:lnTo>
                <a:lnTo>
                  <a:pt x="68573" y="17190"/>
                </a:lnTo>
                <a:lnTo>
                  <a:pt x="69093" y="16744"/>
                </a:lnTo>
                <a:lnTo>
                  <a:pt x="69540" y="16335"/>
                </a:lnTo>
                <a:lnTo>
                  <a:pt x="69986" y="15888"/>
                </a:lnTo>
                <a:lnTo>
                  <a:pt x="70433" y="15442"/>
                </a:lnTo>
                <a:lnTo>
                  <a:pt x="70805" y="14958"/>
                </a:lnTo>
                <a:lnTo>
                  <a:pt x="71177" y="14511"/>
                </a:lnTo>
                <a:lnTo>
                  <a:pt x="71512" y="14028"/>
                </a:lnTo>
                <a:lnTo>
                  <a:pt x="71810" y="13544"/>
                </a:lnTo>
                <a:lnTo>
                  <a:pt x="72070" y="13023"/>
                </a:lnTo>
                <a:lnTo>
                  <a:pt x="72330" y="12539"/>
                </a:lnTo>
                <a:lnTo>
                  <a:pt x="72517" y="12019"/>
                </a:lnTo>
                <a:lnTo>
                  <a:pt x="72703" y="11498"/>
                </a:lnTo>
                <a:lnTo>
                  <a:pt x="72889" y="10865"/>
                </a:lnTo>
                <a:lnTo>
                  <a:pt x="73000" y="10233"/>
                </a:lnTo>
                <a:lnTo>
                  <a:pt x="73075" y="9600"/>
                </a:lnTo>
                <a:lnTo>
                  <a:pt x="73112" y="8968"/>
                </a:lnTo>
                <a:lnTo>
                  <a:pt x="73112" y="8335"/>
                </a:lnTo>
                <a:lnTo>
                  <a:pt x="73037" y="7703"/>
                </a:lnTo>
                <a:lnTo>
                  <a:pt x="72926" y="7107"/>
                </a:lnTo>
                <a:lnTo>
                  <a:pt x="72814" y="6512"/>
                </a:lnTo>
                <a:lnTo>
                  <a:pt x="72591" y="5917"/>
                </a:lnTo>
                <a:lnTo>
                  <a:pt x="72368" y="5321"/>
                </a:lnTo>
                <a:lnTo>
                  <a:pt x="72107" y="4763"/>
                </a:lnTo>
                <a:lnTo>
                  <a:pt x="71772" y="4242"/>
                </a:lnTo>
                <a:lnTo>
                  <a:pt x="71400" y="3721"/>
                </a:lnTo>
                <a:lnTo>
                  <a:pt x="70991" y="3201"/>
                </a:lnTo>
                <a:lnTo>
                  <a:pt x="70545" y="2717"/>
                </a:lnTo>
                <a:lnTo>
                  <a:pt x="70061" y="2270"/>
                </a:lnTo>
                <a:lnTo>
                  <a:pt x="69503" y="1824"/>
                </a:lnTo>
                <a:lnTo>
                  <a:pt x="68870" y="1415"/>
                </a:lnTo>
                <a:lnTo>
                  <a:pt x="68238" y="1043"/>
                </a:lnTo>
                <a:lnTo>
                  <a:pt x="67605" y="745"/>
                </a:lnTo>
                <a:lnTo>
                  <a:pt x="66898" y="484"/>
                </a:lnTo>
                <a:lnTo>
                  <a:pt x="66229" y="298"/>
                </a:lnTo>
                <a:lnTo>
                  <a:pt x="65522" y="150"/>
                </a:lnTo>
                <a:lnTo>
                  <a:pt x="64777" y="38"/>
                </a:lnTo>
                <a:lnTo>
                  <a:pt x="6403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accent6"/>
              </a:solidFill>
              <a:latin typeface="Nunito Sans"/>
              <a:ea typeface="Nunito Sans"/>
              <a:cs typeface="Nunito Sans"/>
              <a:sym typeface="Nunito Sans"/>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2">
  <p:cSld name="BLANK_1_1_1_1_1_1_1_1_1_1_1_2">
    <p:spTree>
      <p:nvGrpSpPr>
        <p:cNvPr id="509" name="Shape 509"/>
        <p:cNvGrpSpPr/>
        <p:nvPr/>
      </p:nvGrpSpPr>
      <p:grpSpPr>
        <a:xfrm>
          <a:off x="0" y="0"/>
          <a:ext cx="0" cy="0"/>
          <a:chOff x="0" y="0"/>
          <a:chExt cx="0" cy="0"/>
        </a:xfrm>
      </p:grpSpPr>
      <p:sp>
        <p:nvSpPr>
          <p:cNvPr id="510" name="Google Shape;510;p60"/>
          <p:cNvSpPr/>
          <p:nvPr/>
        </p:nvSpPr>
        <p:spPr>
          <a:xfrm rot="5400000">
            <a:off x="-3989680" y="1156257"/>
            <a:ext cx="7978200" cy="7978200"/>
          </a:xfrm>
          <a:prstGeom prst="pie">
            <a:avLst>
              <a:gd fmla="val 10792592" name="adj1"/>
              <a:gd fmla="val 16198514" name="adj2"/>
            </a:avLst>
          </a:prstGeom>
          <a:gradFill>
            <a:gsLst>
              <a:gs pos="0">
                <a:schemeClr val="accent1"/>
              </a:gs>
              <a:gs pos="64000">
                <a:schemeClr val="dk2"/>
              </a:gs>
              <a:gs pos="100000">
                <a:schemeClr val="dk2"/>
              </a:gs>
            </a:gsLst>
            <a:path path="circle">
              <a:fillToRect b="0%" l="0%" r="100%" t="100%"/>
            </a:path>
            <a:tileRect b="-100%" l="-100%" r="0%" t="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Nunito Sans"/>
              <a:ea typeface="Nunito Sans"/>
              <a:cs typeface="Nunito Sans"/>
              <a:sym typeface="Nunito Sans"/>
            </a:endParaRPr>
          </a:p>
        </p:txBody>
      </p:sp>
      <p:sp>
        <p:nvSpPr>
          <p:cNvPr id="511" name="Google Shape;511;p60"/>
          <p:cNvSpPr txBox="1"/>
          <p:nvPr>
            <p:ph idx="1" type="subTitle"/>
          </p:nvPr>
        </p:nvSpPr>
        <p:spPr>
          <a:xfrm>
            <a:off x="3584425" y="536550"/>
            <a:ext cx="404100" cy="4002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2"/>
              </a:buClr>
              <a:buSzPts val="1100"/>
              <a:buFont typeface="Nunito Sans SemiBold"/>
              <a:buNone/>
              <a:defRPr sz="1100">
                <a:solidFill>
                  <a:schemeClr val="dk2"/>
                </a:solidFill>
                <a:latin typeface="Nunito Sans SemiBold"/>
                <a:ea typeface="Nunito Sans SemiBold"/>
                <a:cs typeface="Nunito Sans SemiBold"/>
                <a:sym typeface="Nunito Sans SemiBold"/>
              </a:defRPr>
            </a:lvl1pPr>
            <a:lvl2pPr lvl="1"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2pPr>
            <a:lvl3pPr lvl="2"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3pPr>
            <a:lvl4pPr lvl="3"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4pPr>
            <a:lvl5pPr lvl="4"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5pPr>
            <a:lvl6pPr lvl="5"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6pPr>
            <a:lvl7pPr lvl="6"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7pPr>
            <a:lvl8pPr lvl="7"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8pPr>
            <a:lvl9pPr lvl="8"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9pPr>
          </a:lstStyle>
          <a:p/>
        </p:txBody>
      </p:sp>
      <p:sp>
        <p:nvSpPr>
          <p:cNvPr id="512" name="Google Shape;512;p60"/>
          <p:cNvSpPr txBox="1"/>
          <p:nvPr>
            <p:ph idx="2" type="subTitle"/>
          </p:nvPr>
        </p:nvSpPr>
        <p:spPr>
          <a:xfrm>
            <a:off x="3584425" y="1920650"/>
            <a:ext cx="404100" cy="4002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2"/>
              </a:buClr>
              <a:buSzPts val="1100"/>
              <a:buFont typeface="Nunito Sans SemiBold"/>
              <a:buNone/>
              <a:defRPr sz="1100">
                <a:solidFill>
                  <a:schemeClr val="dk2"/>
                </a:solidFill>
                <a:latin typeface="Nunito Sans SemiBold"/>
                <a:ea typeface="Nunito Sans SemiBold"/>
                <a:cs typeface="Nunito Sans SemiBold"/>
                <a:sym typeface="Nunito Sans SemiBold"/>
              </a:defRPr>
            </a:lvl1pPr>
            <a:lvl2pPr lvl="1"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2pPr>
            <a:lvl3pPr lvl="2"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3pPr>
            <a:lvl4pPr lvl="3"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4pPr>
            <a:lvl5pPr lvl="4"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5pPr>
            <a:lvl6pPr lvl="5"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6pPr>
            <a:lvl7pPr lvl="6"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7pPr>
            <a:lvl8pPr lvl="7"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8pPr>
            <a:lvl9pPr lvl="8"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9pPr>
          </a:lstStyle>
          <a:p/>
        </p:txBody>
      </p:sp>
      <p:sp>
        <p:nvSpPr>
          <p:cNvPr id="513" name="Google Shape;513;p60"/>
          <p:cNvSpPr txBox="1"/>
          <p:nvPr>
            <p:ph idx="3" type="subTitle"/>
          </p:nvPr>
        </p:nvSpPr>
        <p:spPr>
          <a:xfrm>
            <a:off x="3584425" y="3291625"/>
            <a:ext cx="404100" cy="4002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2"/>
              </a:buClr>
              <a:buSzPts val="1100"/>
              <a:buFont typeface="Nunito Sans SemiBold"/>
              <a:buNone/>
              <a:defRPr sz="1100">
                <a:solidFill>
                  <a:schemeClr val="dk2"/>
                </a:solidFill>
                <a:latin typeface="Nunito Sans SemiBold"/>
                <a:ea typeface="Nunito Sans SemiBold"/>
                <a:cs typeface="Nunito Sans SemiBold"/>
                <a:sym typeface="Nunito Sans SemiBold"/>
              </a:defRPr>
            </a:lvl1pPr>
            <a:lvl2pPr lvl="1"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2pPr>
            <a:lvl3pPr lvl="2"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3pPr>
            <a:lvl4pPr lvl="3"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4pPr>
            <a:lvl5pPr lvl="4"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5pPr>
            <a:lvl6pPr lvl="5"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6pPr>
            <a:lvl7pPr lvl="6"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7pPr>
            <a:lvl8pPr lvl="7"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8pPr>
            <a:lvl9pPr lvl="8"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9pPr>
          </a:lstStyle>
          <a:p/>
        </p:txBody>
      </p:sp>
      <p:sp>
        <p:nvSpPr>
          <p:cNvPr id="514" name="Google Shape;514;p60"/>
          <p:cNvSpPr txBox="1"/>
          <p:nvPr>
            <p:ph idx="4" type="subTitle"/>
          </p:nvPr>
        </p:nvSpPr>
        <p:spPr>
          <a:xfrm>
            <a:off x="3584425" y="3996800"/>
            <a:ext cx="404100" cy="4002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2"/>
              </a:buClr>
              <a:buSzPts val="1100"/>
              <a:buFont typeface="Nunito Sans SemiBold"/>
              <a:buNone/>
              <a:defRPr sz="1100">
                <a:solidFill>
                  <a:schemeClr val="dk2"/>
                </a:solidFill>
                <a:latin typeface="Nunito Sans SemiBold"/>
                <a:ea typeface="Nunito Sans SemiBold"/>
                <a:cs typeface="Nunito Sans SemiBold"/>
                <a:sym typeface="Nunito Sans SemiBold"/>
              </a:defRPr>
            </a:lvl1pPr>
            <a:lvl2pPr lvl="1"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2pPr>
            <a:lvl3pPr lvl="2"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3pPr>
            <a:lvl4pPr lvl="3"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4pPr>
            <a:lvl5pPr lvl="4"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5pPr>
            <a:lvl6pPr lvl="5"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6pPr>
            <a:lvl7pPr lvl="6"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7pPr>
            <a:lvl8pPr lvl="7"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8pPr>
            <a:lvl9pPr lvl="8"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9pPr>
          </a:lstStyle>
          <a:p/>
        </p:txBody>
      </p:sp>
      <p:sp>
        <p:nvSpPr>
          <p:cNvPr id="515" name="Google Shape;515;p60"/>
          <p:cNvSpPr txBox="1"/>
          <p:nvPr>
            <p:ph idx="5" type="subTitle"/>
          </p:nvPr>
        </p:nvSpPr>
        <p:spPr>
          <a:xfrm>
            <a:off x="3584425" y="1228600"/>
            <a:ext cx="404100" cy="4002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2"/>
              </a:buClr>
              <a:buSzPts val="1100"/>
              <a:buFont typeface="Nunito Sans SemiBold"/>
              <a:buNone/>
              <a:defRPr sz="1100">
                <a:solidFill>
                  <a:schemeClr val="dk2"/>
                </a:solidFill>
                <a:latin typeface="Nunito Sans SemiBold"/>
                <a:ea typeface="Nunito Sans SemiBold"/>
                <a:cs typeface="Nunito Sans SemiBold"/>
                <a:sym typeface="Nunito Sans SemiBold"/>
              </a:defRPr>
            </a:lvl1pPr>
            <a:lvl2pPr lvl="1"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2pPr>
            <a:lvl3pPr lvl="2"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3pPr>
            <a:lvl4pPr lvl="3"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4pPr>
            <a:lvl5pPr lvl="4"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5pPr>
            <a:lvl6pPr lvl="5"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6pPr>
            <a:lvl7pPr lvl="6"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7pPr>
            <a:lvl8pPr lvl="7"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8pPr>
            <a:lvl9pPr lvl="8"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9pPr>
          </a:lstStyle>
          <a:p/>
        </p:txBody>
      </p:sp>
      <p:sp>
        <p:nvSpPr>
          <p:cNvPr id="516" name="Google Shape;516;p60"/>
          <p:cNvSpPr txBox="1"/>
          <p:nvPr>
            <p:ph idx="6" type="subTitle"/>
          </p:nvPr>
        </p:nvSpPr>
        <p:spPr>
          <a:xfrm>
            <a:off x="3584425" y="2612700"/>
            <a:ext cx="404100" cy="4002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2"/>
              </a:buClr>
              <a:buSzPts val="1100"/>
              <a:buFont typeface="Nunito Sans SemiBold"/>
              <a:buNone/>
              <a:defRPr sz="1100">
                <a:solidFill>
                  <a:schemeClr val="dk2"/>
                </a:solidFill>
                <a:latin typeface="Nunito Sans SemiBold"/>
                <a:ea typeface="Nunito Sans SemiBold"/>
                <a:cs typeface="Nunito Sans SemiBold"/>
                <a:sym typeface="Nunito Sans SemiBold"/>
              </a:defRPr>
            </a:lvl1pPr>
            <a:lvl2pPr lvl="1"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2pPr>
            <a:lvl3pPr lvl="2"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3pPr>
            <a:lvl4pPr lvl="3"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4pPr>
            <a:lvl5pPr lvl="4"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5pPr>
            <a:lvl6pPr lvl="5"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6pPr>
            <a:lvl7pPr lvl="6"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7pPr>
            <a:lvl8pPr lvl="7"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8pPr>
            <a:lvl9pPr lvl="8"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9pPr>
          </a:lstStyle>
          <a:p/>
        </p:txBody>
      </p:sp>
      <p:pic>
        <p:nvPicPr>
          <p:cNvPr id="517" name="Google Shape;517;p60"/>
          <p:cNvPicPr preferRelativeResize="0"/>
          <p:nvPr/>
        </p:nvPicPr>
        <p:blipFill rotWithShape="1">
          <a:blip r:embed="rId2">
            <a:alphaModFix/>
          </a:blip>
          <a:srcRect b="4753" l="57201" r="0" t="0"/>
          <a:stretch/>
        </p:blipFill>
        <p:spPr>
          <a:xfrm>
            <a:off x="-2901" y="1345020"/>
            <a:ext cx="1711426" cy="3808700"/>
          </a:xfrm>
          <a:prstGeom prst="rect">
            <a:avLst/>
          </a:prstGeom>
          <a:noFill/>
          <a:ln>
            <a:noFill/>
          </a:ln>
        </p:spPr>
      </p:pic>
      <p:sp>
        <p:nvSpPr>
          <p:cNvPr id="518" name="Google Shape;518;p60"/>
          <p:cNvSpPr txBox="1"/>
          <p:nvPr>
            <p:ph idx="7" type="subTitle"/>
          </p:nvPr>
        </p:nvSpPr>
        <p:spPr>
          <a:xfrm>
            <a:off x="3986175" y="510300"/>
            <a:ext cx="3858900" cy="452700"/>
          </a:xfrm>
          <a:prstGeom prst="rect">
            <a:avLst/>
          </a:prstGeom>
        </p:spPr>
        <p:txBody>
          <a:bodyPr anchorCtr="0" anchor="ctr" bIns="91425" lIns="91425" spcFirstLastPara="1" rIns="91425" wrap="square" tIns="91425">
            <a:noAutofit/>
          </a:bodyPr>
          <a:lstStyle>
            <a:lvl1pPr lvl="0">
              <a:spcBef>
                <a:spcPts val="0"/>
              </a:spcBef>
              <a:spcAft>
                <a:spcPts val="0"/>
              </a:spcAft>
              <a:buSzPts val="1600"/>
              <a:buFont typeface="Poppins SemiBold"/>
              <a:buNone/>
              <a:defRPr>
                <a:latin typeface="Poppins SemiBold"/>
                <a:ea typeface="Poppins SemiBold"/>
                <a:cs typeface="Poppins SemiBold"/>
                <a:sym typeface="Poppins SemiBold"/>
              </a:defRPr>
            </a:lvl1pPr>
            <a:lvl2pPr lvl="1">
              <a:spcBef>
                <a:spcPts val="0"/>
              </a:spcBef>
              <a:spcAft>
                <a:spcPts val="0"/>
              </a:spcAft>
              <a:buSzPts val="1600"/>
              <a:buFont typeface="Poppins SemiBold"/>
              <a:buNone/>
              <a:defRPr>
                <a:latin typeface="Poppins SemiBold"/>
                <a:ea typeface="Poppins SemiBold"/>
                <a:cs typeface="Poppins SemiBold"/>
                <a:sym typeface="Poppins SemiBold"/>
              </a:defRPr>
            </a:lvl2pPr>
            <a:lvl3pPr lvl="2">
              <a:spcBef>
                <a:spcPts val="0"/>
              </a:spcBef>
              <a:spcAft>
                <a:spcPts val="0"/>
              </a:spcAft>
              <a:buSzPts val="1600"/>
              <a:buFont typeface="Poppins SemiBold"/>
              <a:buNone/>
              <a:defRPr>
                <a:latin typeface="Poppins SemiBold"/>
                <a:ea typeface="Poppins SemiBold"/>
                <a:cs typeface="Poppins SemiBold"/>
                <a:sym typeface="Poppins SemiBold"/>
              </a:defRPr>
            </a:lvl3pPr>
            <a:lvl4pPr lvl="3">
              <a:spcBef>
                <a:spcPts val="0"/>
              </a:spcBef>
              <a:spcAft>
                <a:spcPts val="0"/>
              </a:spcAft>
              <a:buSzPts val="1600"/>
              <a:buFont typeface="Poppins SemiBold"/>
              <a:buNone/>
              <a:defRPr>
                <a:latin typeface="Poppins SemiBold"/>
                <a:ea typeface="Poppins SemiBold"/>
                <a:cs typeface="Poppins SemiBold"/>
                <a:sym typeface="Poppins SemiBold"/>
              </a:defRPr>
            </a:lvl4pPr>
            <a:lvl5pPr lvl="4">
              <a:spcBef>
                <a:spcPts val="0"/>
              </a:spcBef>
              <a:spcAft>
                <a:spcPts val="0"/>
              </a:spcAft>
              <a:buSzPts val="1600"/>
              <a:buFont typeface="Poppins SemiBold"/>
              <a:buNone/>
              <a:defRPr>
                <a:latin typeface="Poppins SemiBold"/>
                <a:ea typeface="Poppins SemiBold"/>
                <a:cs typeface="Poppins SemiBold"/>
                <a:sym typeface="Poppins SemiBold"/>
              </a:defRPr>
            </a:lvl5pPr>
            <a:lvl6pPr lvl="5">
              <a:spcBef>
                <a:spcPts val="0"/>
              </a:spcBef>
              <a:spcAft>
                <a:spcPts val="0"/>
              </a:spcAft>
              <a:buSzPts val="1600"/>
              <a:buFont typeface="Poppins SemiBold"/>
              <a:buNone/>
              <a:defRPr>
                <a:latin typeface="Poppins SemiBold"/>
                <a:ea typeface="Poppins SemiBold"/>
                <a:cs typeface="Poppins SemiBold"/>
                <a:sym typeface="Poppins SemiBold"/>
              </a:defRPr>
            </a:lvl6pPr>
            <a:lvl7pPr lvl="6">
              <a:spcBef>
                <a:spcPts val="0"/>
              </a:spcBef>
              <a:spcAft>
                <a:spcPts val="0"/>
              </a:spcAft>
              <a:buSzPts val="1600"/>
              <a:buFont typeface="Poppins SemiBold"/>
              <a:buNone/>
              <a:defRPr>
                <a:latin typeface="Poppins SemiBold"/>
                <a:ea typeface="Poppins SemiBold"/>
                <a:cs typeface="Poppins SemiBold"/>
                <a:sym typeface="Poppins SemiBold"/>
              </a:defRPr>
            </a:lvl7pPr>
            <a:lvl8pPr lvl="7">
              <a:spcBef>
                <a:spcPts val="0"/>
              </a:spcBef>
              <a:spcAft>
                <a:spcPts val="0"/>
              </a:spcAft>
              <a:buSzPts val="1600"/>
              <a:buFont typeface="Poppins SemiBold"/>
              <a:buNone/>
              <a:defRPr>
                <a:latin typeface="Poppins SemiBold"/>
                <a:ea typeface="Poppins SemiBold"/>
                <a:cs typeface="Poppins SemiBold"/>
                <a:sym typeface="Poppins SemiBold"/>
              </a:defRPr>
            </a:lvl8pPr>
            <a:lvl9pPr lvl="8">
              <a:spcBef>
                <a:spcPts val="0"/>
              </a:spcBef>
              <a:spcAft>
                <a:spcPts val="0"/>
              </a:spcAft>
              <a:buSzPts val="1600"/>
              <a:buFont typeface="Poppins SemiBold"/>
              <a:buNone/>
              <a:defRPr>
                <a:latin typeface="Poppins SemiBold"/>
                <a:ea typeface="Poppins SemiBold"/>
                <a:cs typeface="Poppins SemiBold"/>
                <a:sym typeface="Poppins SemiBold"/>
              </a:defRPr>
            </a:lvl9pPr>
          </a:lstStyle>
          <a:p/>
        </p:txBody>
      </p:sp>
      <p:sp>
        <p:nvSpPr>
          <p:cNvPr id="519" name="Google Shape;519;p60"/>
          <p:cNvSpPr txBox="1"/>
          <p:nvPr>
            <p:ph idx="8" type="subTitle"/>
          </p:nvPr>
        </p:nvSpPr>
        <p:spPr>
          <a:xfrm>
            <a:off x="3986175" y="1202350"/>
            <a:ext cx="3858900" cy="452700"/>
          </a:xfrm>
          <a:prstGeom prst="rect">
            <a:avLst/>
          </a:prstGeom>
        </p:spPr>
        <p:txBody>
          <a:bodyPr anchorCtr="0" anchor="ctr" bIns="91425" lIns="91425" spcFirstLastPara="1" rIns="91425" wrap="square" tIns="91425">
            <a:noAutofit/>
          </a:bodyPr>
          <a:lstStyle>
            <a:lvl1pPr lvl="0">
              <a:spcBef>
                <a:spcPts val="0"/>
              </a:spcBef>
              <a:spcAft>
                <a:spcPts val="0"/>
              </a:spcAft>
              <a:buSzPts val="1600"/>
              <a:buFont typeface="Poppins SemiBold"/>
              <a:buNone/>
              <a:defRPr>
                <a:latin typeface="Poppins SemiBold"/>
                <a:ea typeface="Poppins SemiBold"/>
                <a:cs typeface="Poppins SemiBold"/>
                <a:sym typeface="Poppins SemiBold"/>
              </a:defRPr>
            </a:lvl1pPr>
            <a:lvl2pPr lvl="1">
              <a:spcBef>
                <a:spcPts val="0"/>
              </a:spcBef>
              <a:spcAft>
                <a:spcPts val="0"/>
              </a:spcAft>
              <a:buSzPts val="1600"/>
              <a:buFont typeface="Poppins SemiBold"/>
              <a:buNone/>
              <a:defRPr>
                <a:latin typeface="Poppins SemiBold"/>
                <a:ea typeface="Poppins SemiBold"/>
                <a:cs typeface="Poppins SemiBold"/>
                <a:sym typeface="Poppins SemiBold"/>
              </a:defRPr>
            </a:lvl2pPr>
            <a:lvl3pPr lvl="2">
              <a:spcBef>
                <a:spcPts val="0"/>
              </a:spcBef>
              <a:spcAft>
                <a:spcPts val="0"/>
              </a:spcAft>
              <a:buSzPts val="1600"/>
              <a:buFont typeface="Poppins SemiBold"/>
              <a:buNone/>
              <a:defRPr>
                <a:latin typeface="Poppins SemiBold"/>
                <a:ea typeface="Poppins SemiBold"/>
                <a:cs typeface="Poppins SemiBold"/>
                <a:sym typeface="Poppins SemiBold"/>
              </a:defRPr>
            </a:lvl3pPr>
            <a:lvl4pPr lvl="3">
              <a:spcBef>
                <a:spcPts val="0"/>
              </a:spcBef>
              <a:spcAft>
                <a:spcPts val="0"/>
              </a:spcAft>
              <a:buSzPts val="1600"/>
              <a:buFont typeface="Poppins SemiBold"/>
              <a:buNone/>
              <a:defRPr>
                <a:latin typeface="Poppins SemiBold"/>
                <a:ea typeface="Poppins SemiBold"/>
                <a:cs typeface="Poppins SemiBold"/>
                <a:sym typeface="Poppins SemiBold"/>
              </a:defRPr>
            </a:lvl4pPr>
            <a:lvl5pPr lvl="4">
              <a:spcBef>
                <a:spcPts val="0"/>
              </a:spcBef>
              <a:spcAft>
                <a:spcPts val="0"/>
              </a:spcAft>
              <a:buSzPts val="1600"/>
              <a:buFont typeface="Poppins SemiBold"/>
              <a:buNone/>
              <a:defRPr>
                <a:latin typeface="Poppins SemiBold"/>
                <a:ea typeface="Poppins SemiBold"/>
                <a:cs typeface="Poppins SemiBold"/>
                <a:sym typeface="Poppins SemiBold"/>
              </a:defRPr>
            </a:lvl5pPr>
            <a:lvl6pPr lvl="5">
              <a:spcBef>
                <a:spcPts val="0"/>
              </a:spcBef>
              <a:spcAft>
                <a:spcPts val="0"/>
              </a:spcAft>
              <a:buSzPts val="1600"/>
              <a:buFont typeface="Poppins SemiBold"/>
              <a:buNone/>
              <a:defRPr>
                <a:latin typeface="Poppins SemiBold"/>
                <a:ea typeface="Poppins SemiBold"/>
                <a:cs typeface="Poppins SemiBold"/>
                <a:sym typeface="Poppins SemiBold"/>
              </a:defRPr>
            </a:lvl6pPr>
            <a:lvl7pPr lvl="6">
              <a:spcBef>
                <a:spcPts val="0"/>
              </a:spcBef>
              <a:spcAft>
                <a:spcPts val="0"/>
              </a:spcAft>
              <a:buSzPts val="1600"/>
              <a:buFont typeface="Poppins SemiBold"/>
              <a:buNone/>
              <a:defRPr>
                <a:latin typeface="Poppins SemiBold"/>
                <a:ea typeface="Poppins SemiBold"/>
                <a:cs typeface="Poppins SemiBold"/>
                <a:sym typeface="Poppins SemiBold"/>
              </a:defRPr>
            </a:lvl7pPr>
            <a:lvl8pPr lvl="7">
              <a:spcBef>
                <a:spcPts val="0"/>
              </a:spcBef>
              <a:spcAft>
                <a:spcPts val="0"/>
              </a:spcAft>
              <a:buSzPts val="1600"/>
              <a:buFont typeface="Poppins SemiBold"/>
              <a:buNone/>
              <a:defRPr>
                <a:latin typeface="Poppins SemiBold"/>
                <a:ea typeface="Poppins SemiBold"/>
                <a:cs typeface="Poppins SemiBold"/>
                <a:sym typeface="Poppins SemiBold"/>
              </a:defRPr>
            </a:lvl8pPr>
            <a:lvl9pPr lvl="8">
              <a:spcBef>
                <a:spcPts val="0"/>
              </a:spcBef>
              <a:spcAft>
                <a:spcPts val="0"/>
              </a:spcAft>
              <a:buSzPts val="1600"/>
              <a:buFont typeface="Poppins SemiBold"/>
              <a:buNone/>
              <a:defRPr>
                <a:latin typeface="Poppins SemiBold"/>
                <a:ea typeface="Poppins SemiBold"/>
                <a:cs typeface="Poppins SemiBold"/>
                <a:sym typeface="Poppins SemiBold"/>
              </a:defRPr>
            </a:lvl9pPr>
          </a:lstStyle>
          <a:p/>
        </p:txBody>
      </p:sp>
      <p:sp>
        <p:nvSpPr>
          <p:cNvPr id="520" name="Google Shape;520;p60"/>
          <p:cNvSpPr txBox="1"/>
          <p:nvPr>
            <p:ph idx="9" type="subTitle"/>
          </p:nvPr>
        </p:nvSpPr>
        <p:spPr>
          <a:xfrm>
            <a:off x="3986175" y="1894400"/>
            <a:ext cx="3858900" cy="452700"/>
          </a:xfrm>
          <a:prstGeom prst="rect">
            <a:avLst/>
          </a:prstGeom>
        </p:spPr>
        <p:txBody>
          <a:bodyPr anchorCtr="0" anchor="ctr" bIns="91425" lIns="91425" spcFirstLastPara="1" rIns="91425" wrap="square" tIns="91425">
            <a:noAutofit/>
          </a:bodyPr>
          <a:lstStyle>
            <a:lvl1pPr lvl="0">
              <a:spcBef>
                <a:spcPts val="0"/>
              </a:spcBef>
              <a:spcAft>
                <a:spcPts val="0"/>
              </a:spcAft>
              <a:buSzPts val="1600"/>
              <a:buFont typeface="Poppins SemiBold"/>
              <a:buNone/>
              <a:defRPr>
                <a:latin typeface="Poppins SemiBold"/>
                <a:ea typeface="Poppins SemiBold"/>
                <a:cs typeface="Poppins SemiBold"/>
                <a:sym typeface="Poppins SemiBold"/>
              </a:defRPr>
            </a:lvl1pPr>
            <a:lvl2pPr lvl="1">
              <a:spcBef>
                <a:spcPts val="0"/>
              </a:spcBef>
              <a:spcAft>
                <a:spcPts val="0"/>
              </a:spcAft>
              <a:buSzPts val="1600"/>
              <a:buFont typeface="Poppins SemiBold"/>
              <a:buNone/>
              <a:defRPr>
                <a:latin typeface="Poppins SemiBold"/>
                <a:ea typeface="Poppins SemiBold"/>
                <a:cs typeface="Poppins SemiBold"/>
                <a:sym typeface="Poppins SemiBold"/>
              </a:defRPr>
            </a:lvl2pPr>
            <a:lvl3pPr lvl="2">
              <a:spcBef>
                <a:spcPts val="0"/>
              </a:spcBef>
              <a:spcAft>
                <a:spcPts val="0"/>
              </a:spcAft>
              <a:buSzPts val="1600"/>
              <a:buFont typeface="Poppins SemiBold"/>
              <a:buNone/>
              <a:defRPr>
                <a:latin typeface="Poppins SemiBold"/>
                <a:ea typeface="Poppins SemiBold"/>
                <a:cs typeface="Poppins SemiBold"/>
                <a:sym typeface="Poppins SemiBold"/>
              </a:defRPr>
            </a:lvl3pPr>
            <a:lvl4pPr lvl="3">
              <a:spcBef>
                <a:spcPts val="0"/>
              </a:spcBef>
              <a:spcAft>
                <a:spcPts val="0"/>
              </a:spcAft>
              <a:buSzPts val="1600"/>
              <a:buFont typeface="Poppins SemiBold"/>
              <a:buNone/>
              <a:defRPr>
                <a:latin typeface="Poppins SemiBold"/>
                <a:ea typeface="Poppins SemiBold"/>
                <a:cs typeface="Poppins SemiBold"/>
                <a:sym typeface="Poppins SemiBold"/>
              </a:defRPr>
            </a:lvl4pPr>
            <a:lvl5pPr lvl="4">
              <a:spcBef>
                <a:spcPts val="0"/>
              </a:spcBef>
              <a:spcAft>
                <a:spcPts val="0"/>
              </a:spcAft>
              <a:buSzPts val="1600"/>
              <a:buFont typeface="Poppins SemiBold"/>
              <a:buNone/>
              <a:defRPr>
                <a:latin typeface="Poppins SemiBold"/>
                <a:ea typeface="Poppins SemiBold"/>
                <a:cs typeface="Poppins SemiBold"/>
                <a:sym typeface="Poppins SemiBold"/>
              </a:defRPr>
            </a:lvl5pPr>
            <a:lvl6pPr lvl="5">
              <a:spcBef>
                <a:spcPts val="0"/>
              </a:spcBef>
              <a:spcAft>
                <a:spcPts val="0"/>
              </a:spcAft>
              <a:buSzPts val="1600"/>
              <a:buFont typeface="Poppins SemiBold"/>
              <a:buNone/>
              <a:defRPr>
                <a:latin typeface="Poppins SemiBold"/>
                <a:ea typeface="Poppins SemiBold"/>
                <a:cs typeface="Poppins SemiBold"/>
                <a:sym typeface="Poppins SemiBold"/>
              </a:defRPr>
            </a:lvl6pPr>
            <a:lvl7pPr lvl="6">
              <a:spcBef>
                <a:spcPts val="0"/>
              </a:spcBef>
              <a:spcAft>
                <a:spcPts val="0"/>
              </a:spcAft>
              <a:buSzPts val="1600"/>
              <a:buFont typeface="Poppins SemiBold"/>
              <a:buNone/>
              <a:defRPr>
                <a:latin typeface="Poppins SemiBold"/>
                <a:ea typeface="Poppins SemiBold"/>
                <a:cs typeface="Poppins SemiBold"/>
                <a:sym typeface="Poppins SemiBold"/>
              </a:defRPr>
            </a:lvl7pPr>
            <a:lvl8pPr lvl="7">
              <a:spcBef>
                <a:spcPts val="0"/>
              </a:spcBef>
              <a:spcAft>
                <a:spcPts val="0"/>
              </a:spcAft>
              <a:buSzPts val="1600"/>
              <a:buFont typeface="Poppins SemiBold"/>
              <a:buNone/>
              <a:defRPr>
                <a:latin typeface="Poppins SemiBold"/>
                <a:ea typeface="Poppins SemiBold"/>
                <a:cs typeface="Poppins SemiBold"/>
                <a:sym typeface="Poppins SemiBold"/>
              </a:defRPr>
            </a:lvl8pPr>
            <a:lvl9pPr lvl="8">
              <a:spcBef>
                <a:spcPts val="0"/>
              </a:spcBef>
              <a:spcAft>
                <a:spcPts val="0"/>
              </a:spcAft>
              <a:buSzPts val="1600"/>
              <a:buFont typeface="Poppins SemiBold"/>
              <a:buNone/>
              <a:defRPr>
                <a:latin typeface="Poppins SemiBold"/>
                <a:ea typeface="Poppins SemiBold"/>
                <a:cs typeface="Poppins SemiBold"/>
                <a:sym typeface="Poppins SemiBold"/>
              </a:defRPr>
            </a:lvl9pPr>
          </a:lstStyle>
          <a:p/>
        </p:txBody>
      </p:sp>
      <p:sp>
        <p:nvSpPr>
          <p:cNvPr id="521" name="Google Shape;521;p60"/>
          <p:cNvSpPr txBox="1"/>
          <p:nvPr>
            <p:ph idx="13" type="subTitle"/>
          </p:nvPr>
        </p:nvSpPr>
        <p:spPr>
          <a:xfrm>
            <a:off x="3986175" y="2586450"/>
            <a:ext cx="3858900" cy="452700"/>
          </a:xfrm>
          <a:prstGeom prst="rect">
            <a:avLst/>
          </a:prstGeom>
        </p:spPr>
        <p:txBody>
          <a:bodyPr anchorCtr="0" anchor="ctr" bIns="91425" lIns="91425" spcFirstLastPara="1" rIns="91425" wrap="square" tIns="91425">
            <a:noAutofit/>
          </a:bodyPr>
          <a:lstStyle>
            <a:lvl1pPr lvl="0">
              <a:spcBef>
                <a:spcPts val="0"/>
              </a:spcBef>
              <a:spcAft>
                <a:spcPts val="0"/>
              </a:spcAft>
              <a:buSzPts val="1600"/>
              <a:buFont typeface="Poppins SemiBold"/>
              <a:buNone/>
              <a:defRPr>
                <a:latin typeface="Poppins SemiBold"/>
                <a:ea typeface="Poppins SemiBold"/>
                <a:cs typeface="Poppins SemiBold"/>
                <a:sym typeface="Poppins SemiBold"/>
              </a:defRPr>
            </a:lvl1pPr>
            <a:lvl2pPr lvl="1">
              <a:spcBef>
                <a:spcPts val="0"/>
              </a:spcBef>
              <a:spcAft>
                <a:spcPts val="0"/>
              </a:spcAft>
              <a:buSzPts val="1600"/>
              <a:buFont typeface="Poppins SemiBold"/>
              <a:buNone/>
              <a:defRPr>
                <a:latin typeface="Poppins SemiBold"/>
                <a:ea typeface="Poppins SemiBold"/>
                <a:cs typeface="Poppins SemiBold"/>
                <a:sym typeface="Poppins SemiBold"/>
              </a:defRPr>
            </a:lvl2pPr>
            <a:lvl3pPr lvl="2">
              <a:spcBef>
                <a:spcPts val="0"/>
              </a:spcBef>
              <a:spcAft>
                <a:spcPts val="0"/>
              </a:spcAft>
              <a:buSzPts val="1600"/>
              <a:buFont typeface="Poppins SemiBold"/>
              <a:buNone/>
              <a:defRPr>
                <a:latin typeface="Poppins SemiBold"/>
                <a:ea typeface="Poppins SemiBold"/>
                <a:cs typeface="Poppins SemiBold"/>
                <a:sym typeface="Poppins SemiBold"/>
              </a:defRPr>
            </a:lvl3pPr>
            <a:lvl4pPr lvl="3">
              <a:spcBef>
                <a:spcPts val="0"/>
              </a:spcBef>
              <a:spcAft>
                <a:spcPts val="0"/>
              </a:spcAft>
              <a:buSzPts val="1600"/>
              <a:buFont typeface="Poppins SemiBold"/>
              <a:buNone/>
              <a:defRPr>
                <a:latin typeface="Poppins SemiBold"/>
                <a:ea typeface="Poppins SemiBold"/>
                <a:cs typeface="Poppins SemiBold"/>
                <a:sym typeface="Poppins SemiBold"/>
              </a:defRPr>
            </a:lvl4pPr>
            <a:lvl5pPr lvl="4">
              <a:spcBef>
                <a:spcPts val="0"/>
              </a:spcBef>
              <a:spcAft>
                <a:spcPts val="0"/>
              </a:spcAft>
              <a:buSzPts val="1600"/>
              <a:buFont typeface="Poppins SemiBold"/>
              <a:buNone/>
              <a:defRPr>
                <a:latin typeface="Poppins SemiBold"/>
                <a:ea typeface="Poppins SemiBold"/>
                <a:cs typeface="Poppins SemiBold"/>
                <a:sym typeface="Poppins SemiBold"/>
              </a:defRPr>
            </a:lvl5pPr>
            <a:lvl6pPr lvl="5">
              <a:spcBef>
                <a:spcPts val="0"/>
              </a:spcBef>
              <a:spcAft>
                <a:spcPts val="0"/>
              </a:spcAft>
              <a:buSzPts val="1600"/>
              <a:buFont typeface="Poppins SemiBold"/>
              <a:buNone/>
              <a:defRPr>
                <a:latin typeface="Poppins SemiBold"/>
                <a:ea typeface="Poppins SemiBold"/>
                <a:cs typeface="Poppins SemiBold"/>
                <a:sym typeface="Poppins SemiBold"/>
              </a:defRPr>
            </a:lvl6pPr>
            <a:lvl7pPr lvl="6">
              <a:spcBef>
                <a:spcPts val="0"/>
              </a:spcBef>
              <a:spcAft>
                <a:spcPts val="0"/>
              </a:spcAft>
              <a:buSzPts val="1600"/>
              <a:buFont typeface="Poppins SemiBold"/>
              <a:buNone/>
              <a:defRPr>
                <a:latin typeface="Poppins SemiBold"/>
                <a:ea typeface="Poppins SemiBold"/>
                <a:cs typeface="Poppins SemiBold"/>
                <a:sym typeface="Poppins SemiBold"/>
              </a:defRPr>
            </a:lvl7pPr>
            <a:lvl8pPr lvl="7">
              <a:spcBef>
                <a:spcPts val="0"/>
              </a:spcBef>
              <a:spcAft>
                <a:spcPts val="0"/>
              </a:spcAft>
              <a:buSzPts val="1600"/>
              <a:buFont typeface="Poppins SemiBold"/>
              <a:buNone/>
              <a:defRPr>
                <a:latin typeface="Poppins SemiBold"/>
                <a:ea typeface="Poppins SemiBold"/>
                <a:cs typeface="Poppins SemiBold"/>
                <a:sym typeface="Poppins SemiBold"/>
              </a:defRPr>
            </a:lvl8pPr>
            <a:lvl9pPr lvl="8">
              <a:spcBef>
                <a:spcPts val="0"/>
              </a:spcBef>
              <a:spcAft>
                <a:spcPts val="0"/>
              </a:spcAft>
              <a:buSzPts val="1600"/>
              <a:buFont typeface="Poppins SemiBold"/>
              <a:buNone/>
              <a:defRPr>
                <a:latin typeface="Poppins SemiBold"/>
                <a:ea typeface="Poppins SemiBold"/>
                <a:cs typeface="Poppins SemiBold"/>
                <a:sym typeface="Poppins SemiBold"/>
              </a:defRPr>
            </a:lvl9pPr>
          </a:lstStyle>
          <a:p/>
        </p:txBody>
      </p:sp>
      <p:sp>
        <p:nvSpPr>
          <p:cNvPr id="522" name="Google Shape;522;p60"/>
          <p:cNvSpPr txBox="1"/>
          <p:nvPr>
            <p:ph idx="14" type="subTitle"/>
          </p:nvPr>
        </p:nvSpPr>
        <p:spPr>
          <a:xfrm>
            <a:off x="3986175" y="3278500"/>
            <a:ext cx="3858900" cy="452700"/>
          </a:xfrm>
          <a:prstGeom prst="rect">
            <a:avLst/>
          </a:prstGeom>
        </p:spPr>
        <p:txBody>
          <a:bodyPr anchorCtr="0" anchor="ctr" bIns="91425" lIns="91425" spcFirstLastPara="1" rIns="91425" wrap="square" tIns="91425">
            <a:noAutofit/>
          </a:bodyPr>
          <a:lstStyle>
            <a:lvl1pPr lvl="0">
              <a:spcBef>
                <a:spcPts val="0"/>
              </a:spcBef>
              <a:spcAft>
                <a:spcPts val="0"/>
              </a:spcAft>
              <a:buSzPts val="1600"/>
              <a:buFont typeface="Poppins SemiBold"/>
              <a:buNone/>
              <a:defRPr>
                <a:latin typeface="Poppins SemiBold"/>
                <a:ea typeface="Poppins SemiBold"/>
                <a:cs typeface="Poppins SemiBold"/>
                <a:sym typeface="Poppins SemiBold"/>
              </a:defRPr>
            </a:lvl1pPr>
            <a:lvl2pPr lvl="1">
              <a:spcBef>
                <a:spcPts val="0"/>
              </a:spcBef>
              <a:spcAft>
                <a:spcPts val="0"/>
              </a:spcAft>
              <a:buSzPts val="1600"/>
              <a:buFont typeface="Poppins SemiBold"/>
              <a:buNone/>
              <a:defRPr>
                <a:latin typeface="Poppins SemiBold"/>
                <a:ea typeface="Poppins SemiBold"/>
                <a:cs typeface="Poppins SemiBold"/>
                <a:sym typeface="Poppins SemiBold"/>
              </a:defRPr>
            </a:lvl2pPr>
            <a:lvl3pPr lvl="2">
              <a:spcBef>
                <a:spcPts val="0"/>
              </a:spcBef>
              <a:spcAft>
                <a:spcPts val="0"/>
              </a:spcAft>
              <a:buSzPts val="1600"/>
              <a:buFont typeface="Poppins SemiBold"/>
              <a:buNone/>
              <a:defRPr>
                <a:latin typeface="Poppins SemiBold"/>
                <a:ea typeface="Poppins SemiBold"/>
                <a:cs typeface="Poppins SemiBold"/>
                <a:sym typeface="Poppins SemiBold"/>
              </a:defRPr>
            </a:lvl3pPr>
            <a:lvl4pPr lvl="3">
              <a:spcBef>
                <a:spcPts val="0"/>
              </a:spcBef>
              <a:spcAft>
                <a:spcPts val="0"/>
              </a:spcAft>
              <a:buSzPts val="1600"/>
              <a:buFont typeface="Poppins SemiBold"/>
              <a:buNone/>
              <a:defRPr>
                <a:latin typeface="Poppins SemiBold"/>
                <a:ea typeface="Poppins SemiBold"/>
                <a:cs typeface="Poppins SemiBold"/>
                <a:sym typeface="Poppins SemiBold"/>
              </a:defRPr>
            </a:lvl4pPr>
            <a:lvl5pPr lvl="4">
              <a:spcBef>
                <a:spcPts val="0"/>
              </a:spcBef>
              <a:spcAft>
                <a:spcPts val="0"/>
              </a:spcAft>
              <a:buSzPts val="1600"/>
              <a:buFont typeface="Poppins SemiBold"/>
              <a:buNone/>
              <a:defRPr>
                <a:latin typeface="Poppins SemiBold"/>
                <a:ea typeface="Poppins SemiBold"/>
                <a:cs typeface="Poppins SemiBold"/>
                <a:sym typeface="Poppins SemiBold"/>
              </a:defRPr>
            </a:lvl5pPr>
            <a:lvl6pPr lvl="5">
              <a:spcBef>
                <a:spcPts val="0"/>
              </a:spcBef>
              <a:spcAft>
                <a:spcPts val="0"/>
              </a:spcAft>
              <a:buSzPts val="1600"/>
              <a:buFont typeface="Poppins SemiBold"/>
              <a:buNone/>
              <a:defRPr>
                <a:latin typeface="Poppins SemiBold"/>
                <a:ea typeface="Poppins SemiBold"/>
                <a:cs typeface="Poppins SemiBold"/>
                <a:sym typeface="Poppins SemiBold"/>
              </a:defRPr>
            </a:lvl6pPr>
            <a:lvl7pPr lvl="6">
              <a:spcBef>
                <a:spcPts val="0"/>
              </a:spcBef>
              <a:spcAft>
                <a:spcPts val="0"/>
              </a:spcAft>
              <a:buSzPts val="1600"/>
              <a:buFont typeface="Poppins SemiBold"/>
              <a:buNone/>
              <a:defRPr>
                <a:latin typeface="Poppins SemiBold"/>
                <a:ea typeface="Poppins SemiBold"/>
                <a:cs typeface="Poppins SemiBold"/>
                <a:sym typeface="Poppins SemiBold"/>
              </a:defRPr>
            </a:lvl7pPr>
            <a:lvl8pPr lvl="7">
              <a:spcBef>
                <a:spcPts val="0"/>
              </a:spcBef>
              <a:spcAft>
                <a:spcPts val="0"/>
              </a:spcAft>
              <a:buSzPts val="1600"/>
              <a:buFont typeface="Poppins SemiBold"/>
              <a:buNone/>
              <a:defRPr>
                <a:latin typeface="Poppins SemiBold"/>
                <a:ea typeface="Poppins SemiBold"/>
                <a:cs typeface="Poppins SemiBold"/>
                <a:sym typeface="Poppins SemiBold"/>
              </a:defRPr>
            </a:lvl8pPr>
            <a:lvl9pPr lvl="8">
              <a:spcBef>
                <a:spcPts val="0"/>
              </a:spcBef>
              <a:spcAft>
                <a:spcPts val="0"/>
              </a:spcAft>
              <a:buSzPts val="1600"/>
              <a:buFont typeface="Poppins SemiBold"/>
              <a:buNone/>
              <a:defRPr>
                <a:latin typeface="Poppins SemiBold"/>
                <a:ea typeface="Poppins SemiBold"/>
                <a:cs typeface="Poppins SemiBold"/>
                <a:sym typeface="Poppins SemiBold"/>
              </a:defRPr>
            </a:lvl9pPr>
          </a:lstStyle>
          <a:p/>
        </p:txBody>
      </p:sp>
      <p:sp>
        <p:nvSpPr>
          <p:cNvPr id="523" name="Google Shape;523;p60"/>
          <p:cNvSpPr txBox="1"/>
          <p:nvPr>
            <p:ph idx="15" type="subTitle"/>
          </p:nvPr>
        </p:nvSpPr>
        <p:spPr>
          <a:xfrm>
            <a:off x="3986175" y="3970550"/>
            <a:ext cx="3858900" cy="452700"/>
          </a:xfrm>
          <a:prstGeom prst="rect">
            <a:avLst/>
          </a:prstGeom>
        </p:spPr>
        <p:txBody>
          <a:bodyPr anchorCtr="0" anchor="ctr" bIns="91425" lIns="91425" spcFirstLastPara="1" rIns="91425" wrap="square" tIns="91425">
            <a:noAutofit/>
          </a:bodyPr>
          <a:lstStyle>
            <a:lvl1pPr lvl="0">
              <a:spcBef>
                <a:spcPts val="0"/>
              </a:spcBef>
              <a:spcAft>
                <a:spcPts val="0"/>
              </a:spcAft>
              <a:buSzPts val="1600"/>
              <a:buFont typeface="Poppins SemiBold"/>
              <a:buNone/>
              <a:defRPr>
                <a:latin typeface="Poppins SemiBold"/>
                <a:ea typeface="Poppins SemiBold"/>
                <a:cs typeface="Poppins SemiBold"/>
                <a:sym typeface="Poppins SemiBold"/>
              </a:defRPr>
            </a:lvl1pPr>
            <a:lvl2pPr lvl="1">
              <a:spcBef>
                <a:spcPts val="0"/>
              </a:spcBef>
              <a:spcAft>
                <a:spcPts val="0"/>
              </a:spcAft>
              <a:buSzPts val="1600"/>
              <a:buFont typeface="Poppins SemiBold"/>
              <a:buNone/>
              <a:defRPr>
                <a:latin typeface="Poppins SemiBold"/>
                <a:ea typeface="Poppins SemiBold"/>
                <a:cs typeface="Poppins SemiBold"/>
                <a:sym typeface="Poppins SemiBold"/>
              </a:defRPr>
            </a:lvl2pPr>
            <a:lvl3pPr lvl="2">
              <a:spcBef>
                <a:spcPts val="0"/>
              </a:spcBef>
              <a:spcAft>
                <a:spcPts val="0"/>
              </a:spcAft>
              <a:buSzPts val="1600"/>
              <a:buFont typeface="Poppins SemiBold"/>
              <a:buNone/>
              <a:defRPr>
                <a:latin typeface="Poppins SemiBold"/>
                <a:ea typeface="Poppins SemiBold"/>
                <a:cs typeface="Poppins SemiBold"/>
                <a:sym typeface="Poppins SemiBold"/>
              </a:defRPr>
            </a:lvl3pPr>
            <a:lvl4pPr lvl="3">
              <a:spcBef>
                <a:spcPts val="0"/>
              </a:spcBef>
              <a:spcAft>
                <a:spcPts val="0"/>
              </a:spcAft>
              <a:buSzPts val="1600"/>
              <a:buFont typeface="Poppins SemiBold"/>
              <a:buNone/>
              <a:defRPr>
                <a:latin typeface="Poppins SemiBold"/>
                <a:ea typeface="Poppins SemiBold"/>
                <a:cs typeface="Poppins SemiBold"/>
                <a:sym typeface="Poppins SemiBold"/>
              </a:defRPr>
            </a:lvl4pPr>
            <a:lvl5pPr lvl="4">
              <a:spcBef>
                <a:spcPts val="0"/>
              </a:spcBef>
              <a:spcAft>
                <a:spcPts val="0"/>
              </a:spcAft>
              <a:buSzPts val="1600"/>
              <a:buFont typeface="Poppins SemiBold"/>
              <a:buNone/>
              <a:defRPr>
                <a:latin typeface="Poppins SemiBold"/>
                <a:ea typeface="Poppins SemiBold"/>
                <a:cs typeface="Poppins SemiBold"/>
                <a:sym typeface="Poppins SemiBold"/>
              </a:defRPr>
            </a:lvl5pPr>
            <a:lvl6pPr lvl="5">
              <a:spcBef>
                <a:spcPts val="0"/>
              </a:spcBef>
              <a:spcAft>
                <a:spcPts val="0"/>
              </a:spcAft>
              <a:buSzPts val="1600"/>
              <a:buFont typeface="Poppins SemiBold"/>
              <a:buNone/>
              <a:defRPr>
                <a:latin typeface="Poppins SemiBold"/>
                <a:ea typeface="Poppins SemiBold"/>
                <a:cs typeface="Poppins SemiBold"/>
                <a:sym typeface="Poppins SemiBold"/>
              </a:defRPr>
            </a:lvl6pPr>
            <a:lvl7pPr lvl="6">
              <a:spcBef>
                <a:spcPts val="0"/>
              </a:spcBef>
              <a:spcAft>
                <a:spcPts val="0"/>
              </a:spcAft>
              <a:buSzPts val="1600"/>
              <a:buFont typeface="Poppins SemiBold"/>
              <a:buNone/>
              <a:defRPr>
                <a:latin typeface="Poppins SemiBold"/>
                <a:ea typeface="Poppins SemiBold"/>
                <a:cs typeface="Poppins SemiBold"/>
                <a:sym typeface="Poppins SemiBold"/>
              </a:defRPr>
            </a:lvl7pPr>
            <a:lvl8pPr lvl="7">
              <a:spcBef>
                <a:spcPts val="0"/>
              </a:spcBef>
              <a:spcAft>
                <a:spcPts val="0"/>
              </a:spcAft>
              <a:buSzPts val="1600"/>
              <a:buFont typeface="Poppins SemiBold"/>
              <a:buNone/>
              <a:defRPr>
                <a:latin typeface="Poppins SemiBold"/>
                <a:ea typeface="Poppins SemiBold"/>
                <a:cs typeface="Poppins SemiBold"/>
                <a:sym typeface="Poppins SemiBold"/>
              </a:defRPr>
            </a:lvl8pPr>
            <a:lvl9pPr lvl="8">
              <a:spcBef>
                <a:spcPts val="0"/>
              </a:spcBef>
              <a:spcAft>
                <a:spcPts val="0"/>
              </a:spcAft>
              <a:buSzPts val="1600"/>
              <a:buFont typeface="Poppins SemiBold"/>
              <a:buNone/>
              <a:defRPr>
                <a:latin typeface="Poppins SemiBold"/>
                <a:ea typeface="Poppins SemiBold"/>
                <a:cs typeface="Poppins SemiBold"/>
                <a:sym typeface="Poppins SemiBold"/>
              </a:defRPr>
            </a:lvl9pPr>
          </a:lstStyle>
          <a:p/>
        </p:txBody>
      </p:sp>
      <p:sp>
        <p:nvSpPr>
          <p:cNvPr id="524" name="Google Shape;524;p60"/>
          <p:cNvSpPr txBox="1"/>
          <p:nvPr>
            <p:ph type="title"/>
          </p:nvPr>
        </p:nvSpPr>
        <p:spPr>
          <a:xfrm>
            <a:off x="228600" y="228600"/>
            <a:ext cx="2926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525" name="Google Shape;525;p60"/>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526" name="Google Shape;526;p60"/>
          <p:cNvSpPr txBox="1"/>
          <p:nvPr>
            <p:ph idx="16" type="subTitle"/>
          </p:nvPr>
        </p:nvSpPr>
        <p:spPr>
          <a:xfrm>
            <a:off x="7851925" y="510300"/>
            <a:ext cx="1063200" cy="452700"/>
          </a:xfrm>
          <a:prstGeom prst="rect">
            <a:avLst/>
          </a:prstGeom>
        </p:spPr>
        <p:txBody>
          <a:bodyPr anchorCtr="0" anchor="ctr" bIns="91425" lIns="91425" spcFirstLastPara="1" rIns="91425" wrap="square" tIns="91425">
            <a:noAutofit/>
          </a:bodyPr>
          <a:lstStyle>
            <a:lvl1pPr lvl="0" algn="r">
              <a:spcBef>
                <a:spcPts val="0"/>
              </a:spcBef>
              <a:spcAft>
                <a:spcPts val="0"/>
              </a:spcAft>
              <a:buSzPts val="1600"/>
              <a:buFont typeface="Nunito Sans"/>
              <a:buNone/>
              <a:defRPr>
                <a:latin typeface="Nunito Sans"/>
                <a:ea typeface="Nunito Sans"/>
                <a:cs typeface="Nunito Sans"/>
                <a:sym typeface="Nunito Sans"/>
              </a:defRPr>
            </a:lvl1pPr>
            <a:lvl2pPr lvl="1" algn="r">
              <a:spcBef>
                <a:spcPts val="0"/>
              </a:spcBef>
              <a:spcAft>
                <a:spcPts val="0"/>
              </a:spcAft>
              <a:buSzPts val="1600"/>
              <a:buFont typeface="Nunito Sans"/>
              <a:buNone/>
              <a:defRPr>
                <a:latin typeface="Nunito Sans"/>
                <a:ea typeface="Nunito Sans"/>
                <a:cs typeface="Nunito Sans"/>
                <a:sym typeface="Nunito Sans"/>
              </a:defRPr>
            </a:lvl2pPr>
            <a:lvl3pPr lvl="2" algn="r">
              <a:spcBef>
                <a:spcPts val="0"/>
              </a:spcBef>
              <a:spcAft>
                <a:spcPts val="0"/>
              </a:spcAft>
              <a:buSzPts val="1600"/>
              <a:buFont typeface="Nunito Sans"/>
              <a:buNone/>
              <a:defRPr>
                <a:latin typeface="Nunito Sans"/>
                <a:ea typeface="Nunito Sans"/>
                <a:cs typeface="Nunito Sans"/>
                <a:sym typeface="Nunito Sans"/>
              </a:defRPr>
            </a:lvl3pPr>
            <a:lvl4pPr lvl="3" algn="r">
              <a:spcBef>
                <a:spcPts val="0"/>
              </a:spcBef>
              <a:spcAft>
                <a:spcPts val="0"/>
              </a:spcAft>
              <a:buSzPts val="1600"/>
              <a:buFont typeface="Nunito Sans"/>
              <a:buNone/>
              <a:defRPr>
                <a:latin typeface="Nunito Sans"/>
                <a:ea typeface="Nunito Sans"/>
                <a:cs typeface="Nunito Sans"/>
                <a:sym typeface="Nunito Sans"/>
              </a:defRPr>
            </a:lvl4pPr>
            <a:lvl5pPr lvl="4" algn="r">
              <a:spcBef>
                <a:spcPts val="0"/>
              </a:spcBef>
              <a:spcAft>
                <a:spcPts val="0"/>
              </a:spcAft>
              <a:buSzPts val="1600"/>
              <a:buFont typeface="Nunito Sans"/>
              <a:buNone/>
              <a:defRPr>
                <a:latin typeface="Nunito Sans"/>
                <a:ea typeface="Nunito Sans"/>
                <a:cs typeface="Nunito Sans"/>
                <a:sym typeface="Nunito Sans"/>
              </a:defRPr>
            </a:lvl5pPr>
            <a:lvl6pPr lvl="5" algn="r">
              <a:spcBef>
                <a:spcPts val="0"/>
              </a:spcBef>
              <a:spcAft>
                <a:spcPts val="0"/>
              </a:spcAft>
              <a:buSzPts val="1600"/>
              <a:buFont typeface="Nunito Sans"/>
              <a:buNone/>
              <a:defRPr>
                <a:latin typeface="Nunito Sans"/>
                <a:ea typeface="Nunito Sans"/>
                <a:cs typeface="Nunito Sans"/>
                <a:sym typeface="Nunito Sans"/>
              </a:defRPr>
            </a:lvl6pPr>
            <a:lvl7pPr lvl="6" algn="r">
              <a:spcBef>
                <a:spcPts val="0"/>
              </a:spcBef>
              <a:spcAft>
                <a:spcPts val="0"/>
              </a:spcAft>
              <a:buSzPts val="1600"/>
              <a:buFont typeface="Nunito Sans"/>
              <a:buNone/>
              <a:defRPr>
                <a:latin typeface="Nunito Sans"/>
                <a:ea typeface="Nunito Sans"/>
                <a:cs typeface="Nunito Sans"/>
                <a:sym typeface="Nunito Sans"/>
              </a:defRPr>
            </a:lvl7pPr>
            <a:lvl8pPr lvl="7" algn="r">
              <a:spcBef>
                <a:spcPts val="0"/>
              </a:spcBef>
              <a:spcAft>
                <a:spcPts val="0"/>
              </a:spcAft>
              <a:buSzPts val="1600"/>
              <a:buFont typeface="Nunito Sans"/>
              <a:buNone/>
              <a:defRPr>
                <a:latin typeface="Nunito Sans"/>
                <a:ea typeface="Nunito Sans"/>
                <a:cs typeface="Nunito Sans"/>
                <a:sym typeface="Nunito Sans"/>
              </a:defRPr>
            </a:lvl8pPr>
            <a:lvl9pPr lvl="8" algn="r">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527" name="Google Shape;527;p60"/>
          <p:cNvSpPr txBox="1"/>
          <p:nvPr>
            <p:ph idx="17" type="subTitle"/>
          </p:nvPr>
        </p:nvSpPr>
        <p:spPr>
          <a:xfrm>
            <a:off x="7851925" y="1202350"/>
            <a:ext cx="1063200" cy="452700"/>
          </a:xfrm>
          <a:prstGeom prst="rect">
            <a:avLst/>
          </a:prstGeom>
        </p:spPr>
        <p:txBody>
          <a:bodyPr anchorCtr="0" anchor="ctr" bIns="91425" lIns="91425" spcFirstLastPara="1" rIns="91425" wrap="square" tIns="91425">
            <a:noAutofit/>
          </a:bodyPr>
          <a:lstStyle>
            <a:lvl1pPr lvl="0" algn="r">
              <a:spcBef>
                <a:spcPts val="0"/>
              </a:spcBef>
              <a:spcAft>
                <a:spcPts val="0"/>
              </a:spcAft>
              <a:buSzPts val="1600"/>
              <a:buFont typeface="Nunito Sans"/>
              <a:buNone/>
              <a:defRPr>
                <a:latin typeface="Nunito Sans"/>
                <a:ea typeface="Nunito Sans"/>
                <a:cs typeface="Nunito Sans"/>
                <a:sym typeface="Nunito Sans"/>
              </a:defRPr>
            </a:lvl1pPr>
            <a:lvl2pPr lvl="1" algn="r">
              <a:spcBef>
                <a:spcPts val="0"/>
              </a:spcBef>
              <a:spcAft>
                <a:spcPts val="0"/>
              </a:spcAft>
              <a:buSzPts val="1600"/>
              <a:buFont typeface="Nunito Sans"/>
              <a:buNone/>
              <a:defRPr>
                <a:latin typeface="Nunito Sans"/>
                <a:ea typeface="Nunito Sans"/>
                <a:cs typeface="Nunito Sans"/>
                <a:sym typeface="Nunito Sans"/>
              </a:defRPr>
            </a:lvl2pPr>
            <a:lvl3pPr lvl="2" algn="r">
              <a:spcBef>
                <a:spcPts val="0"/>
              </a:spcBef>
              <a:spcAft>
                <a:spcPts val="0"/>
              </a:spcAft>
              <a:buSzPts val="1600"/>
              <a:buFont typeface="Nunito Sans"/>
              <a:buNone/>
              <a:defRPr>
                <a:latin typeface="Nunito Sans"/>
                <a:ea typeface="Nunito Sans"/>
                <a:cs typeface="Nunito Sans"/>
                <a:sym typeface="Nunito Sans"/>
              </a:defRPr>
            </a:lvl3pPr>
            <a:lvl4pPr lvl="3" algn="r">
              <a:spcBef>
                <a:spcPts val="0"/>
              </a:spcBef>
              <a:spcAft>
                <a:spcPts val="0"/>
              </a:spcAft>
              <a:buSzPts val="1600"/>
              <a:buFont typeface="Nunito Sans"/>
              <a:buNone/>
              <a:defRPr>
                <a:latin typeface="Nunito Sans"/>
                <a:ea typeface="Nunito Sans"/>
                <a:cs typeface="Nunito Sans"/>
                <a:sym typeface="Nunito Sans"/>
              </a:defRPr>
            </a:lvl4pPr>
            <a:lvl5pPr lvl="4" algn="r">
              <a:spcBef>
                <a:spcPts val="0"/>
              </a:spcBef>
              <a:spcAft>
                <a:spcPts val="0"/>
              </a:spcAft>
              <a:buSzPts val="1600"/>
              <a:buFont typeface="Nunito Sans"/>
              <a:buNone/>
              <a:defRPr>
                <a:latin typeface="Nunito Sans"/>
                <a:ea typeface="Nunito Sans"/>
                <a:cs typeface="Nunito Sans"/>
                <a:sym typeface="Nunito Sans"/>
              </a:defRPr>
            </a:lvl5pPr>
            <a:lvl6pPr lvl="5" algn="r">
              <a:spcBef>
                <a:spcPts val="0"/>
              </a:spcBef>
              <a:spcAft>
                <a:spcPts val="0"/>
              </a:spcAft>
              <a:buSzPts val="1600"/>
              <a:buFont typeface="Nunito Sans"/>
              <a:buNone/>
              <a:defRPr>
                <a:latin typeface="Nunito Sans"/>
                <a:ea typeface="Nunito Sans"/>
                <a:cs typeface="Nunito Sans"/>
                <a:sym typeface="Nunito Sans"/>
              </a:defRPr>
            </a:lvl6pPr>
            <a:lvl7pPr lvl="6" algn="r">
              <a:spcBef>
                <a:spcPts val="0"/>
              </a:spcBef>
              <a:spcAft>
                <a:spcPts val="0"/>
              </a:spcAft>
              <a:buSzPts val="1600"/>
              <a:buFont typeface="Nunito Sans"/>
              <a:buNone/>
              <a:defRPr>
                <a:latin typeface="Nunito Sans"/>
                <a:ea typeface="Nunito Sans"/>
                <a:cs typeface="Nunito Sans"/>
                <a:sym typeface="Nunito Sans"/>
              </a:defRPr>
            </a:lvl7pPr>
            <a:lvl8pPr lvl="7" algn="r">
              <a:spcBef>
                <a:spcPts val="0"/>
              </a:spcBef>
              <a:spcAft>
                <a:spcPts val="0"/>
              </a:spcAft>
              <a:buSzPts val="1600"/>
              <a:buFont typeface="Nunito Sans"/>
              <a:buNone/>
              <a:defRPr>
                <a:latin typeface="Nunito Sans"/>
                <a:ea typeface="Nunito Sans"/>
                <a:cs typeface="Nunito Sans"/>
                <a:sym typeface="Nunito Sans"/>
              </a:defRPr>
            </a:lvl8pPr>
            <a:lvl9pPr lvl="8" algn="r">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528" name="Google Shape;528;p60"/>
          <p:cNvSpPr txBox="1"/>
          <p:nvPr>
            <p:ph idx="18" type="subTitle"/>
          </p:nvPr>
        </p:nvSpPr>
        <p:spPr>
          <a:xfrm>
            <a:off x="7851925" y="1894400"/>
            <a:ext cx="1063200" cy="452700"/>
          </a:xfrm>
          <a:prstGeom prst="rect">
            <a:avLst/>
          </a:prstGeom>
        </p:spPr>
        <p:txBody>
          <a:bodyPr anchorCtr="0" anchor="ctr" bIns="91425" lIns="91425" spcFirstLastPara="1" rIns="91425" wrap="square" tIns="91425">
            <a:noAutofit/>
          </a:bodyPr>
          <a:lstStyle>
            <a:lvl1pPr lvl="0" algn="r">
              <a:spcBef>
                <a:spcPts val="0"/>
              </a:spcBef>
              <a:spcAft>
                <a:spcPts val="0"/>
              </a:spcAft>
              <a:buSzPts val="1600"/>
              <a:buFont typeface="Nunito Sans"/>
              <a:buNone/>
              <a:defRPr>
                <a:latin typeface="Nunito Sans"/>
                <a:ea typeface="Nunito Sans"/>
                <a:cs typeface="Nunito Sans"/>
                <a:sym typeface="Nunito Sans"/>
              </a:defRPr>
            </a:lvl1pPr>
            <a:lvl2pPr lvl="1" algn="r">
              <a:spcBef>
                <a:spcPts val="0"/>
              </a:spcBef>
              <a:spcAft>
                <a:spcPts val="0"/>
              </a:spcAft>
              <a:buSzPts val="1600"/>
              <a:buFont typeface="Nunito Sans"/>
              <a:buNone/>
              <a:defRPr>
                <a:latin typeface="Nunito Sans"/>
                <a:ea typeface="Nunito Sans"/>
                <a:cs typeface="Nunito Sans"/>
                <a:sym typeface="Nunito Sans"/>
              </a:defRPr>
            </a:lvl2pPr>
            <a:lvl3pPr lvl="2" algn="r">
              <a:spcBef>
                <a:spcPts val="0"/>
              </a:spcBef>
              <a:spcAft>
                <a:spcPts val="0"/>
              </a:spcAft>
              <a:buSzPts val="1600"/>
              <a:buFont typeface="Nunito Sans"/>
              <a:buNone/>
              <a:defRPr>
                <a:latin typeface="Nunito Sans"/>
                <a:ea typeface="Nunito Sans"/>
                <a:cs typeface="Nunito Sans"/>
                <a:sym typeface="Nunito Sans"/>
              </a:defRPr>
            </a:lvl3pPr>
            <a:lvl4pPr lvl="3" algn="r">
              <a:spcBef>
                <a:spcPts val="0"/>
              </a:spcBef>
              <a:spcAft>
                <a:spcPts val="0"/>
              </a:spcAft>
              <a:buSzPts val="1600"/>
              <a:buFont typeface="Nunito Sans"/>
              <a:buNone/>
              <a:defRPr>
                <a:latin typeface="Nunito Sans"/>
                <a:ea typeface="Nunito Sans"/>
                <a:cs typeface="Nunito Sans"/>
                <a:sym typeface="Nunito Sans"/>
              </a:defRPr>
            </a:lvl4pPr>
            <a:lvl5pPr lvl="4" algn="r">
              <a:spcBef>
                <a:spcPts val="0"/>
              </a:spcBef>
              <a:spcAft>
                <a:spcPts val="0"/>
              </a:spcAft>
              <a:buSzPts val="1600"/>
              <a:buFont typeface="Nunito Sans"/>
              <a:buNone/>
              <a:defRPr>
                <a:latin typeface="Nunito Sans"/>
                <a:ea typeface="Nunito Sans"/>
                <a:cs typeface="Nunito Sans"/>
                <a:sym typeface="Nunito Sans"/>
              </a:defRPr>
            </a:lvl5pPr>
            <a:lvl6pPr lvl="5" algn="r">
              <a:spcBef>
                <a:spcPts val="0"/>
              </a:spcBef>
              <a:spcAft>
                <a:spcPts val="0"/>
              </a:spcAft>
              <a:buSzPts val="1600"/>
              <a:buFont typeface="Nunito Sans"/>
              <a:buNone/>
              <a:defRPr>
                <a:latin typeface="Nunito Sans"/>
                <a:ea typeface="Nunito Sans"/>
                <a:cs typeface="Nunito Sans"/>
                <a:sym typeface="Nunito Sans"/>
              </a:defRPr>
            </a:lvl6pPr>
            <a:lvl7pPr lvl="6" algn="r">
              <a:spcBef>
                <a:spcPts val="0"/>
              </a:spcBef>
              <a:spcAft>
                <a:spcPts val="0"/>
              </a:spcAft>
              <a:buSzPts val="1600"/>
              <a:buFont typeface="Nunito Sans"/>
              <a:buNone/>
              <a:defRPr>
                <a:latin typeface="Nunito Sans"/>
                <a:ea typeface="Nunito Sans"/>
                <a:cs typeface="Nunito Sans"/>
                <a:sym typeface="Nunito Sans"/>
              </a:defRPr>
            </a:lvl7pPr>
            <a:lvl8pPr lvl="7" algn="r">
              <a:spcBef>
                <a:spcPts val="0"/>
              </a:spcBef>
              <a:spcAft>
                <a:spcPts val="0"/>
              </a:spcAft>
              <a:buSzPts val="1600"/>
              <a:buFont typeface="Nunito Sans"/>
              <a:buNone/>
              <a:defRPr>
                <a:latin typeface="Nunito Sans"/>
                <a:ea typeface="Nunito Sans"/>
                <a:cs typeface="Nunito Sans"/>
                <a:sym typeface="Nunito Sans"/>
              </a:defRPr>
            </a:lvl8pPr>
            <a:lvl9pPr lvl="8" algn="r">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529" name="Google Shape;529;p60"/>
          <p:cNvSpPr txBox="1"/>
          <p:nvPr>
            <p:ph idx="19" type="subTitle"/>
          </p:nvPr>
        </p:nvSpPr>
        <p:spPr>
          <a:xfrm>
            <a:off x="7851925" y="2586450"/>
            <a:ext cx="1063200" cy="452700"/>
          </a:xfrm>
          <a:prstGeom prst="rect">
            <a:avLst/>
          </a:prstGeom>
        </p:spPr>
        <p:txBody>
          <a:bodyPr anchorCtr="0" anchor="ctr" bIns="91425" lIns="91425" spcFirstLastPara="1" rIns="91425" wrap="square" tIns="91425">
            <a:noAutofit/>
          </a:bodyPr>
          <a:lstStyle>
            <a:lvl1pPr lvl="0" algn="r">
              <a:spcBef>
                <a:spcPts val="0"/>
              </a:spcBef>
              <a:spcAft>
                <a:spcPts val="0"/>
              </a:spcAft>
              <a:buSzPts val="1600"/>
              <a:buFont typeface="Nunito Sans"/>
              <a:buNone/>
              <a:defRPr>
                <a:latin typeface="Nunito Sans"/>
                <a:ea typeface="Nunito Sans"/>
                <a:cs typeface="Nunito Sans"/>
                <a:sym typeface="Nunito Sans"/>
              </a:defRPr>
            </a:lvl1pPr>
            <a:lvl2pPr lvl="1" algn="r">
              <a:spcBef>
                <a:spcPts val="0"/>
              </a:spcBef>
              <a:spcAft>
                <a:spcPts val="0"/>
              </a:spcAft>
              <a:buSzPts val="1600"/>
              <a:buFont typeface="Nunito Sans"/>
              <a:buNone/>
              <a:defRPr>
                <a:latin typeface="Nunito Sans"/>
                <a:ea typeface="Nunito Sans"/>
                <a:cs typeface="Nunito Sans"/>
                <a:sym typeface="Nunito Sans"/>
              </a:defRPr>
            </a:lvl2pPr>
            <a:lvl3pPr lvl="2" algn="r">
              <a:spcBef>
                <a:spcPts val="0"/>
              </a:spcBef>
              <a:spcAft>
                <a:spcPts val="0"/>
              </a:spcAft>
              <a:buSzPts val="1600"/>
              <a:buFont typeface="Nunito Sans"/>
              <a:buNone/>
              <a:defRPr>
                <a:latin typeface="Nunito Sans"/>
                <a:ea typeface="Nunito Sans"/>
                <a:cs typeface="Nunito Sans"/>
                <a:sym typeface="Nunito Sans"/>
              </a:defRPr>
            </a:lvl3pPr>
            <a:lvl4pPr lvl="3" algn="r">
              <a:spcBef>
                <a:spcPts val="0"/>
              </a:spcBef>
              <a:spcAft>
                <a:spcPts val="0"/>
              </a:spcAft>
              <a:buSzPts val="1600"/>
              <a:buFont typeface="Nunito Sans"/>
              <a:buNone/>
              <a:defRPr>
                <a:latin typeface="Nunito Sans"/>
                <a:ea typeface="Nunito Sans"/>
                <a:cs typeface="Nunito Sans"/>
                <a:sym typeface="Nunito Sans"/>
              </a:defRPr>
            </a:lvl4pPr>
            <a:lvl5pPr lvl="4" algn="r">
              <a:spcBef>
                <a:spcPts val="0"/>
              </a:spcBef>
              <a:spcAft>
                <a:spcPts val="0"/>
              </a:spcAft>
              <a:buSzPts val="1600"/>
              <a:buFont typeface="Nunito Sans"/>
              <a:buNone/>
              <a:defRPr>
                <a:latin typeface="Nunito Sans"/>
                <a:ea typeface="Nunito Sans"/>
                <a:cs typeface="Nunito Sans"/>
                <a:sym typeface="Nunito Sans"/>
              </a:defRPr>
            </a:lvl5pPr>
            <a:lvl6pPr lvl="5" algn="r">
              <a:spcBef>
                <a:spcPts val="0"/>
              </a:spcBef>
              <a:spcAft>
                <a:spcPts val="0"/>
              </a:spcAft>
              <a:buSzPts val="1600"/>
              <a:buFont typeface="Nunito Sans"/>
              <a:buNone/>
              <a:defRPr>
                <a:latin typeface="Nunito Sans"/>
                <a:ea typeface="Nunito Sans"/>
                <a:cs typeface="Nunito Sans"/>
                <a:sym typeface="Nunito Sans"/>
              </a:defRPr>
            </a:lvl6pPr>
            <a:lvl7pPr lvl="6" algn="r">
              <a:spcBef>
                <a:spcPts val="0"/>
              </a:spcBef>
              <a:spcAft>
                <a:spcPts val="0"/>
              </a:spcAft>
              <a:buSzPts val="1600"/>
              <a:buFont typeface="Nunito Sans"/>
              <a:buNone/>
              <a:defRPr>
                <a:latin typeface="Nunito Sans"/>
                <a:ea typeface="Nunito Sans"/>
                <a:cs typeface="Nunito Sans"/>
                <a:sym typeface="Nunito Sans"/>
              </a:defRPr>
            </a:lvl7pPr>
            <a:lvl8pPr lvl="7" algn="r">
              <a:spcBef>
                <a:spcPts val="0"/>
              </a:spcBef>
              <a:spcAft>
                <a:spcPts val="0"/>
              </a:spcAft>
              <a:buSzPts val="1600"/>
              <a:buFont typeface="Nunito Sans"/>
              <a:buNone/>
              <a:defRPr>
                <a:latin typeface="Nunito Sans"/>
                <a:ea typeface="Nunito Sans"/>
                <a:cs typeface="Nunito Sans"/>
                <a:sym typeface="Nunito Sans"/>
              </a:defRPr>
            </a:lvl8pPr>
            <a:lvl9pPr lvl="8" algn="r">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530" name="Google Shape;530;p60"/>
          <p:cNvSpPr txBox="1"/>
          <p:nvPr>
            <p:ph idx="20" type="subTitle"/>
          </p:nvPr>
        </p:nvSpPr>
        <p:spPr>
          <a:xfrm>
            <a:off x="7851925" y="3278500"/>
            <a:ext cx="1063200" cy="452700"/>
          </a:xfrm>
          <a:prstGeom prst="rect">
            <a:avLst/>
          </a:prstGeom>
        </p:spPr>
        <p:txBody>
          <a:bodyPr anchorCtr="0" anchor="ctr" bIns="91425" lIns="91425" spcFirstLastPara="1" rIns="91425" wrap="square" tIns="91425">
            <a:noAutofit/>
          </a:bodyPr>
          <a:lstStyle>
            <a:lvl1pPr lvl="0" algn="r">
              <a:spcBef>
                <a:spcPts val="0"/>
              </a:spcBef>
              <a:spcAft>
                <a:spcPts val="0"/>
              </a:spcAft>
              <a:buSzPts val="1600"/>
              <a:buFont typeface="Nunito Sans"/>
              <a:buNone/>
              <a:defRPr>
                <a:latin typeface="Nunito Sans"/>
                <a:ea typeface="Nunito Sans"/>
                <a:cs typeface="Nunito Sans"/>
                <a:sym typeface="Nunito Sans"/>
              </a:defRPr>
            </a:lvl1pPr>
            <a:lvl2pPr lvl="1" algn="r">
              <a:spcBef>
                <a:spcPts val="0"/>
              </a:spcBef>
              <a:spcAft>
                <a:spcPts val="0"/>
              </a:spcAft>
              <a:buSzPts val="1600"/>
              <a:buFont typeface="Nunito Sans"/>
              <a:buNone/>
              <a:defRPr>
                <a:latin typeface="Nunito Sans"/>
                <a:ea typeface="Nunito Sans"/>
                <a:cs typeface="Nunito Sans"/>
                <a:sym typeface="Nunito Sans"/>
              </a:defRPr>
            </a:lvl2pPr>
            <a:lvl3pPr lvl="2" algn="r">
              <a:spcBef>
                <a:spcPts val="0"/>
              </a:spcBef>
              <a:spcAft>
                <a:spcPts val="0"/>
              </a:spcAft>
              <a:buSzPts val="1600"/>
              <a:buFont typeface="Nunito Sans"/>
              <a:buNone/>
              <a:defRPr>
                <a:latin typeface="Nunito Sans"/>
                <a:ea typeface="Nunito Sans"/>
                <a:cs typeface="Nunito Sans"/>
                <a:sym typeface="Nunito Sans"/>
              </a:defRPr>
            </a:lvl3pPr>
            <a:lvl4pPr lvl="3" algn="r">
              <a:spcBef>
                <a:spcPts val="0"/>
              </a:spcBef>
              <a:spcAft>
                <a:spcPts val="0"/>
              </a:spcAft>
              <a:buSzPts val="1600"/>
              <a:buFont typeface="Nunito Sans"/>
              <a:buNone/>
              <a:defRPr>
                <a:latin typeface="Nunito Sans"/>
                <a:ea typeface="Nunito Sans"/>
                <a:cs typeface="Nunito Sans"/>
                <a:sym typeface="Nunito Sans"/>
              </a:defRPr>
            </a:lvl4pPr>
            <a:lvl5pPr lvl="4" algn="r">
              <a:spcBef>
                <a:spcPts val="0"/>
              </a:spcBef>
              <a:spcAft>
                <a:spcPts val="0"/>
              </a:spcAft>
              <a:buSzPts val="1600"/>
              <a:buFont typeface="Nunito Sans"/>
              <a:buNone/>
              <a:defRPr>
                <a:latin typeface="Nunito Sans"/>
                <a:ea typeface="Nunito Sans"/>
                <a:cs typeface="Nunito Sans"/>
                <a:sym typeface="Nunito Sans"/>
              </a:defRPr>
            </a:lvl5pPr>
            <a:lvl6pPr lvl="5" algn="r">
              <a:spcBef>
                <a:spcPts val="0"/>
              </a:spcBef>
              <a:spcAft>
                <a:spcPts val="0"/>
              </a:spcAft>
              <a:buSzPts val="1600"/>
              <a:buFont typeface="Nunito Sans"/>
              <a:buNone/>
              <a:defRPr>
                <a:latin typeface="Nunito Sans"/>
                <a:ea typeface="Nunito Sans"/>
                <a:cs typeface="Nunito Sans"/>
                <a:sym typeface="Nunito Sans"/>
              </a:defRPr>
            </a:lvl6pPr>
            <a:lvl7pPr lvl="6" algn="r">
              <a:spcBef>
                <a:spcPts val="0"/>
              </a:spcBef>
              <a:spcAft>
                <a:spcPts val="0"/>
              </a:spcAft>
              <a:buSzPts val="1600"/>
              <a:buFont typeface="Nunito Sans"/>
              <a:buNone/>
              <a:defRPr>
                <a:latin typeface="Nunito Sans"/>
                <a:ea typeface="Nunito Sans"/>
                <a:cs typeface="Nunito Sans"/>
                <a:sym typeface="Nunito Sans"/>
              </a:defRPr>
            </a:lvl7pPr>
            <a:lvl8pPr lvl="7" algn="r">
              <a:spcBef>
                <a:spcPts val="0"/>
              </a:spcBef>
              <a:spcAft>
                <a:spcPts val="0"/>
              </a:spcAft>
              <a:buSzPts val="1600"/>
              <a:buFont typeface="Nunito Sans"/>
              <a:buNone/>
              <a:defRPr>
                <a:latin typeface="Nunito Sans"/>
                <a:ea typeface="Nunito Sans"/>
                <a:cs typeface="Nunito Sans"/>
                <a:sym typeface="Nunito Sans"/>
              </a:defRPr>
            </a:lvl8pPr>
            <a:lvl9pPr lvl="8" algn="r">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531" name="Google Shape;531;p60"/>
          <p:cNvSpPr txBox="1"/>
          <p:nvPr>
            <p:ph idx="21" type="subTitle"/>
          </p:nvPr>
        </p:nvSpPr>
        <p:spPr>
          <a:xfrm>
            <a:off x="7851925" y="3970550"/>
            <a:ext cx="1063200" cy="452700"/>
          </a:xfrm>
          <a:prstGeom prst="rect">
            <a:avLst/>
          </a:prstGeom>
        </p:spPr>
        <p:txBody>
          <a:bodyPr anchorCtr="0" anchor="ctr" bIns="91425" lIns="91425" spcFirstLastPara="1" rIns="91425" wrap="square" tIns="91425">
            <a:noAutofit/>
          </a:bodyPr>
          <a:lstStyle>
            <a:lvl1pPr lvl="0" algn="r">
              <a:spcBef>
                <a:spcPts val="0"/>
              </a:spcBef>
              <a:spcAft>
                <a:spcPts val="0"/>
              </a:spcAft>
              <a:buSzPts val="1600"/>
              <a:buFont typeface="Nunito Sans"/>
              <a:buNone/>
              <a:defRPr>
                <a:latin typeface="Nunito Sans"/>
                <a:ea typeface="Nunito Sans"/>
                <a:cs typeface="Nunito Sans"/>
                <a:sym typeface="Nunito Sans"/>
              </a:defRPr>
            </a:lvl1pPr>
            <a:lvl2pPr lvl="1" algn="r">
              <a:spcBef>
                <a:spcPts val="0"/>
              </a:spcBef>
              <a:spcAft>
                <a:spcPts val="0"/>
              </a:spcAft>
              <a:buSzPts val="1600"/>
              <a:buFont typeface="Nunito Sans"/>
              <a:buNone/>
              <a:defRPr>
                <a:latin typeface="Nunito Sans"/>
                <a:ea typeface="Nunito Sans"/>
                <a:cs typeface="Nunito Sans"/>
                <a:sym typeface="Nunito Sans"/>
              </a:defRPr>
            </a:lvl2pPr>
            <a:lvl3pPr lvl="2" algn="r">
              <a:spcBef>
                <a:spcPts val="0"/>
              </a:spcBef>
              <a:spcAft>
                <a:spcPts val="0"/>
              </a:spcAft>
              <a:buSzPts val="1600"/>
              <a:buFont typeface="Nunito Sans"/>
              <a:buNone/>
              <a:defRPr>
                <a:latin typeface="Nunito Sans"/>
                <a:ea typeface="Nunito Sans"/>
                <a:cs typeface="Nunito Sans"/>
                <a:sym typeface="Nunito Sans"/>
              </a:defRPr>
            </a:lvl3pPr>
            <a:lvl4pPr lvl="3" algn="r">
              <a:spcBef>
                <a:spcPts val="0"/>
              </a:spcBef>
              <a:spcAft>
                <a:spcPts val="0"/>
              </a:spcAft>
              <a:buSzPts val="1600"/>
              <a:buFont typeface="Nunito Sans"/>
              <a:buNone/>
              <a:defRPr>
                <a:latin typeface="Nunito Sans"/>
                <a:ea typeface="Nunito Sans"/>
                <a:cs typeface="Nunito Sans"/>
                <a:sym typeface="Nunito Sans"/>
              </a:defRPr>
            </a:lvl4pPr>
            <a:lvl5pPr lvl="4" algn="r">
              <a:spcBef>
                <a:spcPts val="0"/>
              </a:spcBef>
              <a:spcAft>
                <a:spcPts val="0"/>
              </a:spcAft>
              <a:buSzPts val="1600"/>
              <a:buFont typeface="Nunito Sans"/>
              <a:buNone/>
              <a:defRPr>
                <a:latin typeface="Nunito Sans"/>
                <a:ea typeface="Nunito Sans"/>
                <a:cs typeface="Nunito Sans"/>
                <a:sym typeface="Nunito Sans"/>
              </a:defRPr>
            </a:lvl5pPr>
            <a:lvl6pPr lvl="5" algn="r">
              <a:spcBef>
                <a:spcPts val="0"/>
              </a:spcBef>
              <a:spcAft>
                <a:spcPts val="0"/>
              </a:spcAft>
              <a:buSzPts val="1600"/>
              <a:buFont typeface="Nunito Sans"/>
              <a:buNone/>
              <a:defRPr>
                <a:latin typeface="Nunito Sans"/>
                <a:ea typeface="Nunito Sans"/>
                <a:cs typeface="Nunito Sans"/>
                <a:sym typeface="Nunito Sans"/>
              </a:defRPr>
            </a:lvl6pPr>
            <a:lvl7pPr lvl="6" algn="r">
              <a:spcBef>
                <a:spcPts val="0"/>
              </a:spcBef>
              <a:spcAft>
                <a:spcPts val="0"/>
              </a:spcAft>
              <a:buSzPts val="1600"/>
              <a:buFont typeface="Nunito Sans"/>
              <a:buNone/>
              <a:defRPr>
                <a:latin typeface="Nunito Sans"/>
                <a:ea typeface="Nunito Sans"/>
                <a:cs typeface="Nunito Sans"/>
                <a:sym typeface="Nunito Sans"/>
              </a:defRPr>
            </a:lvl7pPr>
            <a:lvl8pPr lvl="7" algn="r">
              <a:spcBef>
                <a:spcPts val="0"/>
              </a:spcBef>
              <a:spcAft>
                <a:spcPts val="0"/>
              </a:spcAft>
              <a:buSzPts val="1600"/>
              <a:buFont typeface="Nunito Sans"/>
              <a:buNone/>
              <a:defRPr>
                <a:latin typeface="Nunito Sans"/>
                <a:ea typeface="Nunito Sans"/>
                <a:cs typeface="Nunito Sans"/>
                <a:sym typeface="Nunito Sans"/>
              </a:defRPr>
            </a:lvl8pPr>
            <a:lvl9pPr lvl="8" algn="r">
              <a:spcBef>
                <a:spcPts val="0"/>
              </a:spcBef>
              <a:spcAft>
                <a:spcPts val="0"/>
              </a:spcAft>
              <a:buSzPts val="1600"/>
              <a:buFont typeface="Nunito Sans"/>
              <a:buNone/>
              <a:defRPr>
                <a:latin typeface="Nunito Sans"/>
                <a:ea typeface="Nunito Sans"/>
                <a:cs typeface="Nunito Sans"/>
                <a:sym typeface="Nunito Sans"/>
              </a:defRPr>
            </a:lvl9pPr>
          </a:lstStyle>
          <a:p/>
        </p:txBody>
      </p:sp>
      <p:sp>
        <p:nvSpPr>
          <p:cNvPr id="532" name="Google Shape;532;p60"/>
          <p:cNvSpPr txBox="1"/>
          <p:nvPr>
            <p:ph idx="22"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dk2"/>
                </a:solidFill>
                <a:latin typeface="Nunito Sans"/>
                <a:ea typeface="Nunito Sans"/>
                <a:cs typeface="Nunito Sans"/>
                <a:sym typeface="Nunito Sans"/>
              </a:defRPr>
            </a:lvl1pPr>
            <a:lvl2pPr lvl="1">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2pPr>
            <a:lvl3pPr lvl="2">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3pPr>
            <a:lvl4pPr lvl="3">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4pPr>
            <a:lvl5pPr lvl="4">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5pPr>
            <a:lvl6pPr lvl="5">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6pPr>
            <a:lvl7pPr lvl="6">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7pPr>
            <a:lvl8pPr lvl="7">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8pPr>
            <a:lvl9pPr lvl="8">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 Alt 1">
  <p:cSld name="BLANK_1_1_1_1_1_1_1_1_1_1_1_1">
    <p:spTree>
      <p:nvGrpSpPr>
        <p:cNvPr id="533" name="Shape 533"/>
        <p:cNvGrpSpPr/>
        <p:nvPr/>
      </p:nvGrpSpPr>
      <p:grpSpPr>
        <a:xfrm>
          <a:off x="0" y="0"/>
          <a:ext cx="0" cy="0"/>
          <a:chOff x="0" y="0"/>
          <a:chExt cx="0" cy="0"/>
        </a:xfrm>
      </p:grpSpPr>
      <p:pic>
        <p:nvPicPr>
          <p:cNvPr id="534" name="Google Shape;534;p61"/>
          <p:cNvPicPr preferRelativeResize="0"/>
          <p:nvPr/>
        </p:nvPicPr>
        <p:blipFill rotWithShape="1">
          <a:blip r:embed="rId2">
            <a:alphaModFix/>
          </a:blip>
          <a:srcRect b="0" l="0" r="0" t="21452"/>
          <a:stretch/>
        </p:blipFill>
        <p:spPr>
          <a:xfrm>
            <a:off x="4061100" y="0"/>
            <a:ext cx="4136100" cy="3248727"/>
          </a:xfrm>
          <a:prstGeom prst="rect">
            <a:avLst/>
          </a:prstGeom>
          <a:noFill/>
          <a:ln>
            <a:noFill/>
          </a:ln>
        </p:spPr>
      </p:pic>
      <p:sp>
        <p:nvSpPr>
          <p:cNvPr id="535" name="Google Shape;535;p61"/>
          <p:cNvSpPr/>
          <p:nvPr/>
        </p:nvSpPr>
        <p:spPr>
          <a:xfrm flipH="1" rot="-5400000">
            <a:off x="5143020" y="1161600"/>
            <a:ext cx="7978200" cy="7978200"/>
          </a:xfrm>
          <a:prstGeom prst="pie">
            <a:avLst>
              <a:gd fmla="val 10792592" name="adj1"/>
              <a:gd fmla="val 16198514" name="adj2"/>
            </a:avLst>
          </a:prstGeom>
          <a:gradFill>
            <a:gsLst>
              <a:gs pos="0">
                <a:schemeClr val="accent1"/>
              </a:gs>
              <a:gs pos="64000">
                <a:schemeClr val="dk2"/>
              </a:gs>
              <a:gs pos="100000">
                <a:schemeClr val="dk2"/>
              </a:gs>
            </a:gsLst>
            <a:path path="circle">
              <a:fillToRect b="0%" l="100%" r="0%" t="100%"/>
            </a:path>
            <a:tileRect b="-100%" l="0%" r="-100%" t="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Nunito Sans"/>
              <a:ea typeface="Nunito Sans"/>
              <a:cs typeface="Nunito Sans"/>
              <a:sym typeface="Nunito Sans"/>
            </a:endParaRPr>
          </a:p>
        </p:txBody>
      </p:sp>
      <p:sp>
        <p:nvSpPr>
          <p:cNvPr id="536" name="Google Shape;536;p61"/>
          <p:cNvSpPr/>
          <p:nvPr/>
        </p:nvSpPr>
        <p:spPr>
          <a:xfrm>
            <a:off x="4600000" y="-50"/>
            <a:ext cx="3973152" cy="5143488"/>
          </a:xfrm>
          <a:custGeom>
            <a:rect b="b" l="l" r="r" t="t"/>
            <a:pathLst>
              <a:path extrusionOk="0" h="160734" w="124161">
                <a:moveTo>
                  <a:pt x="46435" y="0"/>
                </a:moveTo>
                <a:lnTo>
                  <a:pt x="50007" y="3088"/>
                </a:lnTo>
                <a:lnTo>
                  <a:pt x="53988" y="6586"/>
                </a:lnTo>
                <a:lnTo>
                  <a:pt x="58379" y="10492"/>
                </a:lnTo>
                <a:lnTo>
                  <a:pt x="63067" y="14697"/>
                </a:lnTo>
                <a:lnTo>
                  <a:pt x="67978" y="19199"/>
                </a:lnTo>
                <a:lnTo>
                  <a:pt x="73075" y="23924"/>
                </a:lnTo>
                <a:lnTo>
                  <a:pt x="78247" y="28835"/>
                </a:lnTo>
                <a:lnTo>
                  <a:pt x="83419" y="33858"/>
                </a:lnTo>
                <a:lnTo>
                  <a:pt x="88144" y="38546"/>
                </a:lnTo>
                <a:lnTo>
                  <a:pt x="92609" y="43048"/>
                </a:lnTo>
                <a:lnTo>
                  <a:pt x="96739" y="47402"/>
                </a:lnTo>
                <a:lnTo>
                  <a:pt x="98711" y="49485"/>
                </a:lnTo>
                <a:lnTo>
                  <a:pt x="100609" y="51532"/>
                </a:lnTo>
                <a:lnTo>
                  <a:pt x="102432" y="53578"/>
                </a:lnTo>
                <a:lnTo>
                  <a:pt x="104181" y="55550"/>
                </a:lnTo>
                <a:lnTo>
                  <a:pt x="105855" y="57448"/>
                </a:lnTo>
                <a:lnTo>
                  <a:pt x="107455" y="59345"/>
                </a:lnTo>
                <a:lnTo>
                  <a:pt x="108980" y="61168"/>
                </a:lnTo>
                <a:lnTo>
                  <a:pt x="110431" y="62954"/>
                </a:lnTo>
                <a:lnTo>
                  <a:pt x="111808" y="64703"/>
                </a:lnTo>
                <a:lnTo>
                  <a:pt x="113110" y="66414"/>
                </a:lnTo>
                <a:lnTo>
                  <a:pt x="114636" y="68424"/>
                </a:lnTo>
                <a:lnTo>
                  <a:pt x="116050" y="70396"/>
                </a:lnTo>
                <a:lnTo>
                  <a:pt x="117315" y="72293"/>
                </a:lnTo>
                <a:lnTo>
                  <a:pt x="118468" y="74079"/>
                </a:lnTo>
                <a:lnTo>
                  <a:pt x="119510" y="75828"/>
                </a:lnTo>
                <a:lnTo>
                  <a:pt x="120440" y="77502"/>
                </a:lnTo>
                <a:lnTo>
                  <a:pt x="121221" y="79065"/>
                </a:lnTo>
                <a:lnTo>
                  <a:pt x="121928" y="80553"/>
                </a:lnTo>
                <a:lnTo>
                  <a:pt x="122486" y="82004"/>
                </a:lnTo>
                <a:lnTo>
                  <a:pt x="122933" y="83344"/>
                </a:lnTo>
                <a:lnTo>
                  <a:pt x="123119" y="83976"/>
                </a:lnTo>
                <a:lnTo>
                  <a:pt x="123268" y="84609"/>
                </a:lnTo>
                <a:lnTo>
                  <a:pt x="123379" y="85241"/>
                </a:lnTo>
                <a:lnTo>
                  <a:pt x="123491" y="85799"/>
                </a:lnTo>
                <a:lnTo>
                  <a:pt x="123528" y="86395"/>
                </a:lnTo>
                <a:lnTo>
                  <a:pt x="123565" y="86915"/>
                </a:lnTo>
                <a:lnTo>
                  <a:pt x="123565" y="87474"/>
                </a:lnTo>
                <a:lnTo>
                  <a:pt x="123528" y="87957"/>
                </a:lnTo>
                <a:lnTo>
                  <a:pt x="123491" y="88441"/>
                </a:lnTo>
                <a:lnTo>
                  <a:pt x="123379" y="88925"/>
                </a:lnTo>
                <a:lnTo>
                  <a:pt x="123268" y="89371"/>
                </a:lnTo>
                <a:lnTo>
                  <a:pt x="123119" y="89780"/>
                </a:lnTo>
                <a:lnTo>
                  <a:pt x="122858" y="90413"/>
                </a:lnTo>
                <a:lnTo>
                  <a:pt x="122486" y="90971"/>
                </a:lnTo>
                <a:lnTo>
                  <a:pt x="122077" y="91492"/>
                </a:lnTo>
                <a:lnTo>
                  <a:pt x="121593" y="91938"/>
                </a:lnTo>
                <a:lnTo>
                  <a:pt x="121035" y="92385"/>
                </a:lnTo>
                <a:lnTo>
                  <a:pt x="120403" y="92757"/>
                </a:lnTo>
                <a:lnTo>
                  <a:pt x="119733" y="93092"/>
                </a:lnTo>
                <a:lnTo>
                  <a:pt x="118989" y="93389"/>
                </a:lnTo>
                <a:lnTo>
                  <a:pt x="118133" y="93650"/>
                </a:lnTo>
                <a:lnTo>
                  <a:pt x="117240" y="93873"/>
                </a:lnTo>
                <a:lnTo>
                  <a:pt x="116310" y="94059"/>
                </a:lnTo>
                <a:lnTo>
                  <a:pt x="115268" y="94171"/>
                </a:lnTo>
                <a:lnTo>
                  <a:pt x="114189" y="94245"/>
                </a:lnTo>
                <a:lnTo>
                  <a:pt x="112999" y="94282"/>
                </a:lnTo>
                <a:lnTo>
                  <a:pt x="111771" y="94282"/>
                </a:lnTo>
                <a:lnTo>
                  <a:pt x="110506" y="94245"/>
                </a:lnTo>
                <a:lnTo>
                  <a:pt x="97558" y="93501"/>
                </a:lnTo>
                <a:lnTo>
                  <a:pt x="89744" y="93055"/>
                </a:lnTo>
                <a:lnTo>
                  <a:pt x="81782" y="92645"/>
                </a:lnTo>
                <a:lnTo>
                  <a:pt x="73745" y="92236"/>
                </a:lnTo>
                <a:lnTo>
                  <a:pt x="65708" y="91901"/>
                </a:lnTo>
                <a:lnTo>
                  <a:pt x="57746" y="91604"/>
                </a:lnTo>
                <a:lnTo>
                  <a:pt x="53839" y="91529"/>
                </a:lnTo>
                <a:lnTo>
                  <a:pt x="49970" y="91455"/>
                </a:lnTo>
                <a:lnTo>
                  <a:pt x="46175" y="91380"/>
                </a:lnTo>
                <a:lnTo>
                  <a:pt x="42491" y="91380"/>
                </a:lnTo>
                <a:lnTo>
                  <a:pt x="38845" y="91417"/>
                </a:lnTo>
                <a:lnTo>
                  <a:pt x="35310" y="91492"/>
                </a:lnTo>
                <a:lnTo>
                  <a:pt x="31627" y="91604"/>
                </a:lnTo>
                <a:lnTo>
                  <a:pt x="28167" y="91752"/>
                </a:lnTo>
                <a:lnTo>
                  <a:pt x="24930" y="91976"/>
                </a:lnTo>
                <a:lnTo>
                  <a:pt x="21916" y="92236"/>
                </a:lnTo>
                <a:lnTo>
                  <a:pt x="19088" y="92534"/>
                </a:lnTo>
                <a:lnTo>
                  <a:pt x="16446" y="92906"/>
                </a:lnTo>
                <a:lnTo>
                  <a:pt x="14028" y="93315"/>
                </a:lnTo>
                <a:lnTo>
                  <a:pt x="11795" y="93762"/>
                </a:lnTo>
                <a:lnTo>
                  <a:pt x="10568" y="94059"/>
                </a:lnTo>
                <a:lnTo>
                  <a:pt x="9451" y="94357"/>
                </a:lnTo>
                <a:lnTo>
                  <a:pt x="8372" y="94692"/>
                </a:lnTo>
                <a:lnTo>
                  <a:pt x="7368" y="95027"/>
                </a:lnTo>
                <a:lnTo>
                  <a:pt x="6438" y="95361"/>
                </a:lnTo>
                <a:lnTo>
                  <a:pt x="5545" y="95733"/>
                </a:lnTo>
                <a:lnTo>
                  <a:pt x="4763" y="96106"/>
                </a:lnTo>
                <a:lnTo>
                  <a:pt x="4019" y="96515"/>
                </a:lnTo>
                <a:lnTo>
                  <a:pt x="3312" y="96924"/>
                </a:lnTo>
                <a:lnTo>
                  <a:pt x="2717" y="97371"/>
                </a:lnTo>
                <a:lnTo>
                  <a:pt x="2159" y="97817"/>
                </a:lnTo>
                <a:lnTo>
                  <a:pt x="1675" y="98301"/>
                </a:lnTo>
                <a:lnTo>
                  <a:pt x="1229" y="98784"/>
                </a:lnTo>
                <a:lnTo>
                  <a:pt x="894" y="99305"/>
                </a:lnTo>
                <a:lnTo>
                  <a:pt x="596" y="99826"/>
                </a:lnTo>
                <a:lnTo>
                  <a:pt x="336" y="100384"/>
                </a:lnTo>
                <a:lnTo>
                  <a:pt x="224" y="100756"/>
                </a:lnTo>
                <a:lnTo>
                  <a:pt x="112" y="101128"/>
                </a:lnTo>
                <a:lnTo>
                  <a:pt x="75" y="101538"/>
                </a:lnTo>
                <a:lnTo>
                  <a:pt x="38" y="101947"/>
                </a:lnTo>
                <a:lnTo>
                  <a:pt x="1" y="102356"/>
                </a:lnTo>
                <a:lnTo>
                  <a:pt x="38" y="102766"/>
                </a:lnTo>
                <a:lnTo>
                  <a:pt x="75" y="103175"/>
                </a:lnTo>
                <a:lnTo>
                  <a:pt x="187" y="103621"/>
                </a:lnTo>
                <a:lnTo>
                  <a:pt x="299" y="104031"/>
                </a:lnTo>
                <a:lnTo>
                  <a:pt x="410" y="104477"/>
                </a:lnTo>
                <a:lnTo>
                  <a:pt x="596" y="104924"/>
                </a:lnTo>
                <a:lnTo>
                  <a:pt x="782" y="105407"/>
                </a:lnTo>
                <a:lnTo>
                  <a:pt x="1005" y="105854"/>
                </a:lnTo>
                <a:lnTo>
                  <a:pt x="1266" y="106337"/>
                </a:lnTo>
                <a:lnTo>
                  <a:pt x="1898" y="107305"/>
                </a:lnTo>
                <a:lnTo>
                  <a:pt x="2605" y="108309"/>
                </a:lnTo>
                <a:lnTo>
                  <a:pt x="3461" y="109314"/>
                </a:lnTo>
                <a:lnTo>
                  <a:pt x="4429" y="110393"/>
                </a:lnTo>
                <a:lnTo>
                  <a:pt x="5508" y="111472"/>
                </a:lnTo>
                <a:lnTo>
                  <a:pt x="6698" y="112625"/>
                </a:lnTo>
                <a:lnTo>
                  <a:pt x="8038" y="113779"/>
                </a:lnTo>
                <a:lnTo>
                  <a:pt x="9489" y="114969"/>
                </a:lnTo>
                <a:lnTo>
                  <a:pt x="11051" y="116197"/>
                </a:lnTo>
                <a:lnTo>
                  <a:pt x="15144" y="119323"/>
                </a:lnTo>
                <a:lnTo>
                  <a:pt x="19125" y="122411"/>
                </a:lnTo>
                <a:lnTo>
                  <a:pt x="23069" y="125499"/>
                </a:lnTo>
                <a:lnTo>
                  <a:pt x="26902" y="128587"/>
                </a:lnTo>
                <a:lnTo>
                  <a:pt x="30697" y="131601"/>
                </a:lnTo>
                <a:lnTo>
                  <a:pt x="34343" y="134578"/>
                </a:lnTo>
                <a:lnTo>
                  <a:pt x="41412" y="140382"/>
                </a:lnTo>
                <a:lnTo>
                  <a:pt x="48072" y="145963"/>
                </a:lnTo>
                <a:lnTo>
                  <a:pt x="54249" y="151246"/>
                </a:lnTo>
                <a:lnTo>
                  <a:pt x="59941" y="156195"/>
                </a:lnTo>
                <a:lnTo>
                  <a:pt x="65113" y="160734"/>
                </a:lnTo>
                <a:lnTo>
                  <a:pt x="66006" y="160734"/>
                </a:lnTo>
                <a:lnTo>
                  <a:pt x="60834" y="156158"/>
                </a:lnTo>
                <a:lnTo>
                  <a:pt x="55104" y="151172"/>
                </a:lnTo>
                <a:lnTo>
                  <a:pt x="48854" y="145851"/>
                </a:lnTo>
                <a:lnTo>
                  <a:pt x="42156" y="140233"/>
                </a:lnTo>
                <a:lnTo>
                  <a:pt x="38622" y="137331"/>
                </a:lnTo>
                <a:lnTo>
                  <a:pt x="35013" y="134354"/>
                </a:lnTo>
                <a:lnTo>
                  <a:pt x="31292" y="131341"/>
                </a:lnTo>
                <a:lnTo>
                  <a:pt x="27497" y="128252"/>
                </a:lnTo>
                <a:lnTo>
                  <a:pt x="23590" y="125164"/>
                </a:lnTo>
                <a:lnTo>
                  <a:pt x="19609" y="122039"/>
                </a:lnTo>
                <a:lnTo>
                  <a:pt x="15553" y="118876"/>
                </a:lnTo>
                <a:lnTo>
                  <a:pt x="11423" y="115714"/>
                </a:lnTo>
                <a:lnTo>
                  <a:pt x="9898" y="114523"/>
                </a:lnTo>
                <a:lnTo>
                  <a:pt x="8521" y="113370"/>
                </a:lnTo>
                <a:lnTo>
                  <a:pt x="7219" y="112253"/>
                </a:lnTo>
                <a:lnTo>
                  <a:pt x="6066" y="111174"/>
                </a:lnTo>
                <a:lnTo>
                  <a:pt x="5024" y="110133"/>
                </a:lnTo>
                <a:lnTo>
                  <a:pt x="4056" y="109091"/>
                </a:lnTo>
                <a:lnTo>
                  <a:pt x="3238" y="108123"/>
                </a:lnTo>
                <a:lnTo>
                  <a:pt x="2531" y="107156"/>
                </a:lnTo>
                <a:lnTo>
                  <a:pt x="1936" y="106226"/>
                </a:lnTo>
                <a:lnTo>
                  <a:pt x="1452" y="105296"/>
                </a:lnTo>
                <a:lnTo>
                  <a:pt x="1229" y="104886"/>
                </a:lnTo>
                <a:lnTo>
                  <a:pt x="1080" y="104440"/>
                </a:lnTo>
                <a:lnTo>
                  <a:pt x="931" y="104031"/>
                </a:lnTo>
                <a:lnTo>
                  <a:pt x="819" y="103621"/>
                </a:lnTo>
                <a:lnTo>
                  <a:pt x="708" y="103212"/>
                </a:lnTo>
                <a:lnTo>
                  <a:pt x="671" y="102803"/>
                </a:lnTo>
                <a:lnTo>
                  <a:pt x="633" y="102394"/>
                </a:lnTo>
                <a:lnTo>
                  <a:pt x="633" y="102021"/>
                </a:lnTo>
                <a:lnTo>
                  <a:pt x="671" y="101649"/>
                </a:lnTo>
                <a:lnTo>
                  <a:pt x="708" y="101277"/>
                </a:lnTo>
                <a:lnTo>
                  <a:pt x="782" y="100942"/>
                </a:lnTo>
                <a:lnTo>
                  <a:pt x="894" y="100570"/>
                </a:lnTo>
                <a:lnTo>
                  <a:pt x="1117" y="100087"/>
                </a:lnTo>
                <a:lnTo>
                  <a:pt x="1415" y="99603"/>
                </a:lnTo>
                <a:lnTo>
                  <a:pt x="1750" y="99119"/>
                </a:lnTo>
                <a:lnTo>
                  <a:pt x="2159" y="98673"/>
                </a:lnTo>
                <a:lnTo>
                  <a:pt x="2643" y="98226"/>
                </a:lnTo>
                <a:lnTo>
                  <a:pt x="3163" y="97780"/>
                </a:lnTo>
                <a:lnTo>
                  <a:pt x="3759" y="97371"/>
                </a:lnTo>
                <a:lnTo>
                  <a:pt x="4429" y="96961"/>
                </a:lnTo>
                <a:lnTo>
                  <a:pt x="5135" y="96589"/>
                </a:lnTo>
                <a:lnTo>
                  <a:pt x="5917" y="96217"/>
                </a:lnTo>
                <a:lnTo>
                  <a:pt x="6773" y="95882"/>
                </a:lnTo>
                <a:lnTo>
                  <a:pt x="7666" y="95547"/>
                </a:lnTo>
                <a:lnTo>
                  <a:pt x="8633" y="95213"/>
                </a:lnTo>
                <a:lnTo>
                  <a:pt x="9675" y="94915"/>
                </a:lnTo>
                <a:lnTo>
                  <a:pt x="10754" y="94617"/>
                </a:lnTo>
                <a:lnTo>
                  <a:pt x="11907" y="94357"/>
                </a:lnTo>
                <a:lnTo>
                  <a:pt x="14140" y="93910"/>
                </a:lnTo>
                <a:lnTo>
                  <a:pt x="16558" y="93501"/>
                </a:lnTo>
                <a:lnTo>
                  <a:pt x="19162" y="93129"/>
                </a:lnTo>
                <a:lnTo>
                  <a:pt x="21990" y="92831"/>
                </a:lnTo>
                <a:lnTo>
                  <a:pt x="25004" y="92571"/>
                </a:lnTo>
                <a:lnTo>
                  <a:pt x="28204" y="92348"/>
                </a:lnTo>
                <a:lnTo>
                  <a:pt x="31664" y="92199"/>
                </a:lnTo>
                <a:lnTo>
                  <a:pt x="35348" y="92087"/>
                </a:lnTo>
                <a:lnTo>
                  <a:pt x="38845" y="92013"/>
                </a:lnTo>
                <a:lnTo>
                  <a:pt x="42491" y="91976"/>
                </a:lnTo>
                <a:lnTo>
                  <a:pt x="46212" y="91976"/>
                </a:lnTo>
                <a:lnTo>
                  <a:pt x="49970" y="92050"/>
                </a:lnTo>
                <a:lnTo>
                  <a:pt x="53839" y="92124"/>
                </a:lnTo>
                <a:lnTo>
                  <a:pt x="57746" y="92199"/>
                </a:lnTo>
                <a:lnTo>
                  <a:pt x="65708" y="92496"/>
                </a:lnTo>
                <a:lnTo>
                  <a:pt x="73708" y="92831"/>
                </a:lnTo>
                <a:lnTo>
                  <a:pt x="81782" y="93241"/>
                </a:lnTo>
                <a:lnTo>
                  <a:pt x="89707" y="93650"/>
                </a:lnTo>
                <a:lnTo>
                  <a:pt x="97520" y="94096"/>
                </a:lnTo>
                <a:lnTo>
                  <a:pt x="110469" y="94841"/>
                </a:lnTo>
                <a:lnTo>
                  <a:pt x="111808" y="94878"/>
                </a:lnTo>
                <a:lnTo>
                  <a:pt x="113073" y="94878"/>
                </a:lnTo>
                <a:lnTo>
                  <a:pt x="114301" y="94841"/>
                </a:lnTo>
                <a:lnTo>
                  <a:pt x="115417" y="94766"/>
                </a:lnTo>
                <a:lnTo>
                  <a:pt x="116496" y="94617"/>
                </a:lnTo>
                <a:lnTo>
                  <a:pt x="117501" y="94431"/>
                </a:lnTo>
                <a:lnTo>
                  <a:pt x="118431" y="94208"/>
                </a:lnTo>
                <a:lnTo>
                  <a:pt x="119287" y="93910"/>
                </a:lnTo>
                <a:lnTo>
                  <a:pt x="120105" y="93575"/>
                </a:lnTo>
                <a:lnTo>
                  <a:pt x="120812" y="93203"/>
                </a:lnTo>
                <a:lnTo>
                  <a:pt x="121482" y="92794"/>
                </a:lnTo>
                <a:lnTo>
                  <a:pt x="122040" y="92348"/>
                </a:lnTo>
                <a:lnTo>
                  <a:pt x="122561" y="91827"/>
                </a:lnTo>
                <a:lnTo>
                  <a:pt x="123007" y="91269"/>
                </a:lnTo>
                <a:lnTo>
                  <a:pt x="123379" y="90673"/>
                </a:lnTo>
                <a:lnTo>
                  <a:pt x="123677" y="90004"/>
                </a:lnTo>
                <a:lnTo>
                  <a:pt x="123826" y="89557"/>
                </a:lnTo>
                <a:lnTo>
                  <a:pt x="123975" y="89036"/>
                </a:lnTo>
                <a:lnTo>
                  <a:pt x="124049" y="88515"/>
                </a:lnTo>
                <a:lnTo>
                  <a:pt x="124124" y="87994"/>
                </a:lnTo>
                <a:lnTo>
                  <a:pt x="124161" y="87436"/>
                </a:lnTo>
                <a:lnTo>
                  <a:pt x="124161" y="86841"/>
                </a:lnTo>
                <a:lnTo>
                  <a:pt x="124124" y="86246"/>
                </a:lnTo>
                <a:lnTo>
                  <a:pt x="124049" y="85613"/>
                </a:lnTo>
                <a:lnTo>
                  <a:pt x="123937" y="84981"/>
                </a:lnTo>
                <a:lnTo>
                  <a:pt x="123789" y="84311"/>
                </a:lnTo>
                <a:lnTo>
                  <a:pt x="123640" y="83604"/>
                </a:lnTo>
                <a:lnTo>
                  <a:pt x="123417" y="82897"/>
                </a:lnTo>
                <a:lnTo>
                  <a:pt x="123193" y="82153"/>
                </a:lnTo>
                <a:lnTo>
                  <a:pt x="122896" y="81409"/>
                </a:lnTo>
                <a:lnTo>
                  <a:pt x="122598" y="80627"/>
                </a:lnTo>
                <a:lnTo>
                  <a:pt x="122263" y="79846"/>
                </a:lnTo>
                <a:lnTo>
                  <a:pt x="121556" y="78358"/>
                </a:lnTo>
                <a:lnTo>
                  <a:pt x="120738" y="76795"/>
                </a:lnTo>
                <a:lnTo>
                  <a:pt x="119808" y="75195"/>
                </a:lnTo>
                <a:lnTo>
                  <a:pt x="118803" y="73484"/>
                </a:lnTo>
                <a:lnTo>
                  <a:pt x="117650" y="71735"/>
                </a:lnTo>
                <a:lnTo>
                  <a:pt x="116422" y="69912"/>
                </a:lnTo>
                <a:lnTo>
                  <a:pt x="115045" y="68014"/>
                </a:lnTo>
                <a:lnTo>
                  <a:pt x="113594" y="66042"/>
                </a:lnTo>
                <a:lnTo>
                  <a:pt x="112292" y="64331"/>
                </a:lnTo>
                <a:lnTo>
                  <a:pt x="110915" y="62582"/>
                </a:lnTo>
                <a:lnTo>
                  <a:pt x="109464" y="60796"/>
                </a:lnTo>
                <a:lnTo>
                  <a:pt x="107938" y="58973"/>
                </a:lnTo>
                <a:lnTo>
                  <a:pt x="106301" y="57075"/>
                </a:lnTo>
                <a:lnTo>
                  <a:pt x="104627" y="55141"/>
                </a:lnTo>
                <a:lnTo>
                  <a:pt x="102878" y="53169"/>
                </a:lnTo>
                <a:lnTo>
                  <a:pt x="101055" y="51160"/>
                </a:lnTo>
                <a:lnTo>
                  <a:pt x="99158" y="49076"/>
                </a:lnTo>
                <a:lnTo>
                  <a:pt x="97186" y="46992"/>
                </a:lnTo>
                <a:lnTo>
                  <a:pt x="93018" y="42639"/>
                </a:lnTo>
                <a:lnTo>
                  <a:pt x="88591" y="38100"/>
                </a:lnTo>
                <a:lnTo>
                  <a:pt x="83866" y="33449"/>
                </a:lnTo>
                <a:lnTo>
                  <a:pt x="78731" y="28501"/>
                </a:lnTo>
                <a:lnTo>
                  <a:pt x="73671" y="23664"/>
                </a:lnTo>
                <a:lnTo>
                  <a:pt x="68685" y="19050"/>
                </a:lnTo>
                <a:lnTo>
                  <a:pt x="63848" y="14622"/>
                </a:lnTo>
                <a:lnTo>
                  <a:pt x="59234" y="10455"/>
                </a:lnTo>
                <a:lnTo>
                  <a:pt x="54881" y="6586"/>
                </a:lnTo>
                <a:lnTo>
                  <a:pt x="50900" y="3088"/>
                </a:lnTo>
                <a:lnTo>
                  <a:pt x="4736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537" name="Google Shape;537;p61"/>
          <p:cNvSpPr txBox="1"/>
          <p:nvPr>
            <p:ph idx="12" type="sldNum"/>
          </p:nvPr>
        </p:nvSpPr>
        <p:spPr>
          <a:xfrm>
            <a:off x="6080700" y="3995650"/>
            <a:ext cx="2834700" cy="393600"/>
          </a:xfrm>
          <a:prstGeom prst="rect">
            <a:avLst/>
          </a:prstGeom>
          <a:noFill/>
          <a:ln>
            <a:noFill/>
          </a:ln>
        </p:spPr>
        <p:txBody>
          <a:bodyPr anchorCtr="0" anchor="ctr" bIns="91425" lIns="91425" spcFirstLastPara="1" rIns="91425" wrap="square" tIns="91425">
            <a:noAutofit/>
          </a:bodyPr>
          <a:lstStyle>
            <a:lvl1pPr lvl="0" algn="r">
              <a:buNone/>
              <a:defRPr sz="700">
                <a:solidFill>
                  <a:schemeClr val="dk2"/>
                </a:solidFill>
                <a:latin typeface="Nunito Sans"/>
                <a:ea typeface="Nunito Sans"/>
                <a:cs typeface="Nunito Sans"/>
                <a:sym typeface="Nunito Sans"/>
              </a:defRPr>
            </a:lvl1pPr>
            <a:lvl2pPr lvl="1" algn="r">
              <a:buNone/>
              <a:defRPr sz="700">
                <a:solidFill>
                  <a:schemeClr val="dk2"/>
                </a:solidFill>
                <a:latin typeface="Nunito Sans"/>
                <a:ea typeface="Nunito Sans"/>
                <a:cs typeface="Nunito Sans"/>
                <a:sym typeface="Nunito Sans"/>
              </a:defRPr>
            </a:lvl2pPr>
            <a:lvl3pPr lvl="2" algn="r">
              <a:buNone/>
              <a:defRPr sz="700">
                <a:solidFill>
                  <a:schemeClr val="dk2"/>
                </a:solidFill>
                <a:latin typeface="Nunito Sans"/>
                <a:ea typeface="Nunito Sans"/>
                <a:cs typeface="Nunito Sans"/>
                <a:sym typeface="Nunito Sans"/>
              </a:defRPr>
            </a:lvl3pPr>
            <a:lvl4pPr lvl="3" algn="r">
              <a:buNone/>
              <a:defRPr sz="700">
                <a:solidFill>
                  <a:schemeClr val="dk2"/>
                </a:solidFill>
                <a:latin typeface="Nunito Sans"/>
                <a:ea typeface="Nunito Sans"/>
                <a:cs typeface="Nunito Sans"/>
                <a:sym typeface="Nunito Sans"/>
              </a:defRPr>
            </a:lvl4pPr>
            <a:lvl5pPr lvl="4" algn="r">
              <a:buNone/>
              <a:defRPr sz="700">
                <a:solidFill>
                  <a:schemeClr val="dk2"/>
                </a:solidFill>
                <a:latin typeface="Nunito Sans"/>
                <a:ea typeface="Nunito Sans"/>
                <a:cs typeface="Nunito Sans"/>
                <a:sym typeface="Nunito Sans"/>
              </a:defRPr>
            </a:lvl5pPr>
            <a:lvl6pPr lvl="5" algn="r">
              <a:buNone/>
              <a:defRPr sz="700">
                <a:solidFill>
                  <a:schemeClr val="dk2"/>
                </a:solidFill>
                <a:latin typeface="Nunito Sans"/>
                <a:ea typeface="Nunito Sans"/>
                <a:cs typeface="Nunito Sans"/>
                <a:sym typeface="Nunito Sans"/>
              </a:defRPr>
            </a:lvl6pPr>
            <a:lvl7pPr lvl="6" algn="r">
              <a:buNone/>
              <a:defRPr sz="700">
                <a:solidFill>
                  <a:schemeClr val="dk2"/>
                </a:solidFill>
                <a:latin typeface="Nunito Sans"/>
                <a:ea typeface="Nunito Sans"/>
                <a:cs typeface="Nunito Sans"/>
                <a:sym typeface="Nunito Sans"/>
              </a:defRPr>
            </a:lvl7pPr>
            <a:lvl8pPr lvl="7" algn="r">
              <a:buNone/>
              <a:defRPr sz="700">
                <a:solidFill>
                  <a:schemeClr val="dk2"/>
                </a:solidFill>
                <a:latin typeface="Nunito Sans"/>
                <a:ea typeface="Nunito Sans"/>
                <a:cs typeface="Nunito Sans"/>
                <a:sym typeface="Nunito Sans"/>
              </a:defRPr>
            </a:lvl8pPr>
            <a:lvl9pPr lvl="8" algn="r">
              <a:buNone/>
              <a:defRPr sz="700">
                <a:solidFill>
                  <a:schemeClr val="dk2"/>
                </a:solidFill>
                <a:latin typeface="Nunito Sans"/>
                <a:ea typeface="Nunito Sans"/>
                <a:cs typeface="Nunito Sans"/>
                <a:sym typeface="Nunito Sans"/>
              </a:defRPr>
            </a:lvl9pPr>
          </a:lstStyle>
          <a:p>
            <a:pPr indent="0" lvl="0" marL="0" rtl="0" algn="r">
              <a:spcBef>
                <a:spcPts val="0"/>
              </a:spcBef>
              <a:spcAft>
                <a:spcPts val="0"/>
              </a:spcAft>
              <a:buNone/>
            </a:pPr>
            <a:r>
              <a:rPr lang="en"/>
              <a:t>Month </a:t>
            </a:r>
            <a:r>
              <a:rPr lang="en" sz="600"/>
              <a:t>🞹</a:t>
            </a:r>
            <a:r>
              <a:rPr lang="en"/>
              <a:t> Year </a:t>
            </a:r>
            <a:r>
              <a:rPr lang="en" sz="600"/>
              <a:t>🞹</a:t>
            </a:r>
            <a:r>
              <a:rPr lang="en"/>
              <a:t> </a:t>
            </a:r>
            <a:fld id="{00000000-1234-1234-1234-123412341234}" type="slidenum">
              <a:rPr lang="en"/>
              <a:t>‹#›</a:t>
            </a:fld>
            <a:endParaRPr/>
          </a:p>
        </p:txBody>
      </p:sp>
      <p:sp>
        <p:nvSpPr>
          <p:cNvPr id="538" name="Google Shape;538;p61"/>
          <p:cNvSpPr txBox="1"/>
          <p:nvPr>
            <p:ph idx="1" type="body"/>
          </p:nvPr>
        </p:nvSpPr>
        <p:spPr>
          <a:xfrm>
            <a:off x="228600" y="1646991"/>
            <a:ext cx="4296600" cy="3063300"/>
          </a:xfrm>
          <a:prstGeom prst="rect">
            <a:avLst/>
          </a:prstGeom>
        </p:spPr>
        <p:txBody>
          <a:bodyPr anchorCtr="0" anchor="b" bIns="91425" lIns="91425" spcFirstLastPara="1" rIns="91425" wrap="square" tIns="91425">
            <a:noAutofit/>
          </a:bodyPr>
          <a:lstStyle>
            <a:lvl1pPr indent="-304800" lvl="0" marL="457200">
              <a:spcBef>
                <a:spcPts val="0"/>
              </a:spcBef>
              <a:spcAft>
                <a:spcPts val="0"/>
              </a:spcAft>
              <a:buSzPts val="1200"/>
              <a:buFont typeface="Nunito Sans"/>
              <a:buChar char="●"/>
              <a:defRPr/>
            </a:lvl1pPr>
            <a:lvl2pPr indent="-304800" lvl="1" marL="914400">
              <a:spcBef>
                <a:spcPts val="800"/>
              </a:spcBef>
              <a:spcAft>
                <a:spcPts val="0"/>
              </a:spcAft>
              <a:buSzPts val="1200"/>
              <a:buFont typeface="Nunito Sans"/>
              <a:buChar char="○"/>
              <a:defRPr/>
            </a:lvl2pPr>
            <a:lvl3pPr indent="-304800" lvl="2" marL="1371600">
              <a:spcBef>
                <a:spcPts val="800"/>
              </a:spcBef>
              <a:spcAft>
                <a:spcPts val="0"/>
              </a:spcAft>
              <a:buSzPts val="1200"/>
              <a:buFont typeface="Nunito Sans"/>
              <a:buChar char="■"/>
              <a:defRPr/>
            </a:lvl3pPr>
            <a:lvl4pPr indent="-304800" lvl="3" marL="1828800">
              <a:spcBef>
                <a:spcPts val="800"/>
              </a:spcBef>
              <a:spcAft>
                <a:spcPts val="0"/>
              </a:spcAft>
              <a:buSzPts val="1200"/>
              <a:buFont typeface="Nunito Sans"/>
              <a:buChar char="●"/>
              <a:defRPr/>
            </a:lvl4pPr>
            <a:lvl5pPr indent="-304800" lvl="4" marL="2286000">
              <a:spcBef>
                <a:spcPts val="800"/>
              </a:spcBef>
              <a:spcAft>
                <a:spcPts val="0"/>
              </a:spcAft>
              <a:buSzPts val="1200"/>
              <a:buFont typeface="Nunito Sans"/>
              <a:buChar char="○"/>
              <a:defRPr/>
            </a:lvl5pPr>
            <a:lvl6pPr indent="-304800" lvl="5" marL="2743200">
              <a:spcBef>
                <a:spcPts val="800"/>
              </a:spcBef>
              <a:spcAft>
                <a:spcPts val="0"/>
              </a:spcAft>
              <a:buSzPts val="1200"/>
              <a:buFont typeface="Nunito Sans"/>
              <a:buChar char="■"/>
              <a:defRPr/>
            </a:lvl6pPr>
            <a:lvl7pPr indent="-304800" lvl="6" marL="3200400">
              <a:spcBef>
                <a:spcPts val="800"/>
              </a:spcBef>
              <a:spcAft>
                <a:spcPts val="0"/>
              </a:spcAft>
              <a:buSzPts val="1200"/>
              <a:buFont typeface="Nunito Sans"/>
              <a:buChar char="●"/>
              <a:defRPr/>
            </a:lvl7pPr>
            <a:lvl8pPr indent="-304800" lvl="7" marL="3657600">
              <a:spcBef>
                <a:spcPts val="800"/>
              </a:spcBef>
              <a:spcAft>
                <a:spcPts val="0"/>
              </a:spcAft>
              <a:buSzPts val="1200"/>
              <a:buFont typeface="Nunito Sans"/>
              <a:buChar char="○"/>
              <a:defRPr/>
            </a:lvl8pPr>
            <a:lvl9pPr indent="-304800" lvl="8" marL="4114800">
              <a:spcBef>
                <a:spcPts val="800"/>
              </a:spcBef>
              <a:spcAft>
                <a:spcPts val="800"/>
              </a:spcAft>
              <a:buSzPts val="1200"/>
              <a:buFont typeface="Nunito Sans"/>
              <a:buChar char="■"/>
              <a:defRPr/>
            </a:lvl9pPr>
          </a:lstStyle>
          <a:p/>
        </p:txBody>
      </p:sp>
      <p:sp>
        <p:nvSpPr>
          <p:cNvPr id="539" name="Google Shape;539;p61"/>
          <p:cNvSpPr/>
          <p:nvPr>
            <p:ph idx="2" type="pic"/>
          </p:nvPr>
        </p:nvSpPr>
        <p:spPr>
          <a:xfrm>
            <a:off x="5212300" y="460300"/>
            <a:ext cx="3702900" cy="4136100"/>
          </a:xfrm>
          <a:prstGeom prst="roundRect">
            <a:avLst>
              <a:gd fmla="val 6865" name="adj"/>
            </a:avLst>
          </a:prstGeom>
          <a:noFill/>
          <a:ln>
            <a:noFill/>
          </a:ln>
        </p:spPr>
      </p:sp>
      <p:sp>
        <p:nvSpPr>
          <p:cNvPr id="540" name="Google Shape;540;p61"/>
          <p:cNvSpPr txBox="1"/>
          <p:nvPr>
            <p:ph type="title"/>
          </p:nvPr>
        </p:nvSpPr>
        <p:spPr>
          <a:xfrm>
            <a:off x="228600" y="228600"/>
            <a:ext cx="42966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541" name="Google Shape;541;p61"/>
          <p:cNvSpPr/>
          <p:nvPr/>
        </p:nvSpPr>
        <p:spPr>
          <a:xfrm>
            <a:off x="7766436" y="148752"/>
            <a:ext cx="1377568" cy="2421760"/>
          </a:xfrm>
          <a:custGeom>
            <a:rect b="b" l="l" r="r" t="t"/>
            <a:pathLst>
              <a:path extrusionOk="0" h="75680" w="43049">
                <a:moveTo>
                  <a:pt x="10456" y="1"/>
                </a:moveTo>
                <a:lnTo>
                  <a:pt x="9414" y="38"/>
                </a:lnTo>
                <a:lnTo>
                  <a:pt x="8409" y="112"/>
                </a:lnTo>
                <a:lnTo>
                  <a:pt x="7479" y="187"/>
                </a:lnTo>
                <a:lnTo>
                  <a:pt x="6586" y="336"/>
                </a:lnTo>
                <a:lnTo>
                  <a:pt x="5768" y="522"/>
                </a:lnTo>
                <a:lnTo>
                  <a:pt x="4986" y="708"/>
                </a:lnTo>
                <a:lnTo>
                  <a:pt x="4279" y="931"/>
                </a:lnTo>
                <a:lnTo>
                  <a:pt x="3610" y="1229"/>
                </a:lnTo>
                <a:lnTo>
                  <a:pt x="3014" y="1526"/>
                </a:lnTo>
                <a:lnTo>
                  <a:pt x="2456" y="1861"/>
                </a:lnTo>
                <a:lnTo>
                  <a:pt x="1972" y="2270"/>
                </a:lnTo>
                <a:lnTo>
                  <a:pt x="1526" y="2680"/>
                </a:lnTo>
                <a:lnTo>
                  <a:pt x="1154" y="3126"/>
                </a:lnTo>
                <a:lnTo>
                  <a:pt x="893" y="3461"/>
                </a:lnTo>
                <a:lnTo>
                  <a:pt x="707" y="3796"/>
                </a:lnTo>
                <a:lnTo>
                  <a:pt x="521" y="4168"/>
                </a:lnTo>
                <a:lnTo>
                  <a:pt x="373" y="4540"/>
                </a:lnTo>
                <a:lnTo>
                  <a:pt x="261" y="4912"/>
                </a:lnTo>
                <a:lnTo>
                  <a:pt x="149" y="5321"/>
                </a:lnTo>
                <a:lnTo>
                  <a:pt x="75" y="5731"/>
                </a:lnTo>
                <a:lnTo>
                  <a:pt x="38" y="6177"/>
                </a:lnTo>
                <a:lnTo>
                  <a:pt x="0" y="6624"/>
                </a:lnTo>
                <a:lnTo>
                  <a:pt x="0" y="7070"/>
                </a:lnTo>
                <a:lnTo>
                  <a:pt x="38" y="7554"/>
                </a:lnTo>
                <a:lnTo>
                  <a:pt x="112" y="8075"/>
                </a:lnTo>
                <a:lnTo>
                  <a:pt x="187" y="8558"/>
                </a:lnTo>
                <a:lnTo>
                  <a:pt x="298" y="9117"/>
                </a:lnTo>
                <a:lnTo>
                  <a:pt x="596" y="10196"/>
                </a:lnTo>
                <a:lnTo>
                  <a:pt x="1005" y="11386"/>
                </a:lnTo>
                <a:lnTo>
                  <a:pt x="1489" y="12614"/>
                </a:lnTo>
                <a:lnTo>
                  <a:pt x="2121" y="13916"/>
                </a:lnTo>
                <a:lnTo>
                  <a:pt x="2828" y="15256"/>
                </a:lnTo>
                <a:lnTo>
                  <a:pt x="3684" y="16707"/>
                </a:lnTo>
                <a:lnTo>
                  <a:pt x="4614" y="18195"/>
                </a:lnTo>
                <a:lnTo>
                  <a:pt x="5656" y="19758"/>
                </a:lnTo>
                <a:lnTo>
                  <a:pt x="6772" y="21358"/>
                </a:lnTo>
                <a:lnTo>
                  <a:pt x="9525" y="25190"/>
                </a:lnTo>
                <a:lnTo>
                  <a:pt x="12204" y="28985"/>
                </a:lnTo>
                <a:lnTo>
                  <a:pt x="14809" y="32706"/>
                </a:lnTo>
                <a:lnTo>
                  <a:pt x="17376" y="36426"/>
                </a:lnTo>
                <a:lnTo>
                  <a:pt x="22325" y="43682"/>
                </a:lnTo>
                <a:lnTo>
                  <a:pt x="27050" y="50714"/>
                </a:lnTo>
                <a:lnTo>
                  <a:pt x="31478" y="57486"/>
                </a:lnTo>
                <a:lnTo>
                  <a:pt x="35645" y="63922"/>
                </a:lnTo>
                <a:lnTo>
                  <a:pt x="39514" y="69987"/>
                </a:lnTo>
                <a:lnTo>
                  <a:pt x="43049" y="75680"/>
                </a:lnTo>
                <a:lnTo>
                  <a:pt x="43049" y="74526"/>
                </a:lnTo>
                <a:lnTo>
                  <a:pt x="39514" y="68908"/>
                </a:lnTo>
                <a:lnTo>
                  <a:pt x="35682" y="62918"/>
                </a:lnTo>
                <a:lnTo>
                  <a:pt x="31589" y="56555"/>
                </a:lnTo>
                <a:lnTo>
                  <a:pt x="27199" y="49895"/>
                </a:lnTo>
                <a:lnTo>
                  <a:pt x="22548" y="42975"/>
                </a:lnTo>
                <a:lnTo>
                  <a:pt x="17674" y="35831"/>
                </a:lnTo>
                <a:lnTo>
                  <a:pt x="15144" y="32185"/>
                </a:lnTo>
                <a:lnTo>
                  <a:pt x="12576" y="28501"/>
                </a:lnTo>
                <a:lnTo>
                  <a:pt x="9935" y="24781"/>
                </a:lnTo>
                <a:lnTo>
                  <a:pt x="7256" y="21023"/>
                </a:lnTo>
                <a:lnTo>
                  <a:pt x="6177" y="19460"/>
                </a:lnTo>
                <a:lnTo>
                  <a:pt x="5172" y="17972"/>
                </a:lnTo>
                <a:lnTo>
                  <a:pt x="4279" y="16521"/>
                </a:lnTo>
                <a:lnTo>
                  <a:pt x="3461" y="15144"/>
                </a:lnTo>
                <a:lnTo>
                  <a:pt x="2754" y="13805"/>
                </a:lnTo>
                <a:lnTo>
                  <a:pt x="2158" y="12577"/>
                </a:lnTo>
                <a:lnTo>
                  <a:pt x="1638" y="11386"/>
                </a:lnTo>
                <a:lnTo>
                  <a:pt x="1266" y="10233"/>
                </a:lnTo>
                <a:lnTo>
                  <a:pt x="931" y="9191"/>
                </a:lnTo>
                <a:lnTo>
                  <a:pt x="745" y="8186"/>
                </a:lnTo>
                <a:lnTo>
                  <a:pt x="670" y="7703"/>
                </a:lnTo>
                <a:lnTo>
                  <a:pt x="633" y="7219"/>
                </a:lnTo>
                <a:lnTo>
                  <a:pt x="633" y="6773"/>
                </a:lnTo>
                <a:lnTo>
                  <a:pt x="633" y="6363"/>
                </a:lnTo>
                <a:lnTo>
                  <a:pt x="670" y="5954"/>
                </a:lnTo>
                <a:lnTo>
                  <a:pt x="745" y="5545"/>
                </a:lnTo>
                <a:lnTo>
                  <a:pt x="819" y="5173"/>
                </a:lnTo>
                <a:lnTo>
                  <a:pt x="931" y="4801"/>
                </a:lnTo>
                <a:lnTo>
                  <a:pt x="1042" y="4428"/>
                </a:lnTo>
                <a:lnTo>
                  <a:pt x="1228" y="4094"/>
                </a:lnTo>
                <a:lnTo>
                  <a:pt x="1414" y="3796"/>
                </a:lnTo>
                <a:lnTo>
                  <a:pt x="1600" y="3498"/>
                </a:lnTo>
                <a:lnTo>
                  <a:pt x="1972" y="3089"/>
                </a:lnTo>
                <a:lnTo>
                  <a:pt x="2382" y="2680"/>
                </a:lnTo>
                <a:lnTo>
                  <a:pt x="2865" y="2345"/>
                </a:lnTo>
                <a:lnTo>
                  <a:pt x="3386" y="2010"/>
                </a:lnTo>
                <a:lnTo>
                  <a:pt x="3944" y="1750"/>
                </a:lnTo>
                <a:lnTo>
                  <a:pt x="4577" y="1489"/>
                </a:lnTo>
                <a:lnTo>
                  <a:pt x="5284" y="1266"/>
                </a:lnTo>
                <a:lnTo>
                  <a:pt x="6028" y="1080"/>
                </a:lnTo>
                <a:lnTo>
                  <a:pt x="6809" y="894"/>
                </a:lnTo>
                <a:lnTo>
                  <a:pt x="7665" y="782"/>
                </a:lnTo>
                <a:lnTo>
                  <a:pt x="8595" y="708"/>
                </a:lnTo>
                <a:lnTo>
                  <a:pt x="9563" y="633"/>
                </a:lnTo>
                <a:lnTo>
                  <a:pt x="10567" y="596"/>
                </a:lnTo>
                <a:lnTo>
                  <a:pt x="11646" y="633"/>
                </a:lnTo>
                <a:lnTo>
                  <a:pt x="12762" y="671"/>
                </a:lnTo>
                <a:lnTo>
                  <a:pt x="13953" y="745"/>
                </a:lnTo>
                <a:lnTo>
                  <a:pt x="16223" y="931"/>
                </a:lnTo>
                <a:lnTo>
                  <a:pt x="18641" y="1266"/>
                </a:lnTo>
                <a:lnTo>
                  <a:pt x="21246" y="1675"/>
                </a:lnTo>
                <a:lnTo>
                  <a:pt x="24036" y="2196"/>
                </a:lnTo>
                <a:lnTo>
                  <a:pt x="26976" y="2829"/>
                </a:lnTo>
                <a:lnTo>
                  <a:pt x="30138" y="3573"/>
                </a:lnTo>
                <a:lnTo>
                  <a:pt x="33487" y="4428"/>
                </a:lnTo>
                <a:lnTo>
                  <a:pt x="37021" y="5359"/>
                </a:lnTo>
                <a:lnTo>
                  <a:pt x="39998" y="6214"/>
                </a:lnTo>
                <a:lnTo>
                  <a:pt x="43049" y="7107"/>
                </a:lnTo>
                <a:lnTo>
                  <a:pt x="43049" y="6475"/>
                </a:lnTo>
                <a:lnTo>
                  <a:pt x="40072" y="5619"/>
                </a:lnTo>
                <a:lnTo>
                  <a:pt x="37170" y="4801"/>
                </a:lnTo>
                <a:lnTo>
                  <a:pt x="33636" y="3833"/>
                </a:lnTo>
                <a:lnTo>
                  <a:pt x="30250" y="2977"/>
                </a:lnTo>
                <a:lnTo>
                  <a:pt x="27087" y="2233"/>
                </a:lnTo>
                <a:lnTo>
                  <a:pt x="24111" y="1601"/>
                </a:lnTo>
                <a:lnTo>
                  <a:pt x="21320" y="1080"/>
                </a:lnTo>
                <a:lnTo>
                  <a:pt x="18716" y="671"/>
                </a:lnTo>
                <a:lnTo>
                  <a:pt x="16260" y="336"/>
                </a:lnTo>
                <a:lnTo>
                  <a:pt x="13990" y="150"/>
                </a:lnTo>
                <a:lnTo>
                  <a:pt x="12762" y="75"/>
                </a:lnTo>
                <a:lnTo>
                  <a:pt x="11609" y="38"/>
                </a:lnTo>
                <a:lnTo>
                  <a:pt x="1045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542" name="Google Shape;542;p61"/>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dk2"/>
                </a:solidFill>
                <a:latin typeface="Nunito Sans"/>
                <a:ea typeface="Nunito Sans"/>
                <a:cs typeface="Nunito Sans"/>
                <a:sym typeface="Nunito Sans"/>
              </a:rPr>
              <a:t>‹#›</a:t>
            </a:fld>
            <a:endParaRPr sz="700">
              <a:solidFill>
                <a:schemeClr val="dk2"/>
              </a:solidFill>
              <a:latin typeface="Nunito Sans"/>
              <a:ea typeface="Nunito Sans"/>
              <a:cs typeface="Nunito Sans"/>
              <a:sym typeface="Nunito Sans"/>
            </a:endParaRPr>
          </a:p>
        </p:txBody>
      </p:sp>
      <p:sp>
        <p:nvSpPr>
          <p:cNvPr id="543" name="Google Shape;543;p61"/>
          <p:cNvSpPr txBox="1"/>
          <p:nvPr>
            <p:ph idx="3"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 Alt 2">
  <p:cSld name="BLANK_1_1_1_1_1_1_1_1_1_1_1_1_2">
    <p:spTree>
      <p:nvGrpSpPr>
        <p:cNvPr id="544" name="Shape 544"/>
        <p:cNvGrpSpPr/>
        <p:nvPr/>
      </p:nvGrpSpPr>
      <p:grpSpPr>
        <a:xfrm>
          <a:off x="0" y="0"/>
          <a:ext cx="0" cy="0"/>
          <a:chOff x="0" y="0"/>
          <a:chExt cx="0" cy="0"/>
        </a:xfrm>
      </p:grpSpPr>
      <p:pic>
        <p:nvPicPr>
          <p:cNvPr id="545" name="Google Shape;545;p62"/>
          <p:cNvPicPr preferRelativeResize="0"/>
          <p:nvPr/>
        </p:nvPicPr>
        <p:blipFill rotWithShape="1">
          <a:blip r:embed="rId2">
            <a:alphaModFix/>
          </a:blip>
          <a:srcRect b="59421" l="0" r="0" t="0"/>
          <a:stretch/>
        </p:blipFill>
        <p:spPr>
          <a:xfrm>
            <a:off x="4246500" y="3605146"/>
            <a:ext cx="3791099" cy="1538350"/>
          </a:xfrm>
          <a:prstGeom prst="rect">
            <a:avLst/>
          </a:prstGeom>
          <a:noFill/>
          <a:ln>
            <a:noFill/>
          </a:ln>
        </p:spPr>
      </p:pic>
      <p:sp>
        <p:nvSpPr>
          <p:cNvPr id="546" name="Google Shape;546;p62"/>
          <p:cNvSpPr/>
          <p:nvPr/>
        </p:nvSpPr>
        <p:spPr>
          <a:xfrm rot="-5400000">
            <a:off x="5152931" y="-3996218"/>
            <a:ext cx="7978200" cy="7978200"/>
          </a:xfrm>
          <a:prstGeom prst="pie">
            <a:avLst>
              <a:gd fmla="val 10792592" name="adj1"/>
              <a:gd fmla="val 16198514" name="adj2"/>
            </a:avLst>
          </a:prstGeom>
          <a:gradFill>
            <a:gsLst>
              <a:gs pos="0">
                <a:schemeClr val="accent1"/>
              </a:gs>
              <a:gs pos="50000">
                <a:schemeClr val="dk2"/>
              </a:gs>
              <a:gs pos="100000">
                <a:schemeClr val="dk2"/>
              </a:gs>
            </a:gsLst>
            <a:path path="circle">
              <a:fillToRect b="100%" l="100%" r="0%" t="0%"/>
            </a:path>
            <a:tileRect b="0%" l="0%" r="-100%" t="-10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pic>
        <p:nvPicPr>
          <p:cNvPr id="547" name="Google Shape;547;p62"/>
          <p:cNvPicPr preferRelativeResize="0"/>
          <p:nvPr/>
        </p:nvPicPr>
        <p:blipFill rotWithShape="1">
          <a:blip r:embed="rId3">
            <a:alphaModFix/>
          </a:blip>
          <a:srcRect b="34692" l="150" r="0" t="0"/>
          <a:stretch/>
        </p:blipFill>
        <p:spPr>
          <a:xfrm rot="10800000">
            <a:off x="3915350" y="-2066"/>
            <a:ext cx="3992800" cy="2611474"/>
          </a:xfrm>
          <a:prstGeom prst="rect">
            <a:avLst/>
          </a:prstGeom>
          <a:noFill/>
          <a:ln>
            <a:noFill/>
          </a:ln>
        </p:spPr>
      </p:pic>
      <p:sp>
        <p:nvSpPr>
          <p:cNvPr id="548" name="Google Shape;548;p62"/>
          <p:cNvSpPr/>
          <p:nvPr/>
        </p:nvSpPr>
        <p:spPr>
          <a:xfrm>
            <a:off x="4638645" y="1838308"/>
            <a:ext cx="4505344" cy="3305184"/>
          </a:xfrm>
          <a:custGeom>
            <a:rect b="b" l="l" r="r" t="t"/>
            <a:pathLst>
              <a:path extrusionOk="0" h="103287" w="140792">
                <a:moveTo>
                  <a:pt x="23664" y="596"/>
                </a:moveTo>
                <a:lnTo>
                  <a:pt x="24892" y="633"/>
                </a:lnTo>
                <a:lnTo>
                  <a:pt x="26120" y="670"/>
                </a:lnTo>
                <a:lnTo>
                  <a:pt x="27348" y="782"/>
                </a:lnTo>
                <a:lnTo>
                  <a:pt x="28576" y="931"/>
                </a:lnTo>
                <a:lnTo>
                  <a:pt x="29766" y="1117"/>
                </a:lnTo>
                <a:lnTo>
                  <a:pt x="30994" y="1340"/>
                </a:lnTo>
                <a:lnTo>
                  <a:pt x="32185" y="1600"/>
                </a:lnTo>
                <a:lnTo>
                  <a:pt x="33413" y="1898"/>
                </a:lnTo>
                <a:lnTo>
                  <a:pt x="34603" y="2233"/>
                </a:lnTo>
                <a:lnTo>
                  <a:pt x="35794" y="2642"/>
                </a:lnTo>
                <a:lnTo>
                  <a:pt x="36984" y="3051"/>
                </a:lnTo>
                <a:lnTo>
                  <a:pt x="38138" y="3498"/>
                </a:lnTo>
                <a:lnTo>
                  <a:pt x="39328" y="3982"/>
                </a:lnTo>
                <a:lnTo>
                  <a:pt x="40482" y="4503"/>
                </a:lnTo>
                <a:lnTo>
                  <a:pt x="41598" y="5098"/>
                </a:lnTo>
                <a:lnTo>
                  <a:pt x="42751" y="5693"/>
                </a:lnTo>
                <a:lnTo>
                  <a:pt x="43868" y="6326"/>
                </a:lnTo>
                <a:lnTo>
                  <a:pt x="44947" y="6995"/>
                </a:lnTo>
                <a:lnTo>
                  <a:pt x="46175" y="7777"/>
                </a:lnTo>
                <a:lnTo>
                  <a:pt x="47365" y="8633"/>
                </a:lnTo>
                <a:lnTo>
                  <a:pt x="48556" y="9526"/>
                </a:lnTo>
                <a:lnTo>
                  <a:pt x="49672" y="10418"/>
                </a:lnTo>
                <a:lnTo>
                  <a:pt x="50788" y="11386"/>
                </a:lnTo>
                <a:lnTo>
                  <a:pt x="51867" y="12353"/>
                </a:lnTo>
                <a:lnTo>
                  <a:pt x="52909" y="13395"/>
                </a:lnTo>
                <a:lnTo>
                  <a:pt x="53914" y="14474"/>
                </a:lnTo>
                <a:lnTo>
                  <a:pt x="54881" y="15553"/>
                </a:lnTo>
                <a:lnTo>
                  <a:pt x="55811" y="16706"/>
                </a:lnTo>
                <a:lnTo>
                  <a:pt x="56741" y="17860"/>
                </a:lnTo>
                <a:lnTo>
                  <a:pt x="57597" y="19050"/>
                </a:lnTo>
                <a:lnTo>
                  <a:pt x="58453" y="20316"/>
                </a:lnTo>
                <a:lnTo>
                  <a:pt x="59271" y="21581"/>
                </a:lnTo>
                <a:lnTo>
                  <a:pt x="60053" y="22883"/>
                </a:lnTo>
                <a:lnTo>
                  <a:pt x="60797" y="24222"/>
                </a:lnTo>
                <a:lnTo>
                  <a:pt x="62360" y="27310"/>
                </a:lnTo>
                <a:lnTo>
                  <a:pt x="63848" y="30324"/>
                </a:lnTo>
                <a:lnTo>
                  <a:pt x="65187" y="33264"/>
                </a:lnTo>
                <a:lnTo>
                  <a:pt x="65820" y="34752"/>
                </a:lnTo>
                <a:lnTo>
                  <a:pt x="66415" y="36166"/>
                </a:lnTo>
                <a:lnTo>
                  <a:pt x="66973" y="37617"/>
                </a:lnTo>
                <a:lnTo>
                  <a:pt x="67531" y="39031"/>
                </a:lnTo>
                <a:lnTo>
                  <a:pt x="68015" y="40444"/>
                </a:lnTo>
                <a:lnTo>
                  <a:pt x="68499" y="41821"/>
                </a:lnTo>
                <a:lnTo>
                  <a:pt x="68945" y="43198"/>
                </a:lnTo>
                <a:lnTo>
                  <a:pt x="69392" y="44574"/>
                </a:lnTo>
                <a:lnTo>
                  <a:pt x="69764" y="45951"/>
                </a:lnTo>
                <a:lnTo>
                  <a:pt x="70136" y="47291"/>
                </a:lnTo>
                <a:lnTo>
                  <a:pt x="70471" y="48630"/>
                </a:lnTo>
                <a:lnTo>
                  <a:pt x="70768" y="49969"/>
                </a:lnTo>
                <a:lnTo>
                  <a:pt x="71029" y="51309"/>
                </a:lnTo>
                <a:lnTo>
                  <a:pt x="71252" y="52611"/>
                </a:lnTo>
                <a:lnTo>
                  <a:pt x="71475" y="53913"/>
                </a:lnTo>
                <a:lnTo>
                  <a:pt x="71661" y="55216"/>
                </a:lnTo>
                <a:lnTo>
                  <a:pt x="71810" y="56518"/>
                </a:lnTo>
                <a:lnTo>
                  <a:pt x="71959" y="57783"/>
                </a:lnTo>
                <a:lnTo>
                  <a:pt x="72033" y="59048"/>
                </a:lnTo>
                <a:lnTo>
                  <a:pt x="72108" y="60350"/>
                </a:lnTo>
                <a:lnTo>
                  <a:pt x="72145" y="61578"/>
                </a:lnTo>
                <a:lnTo>
                  <a:pt x="72182" y="62843"/>
                </a:lnTo>
                <a:lnTo>
                  <a:pt x="72145" y="64108"/>
                </a:lnTo>
                <a:lnTo>
                  <a:pt x="72108" y="65336"/>
                </a:lnTo>
                <a:lnTo>
                  <a:pt x="72033" y="66601"/>
                </a:lnTo>
                <a:lnTo>
                  <a:pt x="71922" y="67829"/>
                </a:lnTo>
                <a:lnTo>
                  <a:pt x="71810" y="69057"/>
                </a:lnTo>
                <a:lnTo>
                  <a:pt x="71661" y="70284"/>
                </a:lnTo>
                <a:lnTo>
                  <a:pt x="71475" y="71512"/>
                </a:lnTo>
                <a:lnTo>
                  <a:pt x="71252" y="72703"/>
                </a:lnTo>
                <a:lnTo>
                  <a:pt x="71029" y="73931"/>
                </a:lnTo>
                <a:lnTo>
                  <a:pt x="70768" y="75121"/>
                </a:lnTo>
                <a:lnTo>
                  <a:pt x="70471" y="76349"/>
                </a:lnTo>
                <a:lnTo>
                  <a:pt x="70136" y="77540"/>
                </a:lnTo>
                <a:lnTo>
                  <a:pt x="67420" y="77205"/>
                </a:lnTo>
                <a:lnTo>
                  <a:pt x="64666" y="76758"/>
                </a:lnTo>
                <a:lnTo>
                  <a:pt x="62285" y="76312"/>
                </a:lnTo>
                <a:lnTo>
                  <a:pt x="59867" y="75828"/>
                </a:lnTo>
                <a:lnTo>
                  <a:pt x="57448" y="75307"/>
                </a:lnTo>
                <a:lnTo>
                  <a:pt x="54993" y="74675"/>
                </a:lnTo>
                <a:lnTo>
                  <a:pt x="52537" y="74042"/>
                </a:lnTo>
                <a:lnTo>
                  <a:pt x="50118" y="73335"/>
                </a:lnTo>
                <a:lnTo>
                  <a:pt x="47663" y="72591"/>
                </a:lnTo>
                <a:lnTo>
                  <a:pt x="45244" y="71810"/>
                </a:lnTo>
                <a:lnTo>
                  <a:pt x="42826" y="70954"/>
                </a:lnTo>
                <a:lnTo>
                  <a:pt x="40445" y="70098"/>
                </a:lnTo>
                <a:lnTo>
                  <a:pt x="38063" y="69168"/>
                </a:lnTo>
                <a:lnTo>
                  <a:pt x="35719" y="68201"/>
                </a:lnTo>
                <a:lnTo>
                  <a:pt x="33413" y="67196"/>
                </a:lnTo>
                <a:lnTo>
                  <a:pt x="31180" y="66154"/>
                </a:lnTo>
                <a:lnTo>
                  <a:pt x="28948" y="65113"/>
                </a:lnTo>
                <a:lnTo>
                  <a:pt x="26790" y="63996"/>
                </a:lnTo>
                <a:lnTo>
                  <a:pt x="25450" y="63290"/>
                </a:lnTo>
                <a:lnTo>
                  <a:pt x="24185" y="62545"/>
                </a:lnTo>
                <a:lnTo>
                  <a:pt x="22920" y="61801"/>
                </a:lnTo>
                <a:lnTo>
                  <a:pt x="21692" y="61020"/>
                </a:lnTo>
                <a:lnTo>
                  <a:pt x="20464" y="60201"/>
                </a:lnTo>
                <a:lnTo>
                  <a:pt x="19311" y="59383"/>
                </a:lnTo>
                <a:lnTo>
                  <a:pt x="18158" y="58564"/>
                </a:lnTo>
                <a:lnTo>
                  <a:pt x="17079" y="57709"/>
                </a:lnTo>
                <a:lnTo>
                  <a:pt x="16000" y="56816"/>
                </a:lnTo>
                <a:lnTo>
                  <a:pt x="14958" y="55923"/>
                </a:lnTo>
                <a:lnTo>
                  <a:pt x="13953" y="54992"/>
                </a:lnTo>
                <a:lnTo>
                  <a:pt x="12986" y="54062"/>
                </a:lnTo>
                <a:lnTo>
                  <a:pt x="12056" y="53095"/>
                </a:lnTo>
                <a:lnTo>
                  <a:pt x="11126" y="52127"/>
                </a:lnTo>
                <a:lnTo>
                  <a:pt x="10270" y="51123"/>
                </a:lnTo>
                <a:lnTo>
                  <a:pt x="9451" y="50118"/>
                </a:lnTo>
                <a:lnTo>
                  <a:pt x="8707" y="49188"/>
                </a:lnTo>
                <a:lnTo>
                  <a:pt x="8037" y="48258"/>
                </a:lnTo>
                <a:lnTo>
                  <a:pt x="7368" y="47328"/>
                </a:lnTo>
                <a:lnTo>
                  <a:pt x="6772" y="46360"/>
                </a:lnTo>
                <a:lnTo>
                  <a:pt x="6177" y="45430"/>
                </a:lnTo>
                <a:lnTo>
                  <a:pt x="5582" y="44426"/>
                </a:lnTo>
                <a:lnTo>
                  <a:pt x="5061" y="43458"/>
                </a:lnTo>
                <a:lnTo>
                  <a:pt x="4540" y="42454"/>
                </a:lnTo>
                <a:lnTo>
                  <a:pt x="4056" y="41449"/>
                </a:lnTo>
                <a:lnTo>
                  <a:pt x="3610" y="40444"/>
                </a:lnTo>
                <a:lnTo>
                  <a:pt x="3200" y="39403"/>
                </a:lnTo>
                <a:lnTo>
                  <a:pt x="2828" y="38361"/>
                </a:lnTo>
                <a:lnTo>
                  <a:pt x="2456" y="37319"/>
                </a:lnTo>
                <a:lnTo>
                  <a:pt x="2121" y="36277"/>
                </a:lnTo>
                <a:lnTo>
                  <a:pt x="1824" y="35198"/>
                </a:lnTo>
                <a:lnTo>
                  <a:pt x="1563" y="34119"/>
                </a:lnTo>
                <a:lnTo>
                  <a:pt x="1377" y="33264"/>
                </a:lnTo>
                <a:lnTo>
                  <a:pt x="1191" y="32371"/>
                </a:lnTo>
                <a:lnTo>
                  <a:pt x="894" y="30585"/>
                </a:lnTo>
                <a:lnTo>
                  <a:pt x="708" y="28799"/>
                </a:lnTo>
                <a:lnTo>
                  <a:pt x="596" y="27013"/>
                </a:lnTo>
                <a:lnTo>
                  <a:pt x="596" y="25227"/>
                </a:lnTo>
                <a:lnTo>
                  <a:pt x="670" y="23478"/>
                </a:lnTo>
                <a:lnTo>
                  <a:pt x="819" y="21767"/>
                </a:lnTo>
                <a:lnTo>
                  <a:pt x="1042" y="20055"/>
                </a:lnTo>
                <a:lnTo>
                  <a:pt x="1377" y="18381"/>
                </a:lnTo>
                <a:lnTo>
                  <a:pt x="1749" y="16744"/>
                </a:lnTo>
                <a:lnTo>
                  <a:pt x="2010" y="15925"/>
                </a:lnTo>
                <a:lnTo>
                  <a:pt x="2233" y="15144"/>
                </a:lnTo>
                <a:lnTo>
                  <a:pt x="2531" y="14362"/>
                </a:lnTo>
                <a:lnTo>
                  <a:pt x="2791" y="13581"/>
                </a:lnTo>
                <a:lnTo>
                  <a:pt x="3126" y="12837"/>
                </a:lnTo>
                <a:lnTo>
                  <a:pt x="3424" y="12130"/>
                </a:lnTo>
                <a:lnTo>
                  <a:pt x="3796" y="11386"/>
                </a:lnTo>
                <a:lnTo>
                  <a:pt x="4168" y="10679"/>
                </a:lnTo>
                <a:lnTo>
                  <a:pt x="4540" y="10009"/>
                </a:lnTo>
                <a:lnTo>
                  <a:pt x="4949" y="9339"/>
                </a:lnTo>
                <a:lnTo>
                  <a:pt x="5358" y="8670"/>
                </a:lnTo>
                <a:lnTo>
                  <a:pt x="5805" y="8037"/>
                </a:lnTo>
                <a:lnTo>
                  <a:pt x="6512" y="7181"/>
                </a:lnTo>
                <a:lnTo>
                  <a:pt x="7256" y="6363"/>
                </a:lnTo>
                <a:lnTo>
                  <a:pt x="8075" y="5582"/>
                </a:lnTo>
                <a:lnTo>
                  <a:pt x="8967" y="4875"/>
                </a:lnTo>
                <a:lnTo>
                  <a:pt x="9898" y="4205"/>
                </a:lnTo>
                <a:lnTo>
                  <a:pt x="10902" y="3610"/>
                </a:lnTo>
                <a:lnTo>
                  <a:pt x="11981" y="3051"/>
                </a:lnTo>
                <a:lnTo>
                  <a:pt x="13097" y="2531"/>
                </a:lnTo>
                <a:lnTo>
                  <a:pt x="14251" y="2084"/>
                </a:lnTo>
                <a:lnTo>
                  <a:pt x="15479" y="1712"/>
                </a:lnTo>
                <a:lnTo>
                  <a:pt x="16744" y="1377"/>
                </a:lnTo>
                <a:lnTo>
                  <a:pt x="18046" y="1080"/>
                </a:lnTo>
                <a:lnTo>
                  <a:pt x="19423" y="893"/>
                </a:lnTo>
                <a:lnTo>
                  <a:pt x="20799" y="707"/>
                </a:lnTo>
                <a:lnTo>
                  <a:pt x="22213" y="633"/>
                </a:lnTo>
                <a:lnTo>
                  <a:pt x="23664" y="596"/>
                </a:lnTo>
                <a:close/>
                <a:moveTo>
                  <a:pt x="22809" y="1"/>
                </a:moveTo>
                <a:lnTo>
                  <a:pt x="21209" y="112"/>
                </a:lnTo>
                <a:lnTo>
                  <a:pt x="19609" y="261"/>
                </a:lnTo>
                <a:lnTo>
                  <a:pt x="18083" y="484"/>
                </a:lnTo>
                <a:lnTo>
                  <a:pt x="16595" y="782"/>
                </a:lnTo>
                <a:lnTo>
                  <a:pt x="15181" y="1191"/>
                </a:lnTo>
                <a:lnTo>
                  <a:pt x="13804" y="1638"/>
                </a:lnTo>
                <a:lnTo>
                  <a:pt x="12502" y="2159"/>
                </a:lnTo>
                <a:lnTo>
                  <a:pt x="11870" y="2456"/>
                </a:lnTo>
                <a:lnTo>
                  <a:pt x="11237" y="2754"/>
                </a:lnTo>
                <a:lnTo>
                  <a:pt x="10642" y="3089"/>
                </a:lnTo>
                <a:lnTo>
                  <a:pt x="10084" y="3424"/>
                </a:lnTo>
                <a:lnTo>
                  <a:pt x="9488" y="3758"/>
                </a:lnTo>
                <a:lnTo>
                  <a:pt x="8967" y="4130"/>
                </a:lnTo>
                <a:lnTo>
                  <a:pt x="8447" y="4540"/>
                </a:lnTo>
                <a:lnTo>
                  <a:pt x="7926" y="4949"/>
                </a:lnTo>
                <a:lnTo>
                  <a:pt x="7442" y="5358"/>
                </a:lnTo>
                <a:lnTo>
                  <a:pt x="6996" y="5805"/>
                </a:lnTo>
                <a:lnTo>
                  <a:pt x="6549" y="6251"/>
                </a:lnTo>
                <a:lnTo>
                  <a:pt x="6103" y="6698"/>
                </a:lnTo>
                <a:lnTo>
                  <a:pt x="5730" y="7181"/>
                </a:lnTo>
                <a:lnTo>
                  <a:pt x="5321" y="7702"/>
                </a:lnTo>
                <a:lnTo>
                  <a:pt x="4912" y="8298"/>
                </a:lnTo>
                <a:lnTo>
                  <a:pt x="4503" y="8930"/>
                </a:lnTo>
                <a:lnTo>
                  <a:pt x="4093" y="9600"/>
                </a:lnTo>
                <a:lnTo>
                  <a:pt x="3721" y="10270"/>
                </a:lnTo>
                <a:lnTo>
                  <a:pt x="3349" y="10939"/>
                </a:lnTo>
                <a:lnTo>
                  <a:pt x="2977" y="11646"/>
                </a:lnTo>
                <a:lnTo>
                  <a:pt x="2680" y="12390"/>
                </a:lnTo>
                <a:lnTo>
                  <a:pt x="2345" y="13135"/>
                </a:lnTo>
                <a:lnTo>
                  <a:pt x="1787" y="14623"/>
                </a:lnTo>
                <a:lnTo>
                  <a:pt x="1303" y="16223"/>
                </a:lnTo>
                <a:lnTo>
                  <a:pt x="856" y="17823"/>
                </a:lnTo>
                <a:lnTo>
                  <a:pt x="522" y="19497"/>
                </a:lnTo>
                <a:lnTo>
                  <a:pt x="373" y="20390"/>
                </a:lnTo>
                <a:lnTo>
                  <a:pt x="261" y="21283"/>
                </a:lnTo>
                <a:lnTo>
                  <a:pt x="149" y="22213"/>
                </a:lnTo>
                <a:lnTo>
                  <a:pt x="75" y="23106"/>
                </a:lnTo>
                <a:lnTo>
                  <a:pt x="38" y="24036"/>
                </a:lnTo>
                <a:lnTo>
                  <a:pt x="1" y="24966"/>
                </a:lnTo>
                <a:lnTo>
                  <a:pt x="1" y="25897"/>
                </a:lnTo>
                <a:lnTo>
                  <a:pt x="1" y="26827"/>
                </a:lnTo>
                <a:lnTo>
                  <a:pt x="38" y="27757"/>
                </a:lnTo>
                <a:lnTo>
                  <a:pt x="112" y="28687"/>
                </a:lnTo>
                <a:lnTo>
                  <a:pt x="187" y="29617"/>
                </a:lnTo>
                <a:lnTo>
                  <a:pt x="298" y="30547"/>
                </a:lnTo>
                <a:lnTo>
                  <a:pt x="447" y="31478"/>
                </a:lnTo>
                <a:lnTo>
                  <a:pt x="596" y="32408"/>
                </a:lnTo>
                <a:lnTo>
                  <a:pt x="782" y="33338"/>
                </a:lnTo>
                <a:lnTo>
                  <a:pt x="968" y="34268"/>
                </a:lnTo>
                <a:lnTo>
                  <a:pt x="1266" y="35347"/>
                </a:lnTo>
                <a:lnTo>
                  <a:pt x="1563" y="36426"/>
                </a:lnTo>
                <a:lnTo>
                  <a:pt x="1898" y="37505"/>
                </a:lnTo>
                <a:lnTo>
                  <a:pt x="2270" y="38584"/>
                </a:lnTo>
                <a:lnTo>
                  <a:pt x="2642" y="39626"/>
                </a:lnTo>
                <a:lnTo>
                  <a:pt x="3089" y="40668"/>
                </a:lnTo>
                <a:lnTo>
                  <a:pt x="3535" y="41710"/>
                </a:lnTo>
                <a:lnTo>
                  <a:pt x="4019" y="42714"/>
                </a:lnTo>
                <a:lnTo>
                  <a:pt x="4540" y="43719"/>
                </a:lnTo>
                <a:lnTo>
                  <a:pt x="5061" y="44723"/>
                </a:lnTo>
                <a:lnTo>
                  <a:pt x="5656" y="45728"/>
                </a:lnTo>
                <a:lnTo>
                  <a:pt x="6251" y="46695"/>
                </a:lnTo>
                <a:lnTo>
                  <a:pt x="6884" y="47663"/>
                </a:lnTo>
                <a:lnTo>
                  <a:pt x="7554" y="48630"/>
                </a:lnTo>
                <a:lnTo>
                  <a:pt x="8261" y="49560"/>
                </a:lnTo>
                <a:lnTo>
                  <a:pt x="8967" y="50490"/>
                </a:lnTo>
                <a:lnTo>
                  <a:pt x="9823" y="51495"/>
                </a:lnTo>
                <a:lnTo>
                  <a:pt x="10679" y="52537"/>
                </a:lnTo>
                <a:lnTo>
                  <a:pt x="11609" y="53504"/>
                </a:lnTo>
                <a:lnTo>
                  <a:pt x="12577" y="54471"/>
                </a:lnTo>
                <a:lnTo>
                  <a:pt x="13544" y="55439"/>
                </a:lnTo>
                <a:lnTo>
                  <a:pt x="14549" y="56369"/>
                </a:lnTo>
                <a:lnTo>
                  <a:pt x="15628" y="57262"/>
                </a:lnTo>
                <a:lnTo>
                  <a:pt x="16707" y="58155"/>
                </a:lnTo>
                <a:lnTo>
                  <a:pt x="17823" y="59048"/>
                </a:lnTo>
                <a:lnTo>
                  <a:pt x="18939" y="59867"/>
                </a:lnTo>
                <a:lnTo>
                  <a:pt x="20130" y="60722"/>
                </a:lnTo>
                <a:lnTo>
                  <a:pt x="21357" y="61504"/>
                </a:lnTo>
                <a:lnTo>
                  <a:pt x="22585" y="62285"/>
                </a:lnTo>
                <a:lnTo>
                  <a:pt x="23888" y="63066"/>
                </a:lnTo>
                <a:lnTo>
                  <a:pt x="25190" y="63810"/>
                </a:lnTo>
                <a:lnTo>
                  <a:pt x="26529" y="64517"/>
                </a:lnTo>
                <a:lnTo>
                  <a:pt x="28687" y="65634"/>
                </a:lnTo>
                <a:lnTo>
                  <a:pt x="30920" y="66713"/>
                </a:lnTo>
                <a:lnTo>
                  <a:pt x="33189" y="67754"/>
                </a:lnTo>
                <a:lnTo>
                  <a:pt x="35496" y="68759"/>
                </a:lnTo>
                <a:lnTo>
                  <a:pt x="37840" y="69726"/>
                </a:lnTo>
                <a:lnTo>
                  <a:pt x="40221" y="70619"/>
                </a:lnTo>
                <a:lnTo>
                  <a:pt x="42640" y="71512"/>
                </a:lnTo>
                <a:lnTo>
                  <a:pt x="45058" y="72368"/>
                </a:lnTo>
                <a:lnTo>
                  <a:pt x="47477" y="73149"/>
                </a:lnTo>
                <a:lnTo>
                  <a:pt x="49932" y="73931"/>
                </a:lnTo>
                <a:lnTo>
                  <a:pt x="52388" y="74600"/>
                </a:lnTo>
                <a:lnTo>
                  <a:pt x="54844" y="75270"/>
                </a:lnTo>
                <a:lnTo>
                  <a:pt x="57299" y="75865"/>
                </a:lnTo>
                <a:lnTo>
                  <a:pt x="59755" y="76424"/>
                </a:lnTo>
                <a:lnTo>
                  <a:pt x="62174" y="76907"/>
                </a:lnTo>
                <a:lnTo>
                  <a:pt x="64592" y="77354"/>
                </a:lnTo>
                <a:lnTo>
                  <a:pt x="67271" y="77763"/>
                </a:lnTo>
                <a:lnTo>
                  <a:pt x="69950" y="78135"/>
                </a:lnTo>
                <a:lnTo>
                  <a:pt x="69429" y="79884"/>
                </a:lnTo>
                <a:lnTo>
                  <a:pt x="68796" y="81633"/>
                </a:lnTo>
                <a:lnTo>
                  <a:pt x="68127" y="83344"/>
                </a:lnTo>
                <a:lnTo>
                  <a:pt x="67420" y="85093"/>
                </a:lnTo>
                <a:lnTo>
                  <a:pt x="66638" y="86804"/>
                </a:lnTo>
                <a:lnTo>
                  <a:pt x="65783" y="88516"/>
                </a:lnTo>
                <a:lnTo>
                  <a:pt x="64890" y="90227"/>
                </a:lnTo>
                <a:lnTo>
                  <a:pt x="63922" y="91902"/>
                </a:lnTo>
                <a:lnTo>
                  <a:pt x="63029" y="93316"/>
                </a:lnTo>
                <a:lnTo>
                  <a:pt x="62099" y="94767"/>
                </a:lnTo>
                <a:lnTo>
                  <a:pt x="61169" y="96180"/>
                </a:lnTo>
                <a:lnTo>
                  <a:pt x="60127" y="97632"/>
                </a:lnTo>
                <a:lnTo>
                  <a:pt x="59085" y="99045"/>
                </a:lnTo>
                <a:lnTo>
                  <a:pt x="57969" y="100459"/>
                </a:lnTo>
                <a:lnTo>
                  <a:pt x="56853" y="101873"/>
                </a:lnTo>
                <a:lnTo>
                  <a:pt x="55662" y="103287"/>
                </a:lnTo>
                <a:lnTo>
                  <a:pt x="56444" y="103287"/>
                </a:lnTo>
                <a:lnTo>
                  <a:pt x="57597" y="101910"/>
                </a:lnTo>
                <a:lnTo>
                  <a:pt x="58676" y="100534"/>
                </a:lnTo>
                <a:lnTo>
                  <a:pt x="59755" y="99157"/>
                </a:lnTo>
                <a:lnTo>
                  <a:pt x="60760" y="97780"/>
                </a:lnTo>
                <a:lnTo>
                  <a:pt x="61764" y="96367"/>
                </a:lnTo>
                <a:lnTo>
                  <a:pt x="62694" y="94990"/>
                </a:lnTo>
                <a:lnTo>
                  <a:pt x="63587" y="93576"/>
                </a:lnTo>
                <a:lnTo>
                  <a:pt x="64406" y="92199"/>
                </a:lnTo>
                <a:lnTo>
                  <a:pt x="65411" y="90488"/>
                </a:lnTo>
                <a:lnTo>
                  <a:pt x="66304" y="88776"/>
                </a:lnTo>
                <a:lnTo>
                  <a:pt x="67197" y="87028"/>
                </a:lnTo>
                <a:lnTo>
                  <a:pt x="67978" y="85279"/>
                </a:lnTo>
                <a:lnTo>
                  <a:pt x="68722" y="83530"/>
                </a:lnTo>
                <a:lnTo>
                  <a:pt x="69392" y="81744"/>
                </a:lnTo>
                <a:lnTo>
                  <a:pt x="69987" y="79995"/>
                </a:lnTo>
                <a:lnTo>
                  <a:pt x="70545" y="78210"/>
                </a:lnTo>
                <a:lnTo>
                  <a:pt x="72703" y="78433"/>
                </a:lnTo>
                <a:lnTo>
                  <a:pt x="74861" y="78582"/>
                </a:lnTo>
                <a:lnTo>
                  <a:pt x="76945" y="78730"/>
                </a:lnTo>
                <a:lnTo>
                  <a:pt x="79028" y="78805"/>
                </a:lnTo>
                <a:lnTo>
                  <a:pt x="81112" y="78842"/>
                </a:lnTo>
                <a:lnTo>
                  <a:pt x="83158" y="78805"/>
                </a:lnTo>
                <a:lnTo>
                  <a:pt x="85167" y="78768"/>
                </a:lnTo>
                <a:lnTo>
                  <a:pt x="87139" y="78656"/>
                </a:lnTo>
                <a:lnTo>
                  <a:pt x="88628" y="78507"/>
                </a:lnTo>
                <a:lnTo>
                  <a:pt x="90116" y="78396"/>
                </a:lnTo>
                <a:lnTo>
                  <a:pt x="91567" y="78210"/>
                </a:lnTo>
                <a:lnTo>
                  <a:pt x="93018" y="78023"/>
                </a:lnTo>
                <a:lnTo>
                  <a:pt x="94469" y="77763"/>
                </a:lnTo>
                <a:lnTo>
                  <a:pt x="95883" y="77540"/>
                </a:lnTo>
                <a:lnTo>
                  <a:pt x="97260" y="77242"/>
                </a:lnTo>
                <a:lnTo>
                  <a:pt x="98674" y="76944"/>
                </a:lnTo>
                <a:lnTo>
                  <a:pt x="100013" y="76610"/>
                </a:lnTo>
                <a:lnTo>
                  <a:pt x="101353" y="76238"/>
                </a:lnTo>
                <a:lnTo>
                  <a:pt x="102692" y="75828"/>
                </a:lnTo>
                <a:lnTo>
                  <a:pt x="103994" y="75419"/>
                </a:lnTo>
                <a:lnTo>
                  <a:pt x="105297" y="74973"/>
                </a:lnTo>
                <a:lnTo>
                  <a:pt x="106562" y="74489"/>
                </a:lnTo>
                <a:lnTo>
                  <a:pt x="107827" y="74005"/>
                </a:lnTo>
                <a:lnTo>
                  <a:pt x="109054" y="73484"/>
                </a:lnTo>
                <a:lnTo>
                  <a:pt x="110431" y="72852"/>
                </a:lnTo>
                <a:lnTo>
                  <a:pt x="111771" y="72182"/>
                </a:lnTo>
                <a:lnTo>
                  <a:pt x="113073" y="71512"/>
                </a:lnTo>
                <a:lnTo>
                  <a:pt x="114375" y="70805"/>
                </a:lnTo>
                <a:lnTo>
                  <a:pt x="115640" y="70024"/>
                </a:lnTo>
                <a:lnTo>
                  <a:pt x="116868" y="69243"/>
                </a:lnTo>
                <a:lnTo>
                  <a:pt x="118096" y="68424"/>
                </a:lnTo>
                <a:lnTo>
                  <a:pt x="119286" y="67568"/>
                </a:lnTo>
                <a:lnTo>
                  <a:pt x="120477" y="66713"/>
                </a:lnTo>
                <a:lnTo>
                  <a:pt x="121630" y="65782"/>
                </a:lnTo>
                <a:lnTo>
                  <a:pt x="122747" y="64815"/>
                </a:lnTo>
                <a:lnTo>
                  <a:pt x="123863" y="63848"/>
                </a:lnTo>
                <a:lnTo>
                  <a:pt x="124905" y="62843"/>
                </a:lnTo>
                <a:lnTo>
                  <a:pt x="125984" y="61801"/>
                </a:lnTo>
                <a:lnTo>
                  <a:pt x="126988" y="60685"/>
                </a:lnTo>
                <a:lnTo>
                  <a:pt x="127993" y="59606"/>
                </a:lnTo>
                <a:lnTo>
                  <a:pt x="128997" y="58453"/>
                </a:lnTo>
                <a:lnTo>
                  <a:pt x="129928" y="57262"/>
                </a:lnTo>
                <a:lnTo>
                  <a:pt x="130895" y="56071"/>
                </a:lnTo>
                <a:lnTo>
                  <a:pt x="131788" y="54806"/>
                </a:lnTo>
                <a:lnTo>
                  <a:pt x="132681" y="53541"/>
                </a:lnTo>
                <a:lnTo>
                  <a:pt x="133537" y="52239"/>
                </a:lnTo>
                <a:lnTo>
                  <a:pt x="134355" y="50900"/>
                </a:lnTo>
                <a:lnTo>
                  <a:pt x="135174" y="49523"/>
                </a:lnTo>
                <a:lnTo>
                  <a:pt x="135955" y="48109"/>
                </a:lnTo>
                <a:lnTo>
                  <a:pt x="136736" y="46695"/>
                </a:lnTo>
                <a:lnTo>
                  <a:pt x="137481" y="45207"/>
                </a:lnTo>
                <a:lnTo>
                  <a:pt x="138188" y="43719"/>
                </a:lnTo>
                <a:lnTo>
                  <a:pt x="138857" y="42193"/>
                </a:lnTo>
                <a:lnTo>
                  <a:pt x="139527" y="40631"/>
                </a:lnTo>
                <a:lnTo>
                  <a:pt x="140159" y="39031"/>
                </a:lnTo>
                <a:lnTo>
                  <a:pt x="140792" y="37431"/>
                </a:lnTo>
                <a:lnTo>
                  <a:pt x="140792" y="35645"/>
                </a:lnTo>
                <a:lnTo>
                  <a:pt x="140197" y="37319"/>
                </a:lnTo>
                <a:lnTo>
                  <a:pt x="139564" y="38993"/>
                </a:lnTo>
                <a:lnTo>
                  <a:pt x="138894" y="40631"/>
                </a:lnTo>
                <a:lnTo>
                  <a:pt x="138225" y="42193"/>
                </a:lnTo>
                <a:lnTo>
                  <a:pt x="137518" y="43756"/>
                </a:lnTo>
                <a:lnTo>
                  <a:pt x="136774" y="45281"/>
                </a:lnTo>
                <a:lnTo>
                  <a:pt x="136030" y="46770"/>
                </a:lnTo>
                <a:lnTo>
                  <a:pt x="135248" y="48221"/>
                </a:lnTo>
                <a:lnTo>
                  <a:pt x="134430" y="49635"/>
                </a:lnTo>
                <a:lnTo>
                  <a:pt x="133574" y="51048"/>
                </a:lnTo>
                <a:lnTo>
                  <a:pt x="132718" y="52388"/>
                </a:lnTo>
                <a:lnTo>
                  <a:pt x="131825" y="53690"/>
                </a:lnTo>
                <a:lnTo>
                  <a:pt x="130932" y="54992"/>
                </a:lnTo>
                <a:lnTo>
                  <a:pt x="130002" y="56257"/>
                </a:lnTo>
                <a:lnTo>
                  <a:pt x="129035" y="57448"/>
                </a:lnTo>
                <a:lnTo>
                  <a:pt x="128030" y="58639"/>
                </a:lnTo>
                <a:lnTo>
                  <a:pt x="127025" y="59792"/>
                </a:lnTo>
                <a:lnTo>
                  <a:pt x="125984" y="60908"/>
                </a:lnTo>
                <a:lnTo>
                  <a:pt x="124905" y="61987"/>
                </a:lnTo>
                <a:lnTo>
                  <a:pt x="123826" y="63029"/>
                </a:lnTo>
                <a:lnTo>
                  <a:pt x="122709" y="64071"/>
                </a:lnTo>
                <a:lnTo>
                  <a:pt x="121593" y="65038"/>
                </a:lnTo>
                <a:lnTo>
                  <a:pt x="120403" y="65968"/>
                </a:lnTo>
                <a:lnTo>
                  <a:pt x="119212" y="66899"/>
                </a:lnTo>
                <a:lnTo>
                  <a:pt x="118021" y="67754"/>
                </a:lnTo>
                <a:lnTo>
                  <a:pt x="116793" y="68610"/>
                </a:lnTo>
                <a:lnTo>
                  <a:pt x="115528" y="69429"/>
                </a:lnTo>
                <a:lnTo>
                  <a:pt x="114226" y="70173"/>
                </a:lnTo>
                <a:lnTo>
                  <a:pt x="112924" y="70917"/>
                </a:lnTo>
                <a:lnTo>
                  <a:pt x="111584" y="71624"/>
                </a:lnTo>
                <a:lnTo>
                  <a:pt x="110208" y="72294"/>
                </a:lnTo>
                <a:lnTo>
                  <a:pt x="108831" y="72926"/>
                </a:lnTo>
                <a:lnTo>
                  <a:pt x="107603" y="73447"/>
                </a:lnTo>
                <a:lnTo>
                  <a:pt x="106376" y="73931"/>
                </a:lnTo>
                <a:lnTo>
                  <a:pt x="105110" y="74414"/>
                </a:lnTo>
                <a:lnTo>
                  <a:pt x="103808" y="74861"/>
                </a:lnTo>
                <a:lnTo>
                  <a:pt x="102506" y="75270"/>
                </a:lnTo>
                <a:lnTo>
                  <a:pt x="101204" y="75642"/>
                </a:lnTo>
                <a:lnTo>
                  <a:pt x="99864" y="76014"/>
                </a:lnTo>
                <a:lnTo>
                  <a:pt x="98525" y="76349"/>
                </a:lnTo>
                <a:lnTo>
                  <a:pt x="97148" y="76647"/>
                </a:lnTo>
                <a:lnTo>
                  <a:pt x="95772" y="76944"/>
                </a:lnTo>
                <a:lnTo>
                  <a:pt x="94358" y="77205"/>
                </a:lnTo>
                <a:lnTo>
                  <a:pt x="92944" y="77428"/>
                </a:lnTo>
                <a:lnTo>
                  <a:pt x="91493" y="77614"/>
                </a:lnTo>
                <a:lnTo>
                  <a:pt x="90042" y="77800"/>
                </a:lnTo>
                <a:lnTo>
                  <a:pt x="88591" y="77949"/>
                </a:lnTo>
                <a:lnTo>
                  <a:pt x="87102" y="78061"/>
                </a:lnTo>
                <a:lnTo>
                  <a:pt x="85130" y="78172"/>
                </a:lnTo>
                <a:lnTo>
                  <a:pt x="83158" y="78210"/>
                </a:lnTo>
                <a:lnTo>
                  <a:pt x="81149" y="78247"/>
                </a:lnTo>
                <a:lnTo>
                  <a:pt x="79103" y="78210"/>
                </a:lnTo>
                <a:lnTo>
                  <a:pt x="77056" y="78135"/>
                </a:lnTo>
                <a:lnTo>
                  <a:pt x="74973" y="77986"/>
                </a:lnTo>
                <a:lnTo>
                  <a:pt x="72852" y="77837"/>
                </a:lnTo>
                <a:lnTo>
                  <a:pt x="70731" y="77614"/>
                </a:lnTo>
                <a:lnTo>
                  <a:pt x="71066" y="76424"/>
                </a:lnTo>
                <a:lnTo>
                  <a:pt x="71364" y="75196"/>
                </a:lnTo>
                <a:lnTo>
                  <a:pt x="71624" y="74005"/>
                </a:lnTo>
                <a:lnTo>
                  <a:pt x="71847" y="72777"/>
                </a:lnTo>
                <a:lnTo>
                  <a:pt x="72071" y="71549"/>
                </a:lnTo>
                <a:lnTo>
                  <a:pt x="72257" y="70322"/>
                </a:lnTo>
                <a:lnTo>
                  <a:pt x="72405" y="69131"/>
                </a:lnTo>
                <a:lnTo>
                  <a:pt x="72517" y="67903"/>
                </a:lnTo>
                <a:lnTo>
                  <a:pt x="72629" y="66489"/>
                </a:lnTo>
                <a:lnTo>
                  <a:pt x="72703" y="65113"/>
                </a:lnTo>
                <a:lnTo>
                  <a:pt x="72778" y="63736"/>
                </a:lnTo>
                <a:lnTo>
                  <a:pt x="72778" y="62322"/>
                </a:lnTo>
                <a:lnTo>
                  <a:pt x="72740" y="60946"/>
                </a:lnTo>
                <a:lnTo>
                  <a:pt x="72666" y="59532"/>
                </a:lnTo>
                <a:lnTo>
                  <a:pt x="72592" y="58118"/>
                </a:lnTo>
                <a:lnTo>
                  <a:pt x="72443" y="56704"/>
                </a:lnTo>
                <a:lnTo>
                  <a:pt x="72294" y="55253"/>
                </a:lnTo>
                <a:lnTo>
                  <a:pt x="72071" y="53839"/>
                </a:lnTo>
                <a:lnTo>
                  <a:pt x="71847" y="52388"/>
                </a:lnTo>
                <a:lnTo>
                  <a:pt x="71587" y="50937"/>
                </a:lnTo>
                <a:lnTo>
                  <a:pt x="71252" y="49486"/>
                </a:lnTo>
                <a:lnTo>
                  <a:pt x="70917" y="47997"/>
                </a:lnTo>
                <a:lnTo>
                  <a:pt x="70545" y="46509"/>
                </a:lnTo>
                <a:lnTo>
                  <a:pt x="70136" y="45021"/>
                </a:lnTo>
                <a:lnTo>
                  <a:pt x="69392" y="42565"/>
                </a:lnTo>
                <a:lnTo>
                  <a:pt x="68536" y="40035"/>
                </a:lnTo>
                <a:lnTo>
                  <a:pt x="67606" y="37505"/>
                </a:lnTo>
                <a:lnTo>
                  <a:pt x="66564" y="34901"/>
                </a:lnTo>
                <a:lnTo>
                  <a:pt x="65411" y="32259"/>
                </a:lnTo>
                <a:lnTo>
                  <a:pt x="64146" y="29543"/>
                </a:lnTo>
                <a:lnTo>
                  <a:pt x="62769" y="26790"/>
                </a:lnTo>
                <a:lnTo>
                  <a:pt x="61318" y="23962"/>
                </a:lnTo>
                <a:lnTo>
                  <a:pt x="60536" y="22585"/>
                </a:lnTo>
                <a:lnTo>
                  <a:pt x="59755" y="21283"/>
                </a:lnTo>
                <a:lnTo>
                  <a:pt x="58937" y="19981"/>
                </a:lnTo>
                <a:lnTo>
                  <a:pt x="58081" y="18716"/>
                </a:lnTo>
                <a:lnTo>
                  <a:pt x="57188" y="17488"/>
                </a:lnTo>
                <a:lnTo>
                  <a:pt x="56295" y="16334"/>
                </a:lnTo>
                <a:lnTo>
                  <a:pt x="55327" y="15181"/>
                </a:lnTo>
                <a:lnTo>
                  <a:pt x="54323" y="14065"/>
                </a:lnTo>
                <a:lnTo>
                  <a:pt x="53318" y="12986"/>
                </a:lnTo>
                <a:lnTo>
                  <a:pt x="52276" y="11944"/>
                </a:lnTo>
                <a:lnTo>
                  <a:pt x="51160" y="10939"/>
                </a:lnTo>
                <a:lnTo>
                  <a:pt x="50044" y="9972"/>
                </a:lnTo>
                <a:lnTo>
                  <a:pt x="48891" y="9042"/>
                </a:lnTo>
                <a:lnTo>
                  <a:pt x="47737" y="8149"/>
                </a:lnTo>
                <a:lnTo>
                  <a:pt x="46509" y="7293"/>
                </a:lnTo>
                <a:lnTo>
                  <a:pt x="45282" y="6475"/>
                </a:lnTo>
                <a:lnTo>
                  <a:pt x="44165" y="5805"/>
                </a:lnTo>
                <a:lnTo>
                  <a:pt x="43012" y="5172"/>
                </a:lnTo>
                <a:lnTo>
                  <a:pt x="41896" y="4540"/>
                </a:lnTo>
                <a:lnTo>
                  <a:pt x="40705" y="3982"/>
                </a:lnTo>
                <a:lnTo>
                  <a:pt x="39552" y="3461"/>
                </a:lnTo>
                <a:lnTo>
                  <a:pt x="38361" y="2940"/>
                </a:lnTo>
                <a:lnTo>
                  <a:pt x="37170" y="2493"/>
                </a:lnTo>
                <a:lnTo>
                  <a:pt x="35980" y="2047"/>
                </a:lnTo>
                <a:lnTo>
                  <a:pt x="34752" y="1675"/>
                </a:lnTo>
                <a:lnTo>
                  <a:pt x="33561" y="1340"/>
                </a:lnTo>
                <a:lnTo>
                  <a:pt x="32334" y="1042"/>
                </a:lnTo>
                <a:lnTo>
                  <a:pt x="31106" y="745"/>
                </a:lnTo>
                <a:lnTo>
                  <a:pt x="29878" y="521"/>
                </a:lnTo>
                <a:lnTo>
                  <a:pt x="28650" y="335"/>
                </a:lnTo>
                <a:lnTo>
                  <a:pt x="27385" y="187"/>
                </a:lnTo>
                <a:lnTo>
                  <a:pt x="26157" y="75"/>
                </a:lnTo>
                <a:lnTo>
                  <a:pt x="2448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549" name="Google Shape;549;p62"/>
          <p:cNvSpPr txBox="1"/>
          <p:nvPr>
            <p:ph idx="12" type="sldNum"/>
          </p:nvPr>
        </p:nvSpPr>
        <p:spPr>
          <a:xfrm>
            <a:off x="6080700" y="3995650"/>
            <a:ext cx="2834700" cy="393600"/>
          </a:xfrm>
          <a:prstGeom prst="rect">
            <a:avLst/>
          </a:prstGeom>
          <a:noFill/>
          <a:ln>
            <a:noFill/>
          </a:ln>
        </p:spPr>
        <p:txBody>
          <a:bodyPr anchorCtr="0" anchor="ctr" bIns="91425" lIns="91425" spcFirstLastPara="1" rIns="91425" wrap="square" tIns="91425">
            <a:noAutofit/>
          </a:bodyPr>
          <a:lstStyle>
            <a:lvl1pPr lvl="0" algn="r">
              <a:buNone/>
              <a:defRPr sz="700">
                <a:solidFill>
                  <a:schemeClr val="dk2"/>
                </a:solidFill>
                <a:latin typeface="Nunito Sans"/>
                <a:ea typeface="Nunito Sans"/>
                <a:cs typeface="Nunito Sans"/>
                <a:sym typeface="Nunito Sans"/>
              </a:defRPr>
            </a:lvl1pPr>
            <a:lvl2pPr lvl="1" algn="r">
              <a:buNone/>
              <a:defRPr sz="700">
                <a:solidFill>
                  <a:schemeClr val="dk2"/>
                </a:solidFill>
                <a:latin typeface="Nunito Sans"/>
                <a:ea typeface="Nunito Sans"/>
                <a:cs typeface="Nunito Sans"/>
                <a:sym typeface="Nunito Sans"/>
              </a:defRPr>
            </a:lvl2pPr>
            <a:lvl3pPr lvl="2" algn="r">
              <a:buNone/>
              <a:defRPr sz="700">
                <a:solidFill>
                  <a:schemeClr val="dk2"/>
                </a:solidFill>
                <a:latin typeface="Nunito Sans"/>
                <a:ea typeface="Nunito Sans"/>
                <a:cs typeface="Nunito Sans"/>
                <a:sym typeface="Nunito Sans"/>
              </a:defRPr>
            </a:lvl3pPr>
            <a:lvl4pPr lvl="3" algn="r">
              <a:buNone/>
              <a:defRPr sz="700">
                <a:solidFill>
                  <a:schemeClr val="dk2"/>
                </a:solidFill>
                <a:latin typeface="Nunito Sans"/>
                <a:ea typeface="Nunito Sans"/>
                <a:cs typeface="Nunito Sans"/>
                <a:sym typeface="Nunito Sans"/>
              </a:defRPr>
            </a:lvl4pPr>
            <a:lvl5pPr lvl="4" algn="r">
              <a:buNone/>
              <a:defRPr sz="700">
                <a:solidFill>
                  <a:schemeClr val="dk2"/>
                </a:solidFill>
                <a:latin typeface="Nunito Sans"/>
                <a:ea typeface="Nunito Sans"/>
                <a:cs typeface="Nunito Sans"/>
                <a:sym typeface="Nunito Sans"/>
              </a:defRPr>
            </a:lvl5pPr>
            <a:lvl6pPr lvl="5" algn="r">
              <a:buNone/>
              <a:defRPr sz="700">
                <a:solidFill>
                  <a:schemeClr val="dk2"/>
                </a:solidFill>
                <a:latin typeface="Nunito Sans"/>
                <a:ea typeface="Nunito Sans"/>
                <a:cs typeface="Nunito Sans"/>
                <a:sym typeface="Nunito Sans"/>
              </a:defRPr>
            </a:lvl6pPr>
            <a:lvl7pPr lvl="6" algn="r">
              <a:buNone/>
              <a:defRPr sz="700">
                <a:solidFill>
                  <a:schemeClr val="dk2"/>
                </a:solidFill>
                <a:latin typeface="Nunito Sans"/>
                <a:ea typeface="Nunito Sans"/>
                <a:cs typeface="Nunito Sans"/>
                <a:sym typeface="Nunito Sans"/>
              </a:defRPr>
            </a:lvl7pPr>
            <a:lvl8pPr lvl="7" algn="r">
              <a:buNone/>
              <a:defRPr sz="700">
                <a:solidFill>
                  <a:schemeClr val="dk2"/>
                </a:solidFill>
                <a:latin typeface="Nunito Sans"/>
                <a:ea typeface="Nunito Sans"/>
                <a:cs typeface="Nunito Sans"/>
                <a:sym typeface="Nunito Sans"/>
              </a:defRPr>
            </a:lvl8pPr>
            <a:lvl9pPr lvl="8" algn="r">
              <a:buNone/>
              <a:defRPr sz="700">
                <a:solidFill>
                  <a:schemeClr val="dk2"/>
                </a:solidFill>
                <a:latin typeface="Nunito Sans"/>
                <a:ea typeface="Nunito Sans"/>
                <a:cs typeface="Nunito Sans"/>
                <a:sym typeface="Nunito Sans"/>
              </a:defRPr>
            </a:lvl9pPr>
          </a:lstStyle>
          <a:p>
            <a:pPr indent="0" lvl="0" marL="0" rtl="0" algn="r">
              <a:spcBef>
                <a:spcPts val="0"/>
              </a:spcBef>
              <a:spcAft>
                <a:spcPts val="0"/>
              </a:spcAft>
              <a:buNone/>
            </a:pPr>
            <a:r>
              <a:rPr lang="en"/>
              <a:t>Month </a:t>
            </a:r>
            <a:r>
              <a:rPr lang="en" sz="600"/>
              <a:t>🞹</a:t>
            </a:r>
            <a:r>
              <a:rPr lang="en"/>
              <a:t> Year </a:t>
            </a:r>
            <a:r>
              <a:rPr lang="en" sz="600"/>
              <a:t>🞹</a:t>
            </a:r>
            <a:r>
              <a:rPr lang="en"/>
              <a:t> </a:t>
            </a:r>
            <a:fld id="{00000000-1234-1234-1234-123412341234}" type="slidenum">
              <a:rPr lang="en"/>
              <a:t>‹#›</a:t>
            </a:fld>
            <a:endParaRPr/>
          </a:p>
        </p:txBody>
      </p:sp>
      <p:sp>
        <p:nvSpPr>
          <p:cNvPr id="550" name="Google Shape;550;p62"/>
          <p:cNvSpPr txBox="1"/>
          <p:nvPr>
            <p:ph idx="1" type="body"/>
          </p:nvPr>
        </p:nvSpPr>
        <p:spPr>
          <a:xfrm>
            <a:off x="228600" y="1646991"/>
            <a:ext cx="4296600" cy="3063300"/>
          </a:xfrm>
          <a:prstGeom prst="rect">
            <a:avLst/>
          </a:prstGeom>
        </p:spPr>
        <p:txBody>
          <a:bodyPr anchorCtr="0" anchor="b" bIns="91425" lIns="91425" spcFirstLastPara="1" rIns="91425" wrap="square" tIns="91425">
            <a:noAutofit/>
          </a:bodyPr>
          <a:lstStyle>
            <a:lvl1pPr indent="-304800" lvl="0" marL="457200">
              <a:spcBef>
                <a:spcPts val="0"/>
              </a:spcBef>
              <a:spcAft>
                <a:spcPts val="0"/>
              </a:spcAft>
              <a:buSzPts val="1200"/>
              <a:buFont typeface="Nunito Sans"/>
              <a:buChar char="●"/>
              <a:defRPr/>
            </a:lvl1pPr>
            <a:lvl2pPr indent="-304800" lvl="1" marL="914400">
              <a:spcBef>
                <a:spcPts val="800"/>
              </a:spcBef>
              <a:spcAft>
                <a:spcPts val="0"/>
              </a:spcAft>
              <a:buSzPts val="1200"/>
              <a:buFont typeface="Nunito Sans"/>
              <a:buChar char="○"/>
              <a:defRPr/>
            </a:lvl2pPr>
            <a:lvl3pPr indent="-304800" lvl="2" marL="1371600">
              <a:spcBef>
                <a:spcPts val="800"/>
              </a:spcBef>
              <a:spcAft>
                <a:spcPts val="0"/>
              </a:spcAft>
              <a:buSzPts val="1200"/>
              <a:buFont typeface="Nunito Sans"/>
              <a:buChar char="■"/>
              <a:defRPr/>
            </a:lvl3pPr>
            <a:lvl4pPr indent="-304800" lvl="3" marL="1828800">
              <a:spcBef>
                <a:spcPts val="800"/>
              </a:spcBef>
              <a:spcAft>
                <a:spcPts val="0"/>
              </a:spcAft>
              <a:buSzPts val="1200"/>
              <a:buFont typeface="Nunito Sans"/>
              <a:buChar char="●"/>
              <a:defRPr/>
            </a:lvl4pPr>
            <a:lvl5pPr indent="-304800" lvl="4" marL="2286000">
              <a:spcBef>
                <a:spcPts val="800"/>
              </a:spcBef>
              <a:spcAft>
                <a:spcPts val="0"/>
              </a:spcAft>
              <a:buSzPts val="1200"/>
              <a:buFont typeface="Nunito Sans"/>
              <a:buChar char="○"/>
              <a:defRPr/>
            </a:lvl5pPr>
            <a:lvl6pPr indent="-304800" lvl="5" marL="2743200">
              <a:spcBef>
                <a:spcPts val="800"/>
              </a:spcBef>
              <a:spcAft>
                <a:spcPts val="0"/>
              </a:spcAft>
              <a:buSzPts val="1200"/>
              <a:buFont typeface="Nunito Sans"/>
              <a:buChar char="■"/>
              <a:defRPr/>
            </a:lvl6pPr>
            <a:lvl7pPr indent="-304800" lvl="6" marL="3200400">
              <a:spcBef>
                <a:spcPts val="800"/>
              </a:spcBef>
              <a:spcAft>
                <a:spcPts val="0"/>
              </a:spcAft>
              <a:buSzPts val="1200"/>
              <a:buFont typeface="Nunito Sans"/>
              <a:buChar char="●"/>
              <a:defRPr/>
            </a:lvl7pPr>
            <a:lvl8pPr indent="-304800" lvl="7" marL="3657600">
              <a:spcBef>
                <a:spcPts val="800"/>
              </a:spcBef>
              <a:spcAft>
                <a:spcPts val="0"/>
              </a:spcAft>
              <a:buSzPts val="1200"/>
              <a:buFont typeface="Nunito Sans"/>
              <a:buChar char="○"/>
              <a:defRPr/>
            </a:lvl8pPr>
            <a:lvl9pPr indent="-304800" lvl="8" marL="4114800">
              <a:spcBef>
                <a:spcPts val="800"/>
              </a:spcBef>
              <a:spcAft>
                <a:spcPts val="800"/>
              </a:spcAft>
              <a:buSzPts val="1200"/>
              <a:buFont typeface="Nunito Sans"/>
              <a:buChar char="■"/>
              <a:defRPr/>
            </a:lvl9pPr>
          </a:lstStyle>
          <a:p/>
        </p:txBody>
      </p:sp>
      <p:sp>
        <p:nvSpPr>
          <p:cNvPr id="551" name="Google Shape;551;p62"/>
          <p:cNvSpPr/>
          <p:nvPr>
            <p:ph idx="2" type="pic"/>
          </p:nvPr>
        </p:nvSpPr>
        <p:spPr>
          <a:xfrm>
            <a:off x="5212300" y="460300"/>
            <a:ext cx="3702900" cy="4136100"/>
          </a:xfrm>
          <a:prstGeom prst="roundRect">
            <a:avLst>
              <a:gd fmla="val 6865" name="adj"/>
            </a:avLst>
          </a:prstGeom>
          <a:noFill/>
          <a:ln>
            <a:noFill/>
          </a:ln>
        </p:spPr>
      </p:sp>
      <p:sp>
        <p:nvSpPr>
          <p:cNvPr id="552" name="Google Shape;552;p62"/>
          <p:cNvSpPr txBox="1"/>
          <p:nvPr>
            <p:ph type="title"/>
          </p:nvPr>
        </p:nvSpPr>
        <p:spPr>
          <a:xfrm>
            <a:off x="228600" y="228600"/>
            <a:ext cx="42966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553" name="Google Shape;553;p62"/>
          <p:cNvSpPr/>
          <p:nvPr/>
        </p:nvSpPr>
        <p:spPr>
          <a:xfrm>
            <a:off x="7305660" y="0"/>
            <a:ext cx="1838336" cy="1509728"/>
          </a:xfrm>
          <a:custGeom>
            <a:rect b="b" l="l" r="r" t="t"/>
            <a:pathLst>
              <a:path extrusionOk="0" h="47179" w="57448">
                <a:moveTo>
                  <a:pt x="0" y="0"/>
                </a:moveTo>
                <a:lnTo>
                  <a:pt x="2456" y="1005"/>
                </a:lnTo>
                <a:lnTo>
                  <a:pt x="5023" y="2084"/>
                </a:lnTo>
                <a:lnTo>
                  <a:pt x="7665" y="3237"/>
                </a:lnTo>
                <a:lnTo>
                  <a:pt x="10344" y="4502"/>
                </a:lnTo>
                <a:lnTo>
                  <a:pt x="13693" y="6139"/>
                </a:lnTo>
                <a:lnTo>
                  <a:pt x="16930" y="7813"/>
                </a:lnTo>
                <a:lnTo>
                  <a:pt x="18492" y="8669"/>
                </a:lnTo>
                <a:lnTo>
                  <a:pt x="20055" y="9525"/>
                </a:lnTo>
                <a:lnTo>
                  <a:pt x="21580" y="10418"/>
                </a:lnTo>
                <a:lnTo>
                  <a:pt x="23106" y="11311"/>
                </a:lnTo>
                <a:lnTo>
                  <a:pt x="24557" y="12204"/>
                </a:lnTo>
                <a:lnTo>
                  <a:pt x="26045" y="13134"/>
                </a:lnTo>
                <a:lnTo>
                  <a:pt x="27459" y="14064"/>
                </a:lnTo>
                <a:lnTo>
                  <a:pt x="28873" y="14994"/>
                </a:lnTo>
                <a:lnTo>
                  <a:pt x="30250" y="15962"/>
                </a:lnTo>
                <a:lnTo>
                  <a:pt x="31589" y="16929"/>
                </a:lnTo>
                <a:lnTo>
                  <a:pt x="32891" y="17897"/>
                </a:lnTo>
                <a:lnTo>
                  <a:pt x="34194" y="18864"/>
                </a:lnTo>
                <a:lnTo>
                  <a:pt x="35756" y="20092"/>
                </a:lnTo>
                <a:lnTo>
                  <a:pt x="37319" y="21357"/>
                </a:lnTo>
                <a:lnTo>
                  <a:pt x="38807" y="22622"/>
                </a:lnTo>
                <a:lnTo>
                  <a:pt x="40221" y="23924"/>
                </a:lnTo>
                <a:lnTo>
                  <a:pt x="41635" y="25226"/>
                </a:lnTo>
                <a:lnTo>
                  <a:pt x="42974" y="26529"/>
                </a:lnTo>
                <a:lnTo>
                  <a:pt x="44277" y="27868"/>
                </a:lnTo>
                <a:lnTo>
                  <a:pt x="45542" y="29207"/>
                </a:lnTo>
                <a:lnTo>
                  <a:pt x="46770" y="30547"/>
                </a:lnTo>
                <a:lnTo>
                  <a:pt x="47960" y="31924"/>
                </a:lnTo>
                <a:lnTo>
                  <a:pt x="49076" y="33300"/>
                </a:lnTo>
                <a:lnTo>
                  <a:pt x="50155" y="34714"/>
                </a:lnTo>
                <a:lnTo>
                  <a:pt x="51160" y="36128"/>
                </a:lnTo>
                <a:lnTo>
                  <a:pt x="52165" y="37542"/>
                </a:lnTo>
                <a:lnTo>
                  <a:pt x="53095" y="38993"/>
                </a:lnTo>
                <a:lnTo>
                  <a:pt x="53988" y="40407"/>
                </a:lnTo>
                <a:lnTo>
                  <a:pt x="54955" y="42081"/>
                </a:lnTo>
                <a:lnTo>
                  <a:pt x="55848" y="43755"/>
                </a:lnTo>
                <a:lnTo>
                  <a:pt x="56667" y="45467"/>
                </a:lnTo>
                <a:lnTo>
                  <a:pt x="57448" y="47178"/>
                </a:lnTo>
                <a:lnTo>
                  <a:pt x="57448" y="45727"/>
                </a:lnTo>
                <a:lnTo>
                  <a:pt x="56778" y="44313"/>
                </a:lnTo>
                <a:lnTo>
                  <a:pt x="56071" y="42900"/>
                </a:lnTo>
                <a:lnTo>
                  <a:pt x="55290" y="41486"/>
                </a:lnTo>
                <a:lnTo>
                  <a:pt x="54509" y="40109"/>
                </a:lnTo>
                <a:lnTo>
                  <a:pt x="53616" y="38658"/>
                </a:lnTo>
                <a:lnTo>
                  <a:pt x="52648" y="37207"/>
                </a:lnTo>
                <a:lnTo>
                  <a:pt x="51681" y="35793"/>
                </a:lnTo>
                <a:lnTo>
                  <a:pt x="50639" y="34342"/>
                </a:lnTo>
                <a:lnTo>
                  <a:pt x="49523" y="32965"/>
                </a:lnTo>
                <a:lnTo>
                  <a:pt x="48407" y="31551"/>
                </a:lnTo>
                <a:lnTo>
                  <a:pt x="47216" y="30175"/>
                </a:lnTo>
                <a:lnTo>
                  <a:pt x="45988" y="28798"/>
                </a:lnTo>
                <a:lnTo>
                  <a:pt x="44723" y="27459"/>
                </a:lnTo>
                <a:lnTo>
                  <a:pt x="43421" y="26119"/>
                </a:lnTo>
                <a:lnTo>
                  <a:pt x="42044" y="24780"/>
                </a:lnTo>
                <a:lnTo>
                  <a:pt x="40630" y="23478"/>
                </a:lnTo>
                <a:lnTo>
                  <a:pt x="39179" y="22175"/>
                </a:lnTo>
                <a:lnTo>
                  <a:pt x="37691" y="20910"/>
                </a:lnTo>
                <a:lnTo>
                  <a:pt x="36128" y="19645"/>
                </a:lnTo>
                <a:lnTo>
                  <a:pt x="34566" y="18380"/>
                </a:lnTo>
                <a:lnTo>
                  <a:pt x="33263" y="17413"/>
                </a:lnTo>
                <a:lnTo>
                  <a:pt x="31924" y="16445"/>
                </a:lnTo>
                <a:lnTo>
                  <a:pt x="30585" y="15478"/>
                </a:lnTo>
                <a:lnTo>
                  <a:pt x="29208" y="14511"/>
                </a:lnTo>
                <a:lnTo>
                  <a:pt x="27794" y="13581"/>
                </a:lnTo>
                <a:lnTo>
                  <a:pt x="26343" y="12650"/>
                </a:lnTo>
                <a:lnTo>
                  <a:pt x="24892" y="11720"/>
                </a:lnTo>
                <a:lnTo>
                  <a:pt x="23404" y="10790"/>
                </a:lnTo>
                <a:lnTo>
                  <a:pt x="21878" y="9897"/>
                </a:lnTo>
                <a:lnTo>
                  <a:pt x="20353" y="9004"/>
                </a:lnTo>
                <a:lnTo>
                  <a:pt x="18790" y="8148"/>
                </a:lnTo>
                <a:lnTo>
                  <a:pt x="17190" y="7293"/>
                </a:lnTo>
                <a:lnTo>
                  <a:pt x="13953" y="5581"/>
                </a:lnTo>
                <a:lnTo>
                  <a:pt x="10604" y="3944"/>
                </a:lnTo>
                <a:lnTo>
                  <a:pt x="8298" y="2865"/>
                </a:lnTo>
                <a:lnTo>
                  <a:pt x="5991" y="1860"/>
                </a:lnTo>
                <a:lnTo>
                  <a:pt x="3758" y="893"/>
                </a:lnTo>
                <a:lnTo>
                  <a:pt x="160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554" name="Google Shape;554;p62"/>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555" name="Google Shape;555;p62"/>
          <p:cNvSpPr txBox="1"/>
          <p:nvPr>
            <p:ph idx="3"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 Alt 3">
  <p:cSld name="BLANK_1_1_1_1_1_1_1_1_1_1_1_1_2_1">
    <p:spTree>
      <p:nvGrpSpPr>
        <p:cNvPr id="556" name="Shape 556"/>
        <p:cNvGrpSpPr/>
        <p:nvPr/>
      </p:nvGrpSpPr>
      <p:grpSpPr>
        <a:xfrm>
          <a:off x="0" y="0"/>
          <a:ext cx="0" cy="0"/>
          <a:chOff x="0" y="0"/>
          <a:chExt cx="0" cy="0"/>
        </a:xfrm>
      </p:grpSpPr>
      <p:pic>
        <p:nvPicPr>
          <p:cNvPr id="557" name="Google Shape;557;p63"/>
          <p:cNvPicPr preferRelativeResize="0"/>
          <p:nvPr/>
        </p:nvPicPr>
        <p:blipFill rotWithShape="1">
          <a:blip r:embed="rId2">
            <a:alphaModFix/>
          </a:blip>
          <a:srcRect b="0" l="0" r="0" t="23213"/>
          <a:stretch/>
        </p:blipFill>
        <p:spPr>
          <a:xfrm>
            <a:off x="1618675" y="-3"/>
            <a:ext cx="3241201" cy="2488724"/>
          </a:xfrm>
          <a:prstGeom prst="rect">
            <a:avLst/>
          </a:prstGeom>
          <a:noFill/>
          <a:ln>
            <a:noFill/>
          </a:ln>
        </p:spPr>
      </p:pic>
      <p:sp>
        <p:nvSpPr>
          <p:cNvPr id="558" name="Google Shape;558;p63"/>
          <p:cNvSpPr/>
          <p:nvPr/>
        </p:nvSpPr>
        <p:spPr>
          <a:xfrm rot="5400000">
            <a:off x="-3986651" y="1159982"/>
            <a:ext cx="7978200" cy="7978200"/>
          </a:xfrm>
          <a:prstGeom prst="pie">
            <a:avLst>
              <a:gd fmla="val 10792592" name="adj1"/>
              <a:gd fmla="val 16198514" name="adj2"/>
            </a:avLst>
          </a:prstGeom>
          <a:gradFill>
            <a:gsLst>
              <a:gs pos="0">
                <a:schemeClr val="accent1"/>
              </a:gs>
              <a:gs pos="64000">
                <a:schemeClr val="dk2"/>
              </a:gs>
              <a:gs pos="100000">
                <a:schemeClr val="dk2"/>
              </a:gs>
            </a:gsLst>
            <a:path path="circle">
              <a:fillToRect b="0%" l="0%" r="100%" t="100%"/>
            </a:path>
            <a:tileRect b="-100%" l="-100%" r="0%" t="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Nunito Sans"/>
              <a:ea typeface="Nunito Sans"/>
              <a:cs typeface="Nunito Sans"/>
              <a:sym typeface="Nunito Sans"/>
            </a:endParaRPr>
          </a:p>
        </p:txBody>
      </p:sp>
      <p:pic>
        <p:nvPicPr>
          <p:cNvPr id="559" name="Google Shape;559;p63"/>
          <p:cNvPicPr preferRelativeResize="0"/>
          <p:nvPr/>
        </p:nvPicPr>
        <p:blipFill rotWithShape="1">
          <a:blip r:embed="rId3">
            <a:alphaModFix/>
          </a:blip>
          <a:srcRect b="0" l="0" r="37757" t="0"/>
          <a:stretch/>
        </p:blipFill>
        <p:spPr>
          <a:xfrm rot="10800000">
            <a:off x="0" y="921550"/>
            <a:ext cx="2485250" cy="3992800"/>
          </a:xfrm>
          <a:prstGeom prst="rect">
            <a:avLst/>
          </a:prstGeom>
          <a:noFill/>
          <a:ln>
            <a:noFill/>
          </a:ln>
        </p:spPr>
      </p:pic>
      <p:sp>
        <p:nvSpPr>
          <p:cNvPr id="560" name="Google Shape;560;p63"/>
          <p:cNvSpPr txBox="1"/>
          <p:nvPr>
            <p:ph idx="12" type="sldNum"/>
          </p:nvPr>
        </p:nvSpPr>
        <p:spPr>
          <a:xfrm>
            <a:off x="6080700" y="3995650"/>
            <a:ext cx="2834700" cy="393600"/>
          </a:xfrm>
          <a:prstGeom prst="rect">
            <a:avLst/>
          </a:prstGeom>
          <a:noFill/>
          <a:ln>
            <a:noFill/>
          </a:ln>
        </p:spPr>
        <p:txBody>
          <a:bodyPr anchorCtr="0" anchor="ctr" bIns="91425" lIns="91425" spcFirstLastPara="1" rIns="91425" wrap="square" tIns="91425">
            <a:noAutofit/>
          </a:bodyPr>
          <a:lstStyle>
            <a:lvl1pPr lvl="0" algn="r">
              <a:buNone/>
              <a:defRPr sz="700">
                <a:solidFill>
                  <a:schemeClr val="dk2"/>
                </a:solidFill>
                <a:latin typeface="Nunito Sans"/>
                <a:ea typeface="Nunito Sans"/>
                <a:cs typeface="Nunito Sans"/>
                <a:sym typeface="Nunito Sans"/>
              </a:defRPr>
            </a:lvl1pPr>
            <a:lvl2pPr lvl="1" algn="r">
              <a:buNone/>
              <a:defRPr sz="700">
                <a:solidFill>
                  <a:schemeClr val="dk2"/>
                </a:solidFill>
                <a:latin typeface="Nunito Sans"/>
                <a:ea typeface="Nunito Sans"/>
                <a:cs typeface="Nunito Sans"/>
                <a:sym typeface="Nunito Sans"/>
              </a:defRPr>
            </a:lvl2pPr>
            <a:lvl3pPr lvl="2" algn="r">
              <a:buNone/>
              <a:defRPr sz="700">
                <a:solidFill>
                  <a:schemeClr val="dk2"/>
                </a:solidFill>
                <a:latin typeface="Nunito Sans"/>
                <a:ea typeface="Nunito Sans"/>
                <a:cs typeface="Nunito Sans"/>
                <a:sym typeface="Nunito Sans"/>
              </a:defRPr>
            </a:lvl3pPr>
            <a:lvl4pPr lvl="3" algn="r">
              <a:buNone/>
              <a:defRPr sz="700">
                <a:solidFill>
                  <a:schemeClr val="dk2"/>
                </a:solidFill>
                <a:latin typeface="Nunito Sans"/>
                <a:ea typeface="Nunito Sans"/>
                <a:cs typeface="Nunito Sans"/>
                <a:sym typeface="Nunito Sans"/>
              </a:defRPr>
            </a:lvl4pPr>
            <a:lvl5pPr lvl="4" algn="r">
              <a:buNone/>
              <a:defRPr sz="700">
                <a:solidFill>
                  <a:schemeClr val="dk2"/>
                </a:solidFill>
                <a:latin typeface="Nunito Sans"/>
                <a:ea typeface="Nunito Sans"/>
                <a:cs typeface="Nunito Sans"/>
                <a:sym typeface="Nunito Sans"/>
              </a:defRPr>
            </a:lvl5pPr>
            <a:lvl6pPr lvl="5" algn="r">
              <a:buNone/>
              <a:defRPr sz="700">
                <a:solidFill>
                  <a:schemeClr val="dk2"/>
                </a:solidFill>
                <a:latin typeface="Nunito Sans"/>
                <a:ea typeface="Nunito Sans"/>
                <a:cs typeface="Nunito Sans"/>
                <a:sym typeface="Nunito Sans"/>
              </a:defRPr>
            </a:lvl6pPr>
            <a:lvl7pPr lvl="6" algn="r">
              <a:buNone/>
              <a:defRPr sz="700">
                <a:solidFill>
                  <a:schemeClr val="dk2"/>
                </a:solidFill>
                <a:latin typeface="Nunito Sans"/>
                <a:ea typeface="Nunito Sans"/>
                <a:cs typeface="Nunito Sans"/>
                <a:sym typeface="Nunito Sans"/>
              </a:defRPr>
            </a:lvl7pPr>
            <a:lvl8pPr lvl="7" algn="r">
              <a:buNone/>
              <a:defRPr sz="700">
                <a:solidFill>
                  <a:schemeClr val="dk2"/>
                </a:solidFill>
                <a:latin typeface="Nunito Sans"/>
                <a:ea typeface="Nunito Sans"/>
                <a:cs typeface="Nunito Sans"/>
                <a:sym typeface="Nunito Sans"/>
              </a:defRPr>
            </a:lvl8pPr>
            <a:lvl9pPr lvl="8" algn="r">
              <a:buNone/>
              <a:defRPr sz="700">
                <a:solidFill>
                  <a:schemeClr val="dk2"/>
                </a:solidFill>
                <a:latin typeface="Nunito Sans"/>
                <a:ea typeface="Nunito Sans"/>
                <a:cs typeface="Nunito Sans"/>
                <a:sym typeface="Nunito Sans"/>
              </a:defRPr>
            </a:lvl9pPr>
          </a:lstStyle>
          <a:p>
            <a:pPr indent="0" lvl="0" marL="0" rtl="0" algn="r">
              <a:spcBef>
                <a:spcPts val="0"/>
              </a:spcBef>
              <a:spcAft>
                <a:spcPts val="0"/>
              </a:spcAft>
              <a:buNone/>
            </a:pPr>
            <a:r>
              <a:rPr lang="en"/>
              <a:t>Month </a:t>
            </a:r>
            <a:r>
              <a:rPr lang="en" sz="600"/>
              <a:t>🞹</a:t>
            </a:r>
            <a:r>
              <a:rPr lang="en"/>
              <a:t> Year </a:t>
            </a:r>
            <a:r>
              <a:rPr lang="en" sz="600"/>
              <a:t>🞹</a:t>
            </a:r>
            <a:r>
              <a:rPr lang="en"/>
              <a:t> </a:t>
            </a:r>
            <a:fld id="{00000000-1234-1234-1234-123412341234}" type="slidenum">
              <a:rPr lang="en"/>
              <a:t>‹#›</a:t>
            </a:fld>
            <a:endParaRPr/>
          </a:p>
        </p:txBody>
      </p:sp>
      <p:sp>
        <p:nvSpPr>
          <p:cNvPr id="561" name="Google Shape;561;p63"/>
          <p:cNvSpPr txBox="1"/>
          <p:nvPr>
            <p:ph idx="1" type="body"/>
          </p:nvPr>
        </p:nvSpPr>
        <p:spPr>
          <a:xfrm>
            <a:off x="4618950" y="1646991"/>
            <a:ext cx="4296600" cy="3063300"/>
          </a:xfrm>
          <a:prstGeom prst="rect">
            <a:avLst/>
          </a:prstGeom>
        </p:spPr>
        <p:txBody>
          <a:bodyPr anchorCtr="0" anchor="b" bIns="91425" lIns="91425" spcFirstLastPara="1" rIns="91425" wrap="square" tIns="91425">
            <a:noAutofit/>
          </a:bodyPr>
          <a:lstStyle>
            <a:lvl1pPr indent="-304800" lvl="0" marL="457200">
              <a:spcBef>
                <a:spcPts val="0"/>
              </a:spcBef>
              <a:spcAft>
                <a:spcPts val="0"/>
              </a:spcAft>
              <a:buSzPts val="1200"/>
              <a:buFont typeface="Nunito Sans"/>
              <a:buChar char="●"/>
              <a:defRPr/>
            </a:lvl1pPr>
            <a:lvl2pPr indent="-304800" lvl="1" marL="914400">
              <a:spcBef>
                <a:spcPts val="800"/>
              </a:spcBef>
              <a:spcAft>
                <a:spcPts val="0"/>
              </a:spcAft>
              <a:buSzPts val="1200"/>
              <a:buFont typeface="Nunito Sans"/>
              <a:buChar char="○"/>
              <a:defRPr/>
            </a:lvl2pPr>
            <a:lvl3pPr indent="-304800" lvl="2" marL="1371600">
              <a:spcBef>
                <a:spcPts val="800"/>
              </a:spcBef>
              <a:spcAft>
                <a:spcPts val="0"/>
              </a:spcAft>
              <a:buSzPts val="1200"/>
              <a:buFont typeface="Nunito Sans"/>
              <a:buChar char="■"/>
              <a:defRPr/>
            </a:lvl3pPr>
            <a:lvl4pPr indent="-304800" lvl="3" marL="1828800">
              <a:spcBef>
                <a:spcPts val="800"/>
              </a:spcBef>
              <a:spcAft>
                <a:spcPts val="0"/>
              </a:spcAft>
              <a:buSzPts val="1200"/>
              <a:buFont typeface="Nunito Sans"/>
              <a:buChar char="●"/>
              <a:defRPr/>
            </a:lvl4pPr>
            <a:lvl5pPr indent="-304800" lvl="4" marL="2286000">
              <a:spcBef>
                <a:spcPts val="800"/>
              </a:spcBef>
              <a:spcAft>
                <a:spcPts val="0"/>
              </a:spcAft>
              <a:buSzPts val="1200"/>
              <a:buFont typeface="Nunito Sans"/>
              <a:buChar char="○"/>
              <a:defRPr/>
            </a:lvl5pPr>
            <a:lvl6pPr indent="-304800" lvl="5" marL="2743200">
              <a:spcBef>
                <a:spcPts val="800"/>
              </a:spcBef>
              <a:spcAft>
                <a:spcPts val="0"/>
              </a:spcAft>
              <a:buSzPts val="1200"/>
              <a:buFont typeface="Nunito Sans"/>
              <a:buChar char="■"/>
              <a:defRPr/>
            </a:lvl6pPr>
            <a:lvl7pPr indent="-304800" lvl="6" marL="3200400">
              <a:spcBef>
                <a:spcPts val="800"/>
              </a:spcBef>
              <a:spcAft>
                <a:spcPts val="0"/>
              </a:spcAft>
              <a:buSzPts val="1200"/>
              <a:buFont typeface="Nunito Sans"/>
              <a:buChar char="●"/>
              <a:defRPr/>
            </a:lvl7pPr>
            <a:lvl8pPr indent="-304800" lvl="7" marL="3657600">
              <a:spcBef>
                <a:spcPts val="800"/>
              </a:spcBef>
              <a:spcAft>
                <a:spcPts val="0"/>
              </a:spcAft>
              <a:buSzPts val="1200"/>
              <a:buFont typeface="Nunito Sans"/>
              <a:buChar char="○"/>
              <a:defRPr/>
            </a:lvl8pPr>
            <a:lvl9pPr indent="-304800" lvl="8" marL="4114800">
              <a:spcBef>
                <a:spcPts val="800"/>
              </a:spcBef>
              <a:spcAft>
                <a:spcPts val="800"/>
              </a:spcAft>
              <a:buSzPts val="1200"/>
              <a:buFont typeface="Nunito Sans"/>
              <a:buChar char="■"/>
              <a:defRPr/>
            </a:lvl9pPr>
          </a:lstStyle>
          <a:p/>
        </p:txBody>
      </p:sp>
      <p:sp>
        <p:nvSpPr>
          <p:cNvPr id="562" name="Google Shape;562;p63"/>
          <p:cNvSpPr txBox="1"/>
          <p:nvPr>
            <p:ph type="title"/>
          </p:nvPr>
        </p:nvSpPr>
        <p:spPr>
          <a:xfrm>
            <a:off x="4618950" y="228600"/>
            <a:ext cx="42966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563" name="Google Shape;563;p63"/>
          <p:cNvSpPr/>
          <p:nvPr/>
        </p:nvSpPr>
        <p:spPr>
          <a:xfrm>
            <a:off x="0" y="0"/>
            <a:ext cx="4296549" cy="4588647"/>
          </a:xfrm>
          <a:custGeom>
            <a:rect b="b" l="l" r="r" t="t"/>
            <a:pathLst>
              <a:path extrusionOk="0" h="146112" w="136811">
                <a:moveTo>
                  <a:pt x="90636" y="0"/>
                </a:moveTo>
                <a:lnTo>
                  <a:pt x="92199" y="446"/>
                </a:lnTo>
                <a:lnTo>
                  <a:pt x="93799" y="930"/>
                </a:lnTo>
                <a:lnTo>
                  <a:pt x="95324" y="1488"/>
                </a:lnTo>
                <a:lnTo>
                  <a:pt x="96887" y="2046"/>
                </a:lnTo>
                <a:lnTo>
                  <a:pt x="98413" y="2679"/>
                </a:lnTo>
                <a:lnTo>
                  <a:pt x="99938" y="3349"/>
                </a:lnTo>
                <a:lnTo>
                  <a:pt x="101426" y="4093"/>
                </a:lnTo>
                <a:lnTo>
                  <a:pt x="102915" y="4874"/>
                </a:lnTo>
                <a:lnTo>
                  <a:pt x="104849" y="5953"/>
                </a:lnTo>
                <a:lnTo>
                  <a:pt x="106747" y="7032"/>
                </a:lnTo>
                <a:lnTo>
                  <a:pt x="108570" y="8186"/>
                </a:lnTo>
                <a:lnTo>
                  <a:pt x="110356" y="9339"/>
                </a:lnTo>
                <a:lnTo>
                  <a:pt x="112105" y="10530"/>
                </a:lnTo>
                <a:lnTo>
                  <a:pt x="113742" y="11757"/>
                </a:lnTo>
                <a:lnTo>
                  <a:pt x="115379" y="13022"/>
                </a:lnTo>
                <a:lnTo>
                  <a:pt x="116904" y="14287"/>
                </a:lnTo>
                <a:lnTo>
                  <a:pt x="118430" y="15627"/>
                </a:lnTo>
                <a:lnTo>
                  <a:pt x="119844" y="16966"/>
                </a:lnTo>
                <a:lnTo>
                  <a:pt x="121258" y="18306"/>
                </a:lnTo>
                <a:lnTo>
                  <a:pt x="122560" y="19720"/>
                </a:lnTo>
                <a:lnTo>
                  <a:pt x="123825" y="21134"/>
                </a:lnTo>
                <a:lnTo>
                  <a:pt x="125053" y="22585"/>
                </a:lnTo>
                <a:lnTo>
                  <a:pt x="126169" y="24036"/>
                </a:lnTo>
                <a:lnTo>
                  <a:pt x="127285" y="25524"/>
                </a:lnTo>
                <a:lnTo>
                  <a:pt x="128215" y="26938"/>
                </a:lnTo>
                <a:lnTo>
                  <a:pt x="129108" y="28389"/>
                </a:lnTo>
                <a:lnTo>
                  <a:pt x="129964" y="29803"/>
                </a:lnTo>
                <a:lnTo>
                  <a:pt x="130746" y="31291"/>
                </a:lnTo>
                <a:lnTo>
                  <a:pt x="131490" y="32742"/>
                </a:lnTo>
                <a:lnTo>
                  <a:pt x="132197" y="34268"/>
                </a:lnTo>
                <a:lnTo>
                  <a:pt x="132829" y="35756"/>
                </a:lnTo>
                <a:lnTo>
                  <a:pt x="133387" y="37281"/>
                </a:lnTo>
                <a:lnTo>
                  <a:pt x="133908" y="38844"/>
                </a:lnTo>
                <a:lnTo>
                  <a:pt x="134392" y="40407"/>
                </a:lnTo>
                <a:lnTo>
                  <a:pt x="134801" y="41969"/>
                </a:lnTo>
                <a:lnTo>
                  <a:pt x="135173" y="43569"/>
                </a:lnTo>
                <a:lnTo>
                  <a:pt x="135471" y="45169"/>
                </a:lnTo>
                <a:lnTo>
                  <a:pt x="135731" y="46806"/>
                </a:lnTo>
                <a:lnTo>
                  <a:pt x="135955" y="48443"/>
                </a:lnTo>
                <a:lnTo>
                  <a:pt x="136066" y="50081"/>
                </a:lnTo>
                <a:lnTo>
                  <a:pt x="136178" y="52015"/>
                </a:lnTo>
                <a:lnTo>
                  <a:pt x="136215" y="53987"/>
                </a:lnTo>
                <a:lnTo>
                  <a:pt x="136141" y="55959"/>
                </a:lnTo>
                <a:lnTo>
                  <a:pt x="136029" y="57931"/>
                </a:lnTo>
                <a:lnTo>
                  <a:pt x="135806" y="59903"/>
                </a:lnTo>
                <a:lnTo>
                  <a:pt x="135545" y="61875"/>
                </a:lnTo>
                <a:lnTo>
                  <a:pt x="135173" y="63847"/>
                </a:lnTo>
                <a:lnTo>
                  <a:pt x="134764" y="65856"/>
                </a:lnTo>
                <a:lnTo>
                  <a:pt x="134243" y="67828"/>
                </a:lnTo>
                <a:lnTo>
                  <a:pt x="133685" y="69800"/>
                </a:lnTo>
                <a:lnTo>
                  <a:pt x="133052" y="71809"/>
                </a:lnTo>
                <a:lnTo>
                  <a:pt x="132308" y="73781"/>
                </a:lnTo>
                <a:lnTo>
                  <a:pt x="131527" y="75753"/>
                </a:lnTo>
                <a:lnTo>
                  <a:pt x="130671" y="77688"/>
                </a:lnTo>
                <a:lnTo>
                  <a:pt x="129741" y="79660"/>
                </a:lnTo>
                <a:lnTo>
                  <a:pt x="128736" y="81595"/>
                </a:lnTo>
                <a:lnTo>
                  <a:pt x="127695" y="83455"/>
                </a:lnTo>
                <a:lnTo>
                  <a:pt x="126578" y="85316"/>
                </a:lnTo>
                <a:lnTo>
                  <a:pt x="125388" y="87176"/>
                </a:lnTo>
                <a:lnTo>
                  <a:pt x="124160" y="88999"/>
                </a:lnTo>
                <a:lnTo>
                  <a:pt x="122858" y="90785"/>
                </a:lnTo>
                <a:lnTo>
                  <a:pt x="121518" y="92534"/>
                </a:lnTo>
                <a:lnTo>
                  <a:pt x="120104" y="94282"/>
                </a:lnTo>
                <a:lnTo>
                  <a:pt x="118616" y="95994"/>
                </a:lnTo>
                <a:lnTo>
                  <a:pt x="117128" y="97668"/>
                </a:lnTo>
                <a:lnTo>
                  <a:pt x="115528" y="99305"/>
                </a:lnTo>
                <a:lnTo>
                  <a:pt x="113928" y="100905"/>
                </a:lnTo>
                <a:lnTo>
                  <a:pt x="112254" y="102468"/>
                </a:lnTo>
                <a:lnTo>
                  <a:pt x="110542" y="103993"/>
                </a:lnTo>
                <a:lnTo>
                  <a:pt x="108756" y="105482"/>
                </a:lnTo>
                <a:lnTo>
                  <a:pt x="106933" y="106933"/>
                </a:lnTo>
                <a:lnTo>
                  <a:pt x="105110" y="108347"/>
                </a:lnTo>
                <a:lnTo>
                  <a:pt x="104031" y="109128"/>
                </a:lnTo>
                <a:lnTo>
                  <a:pt x="102952" y="109872"/>
                </a:lnTo>
                <a:lnTo>
                  <a:pt x="101836" y="110616"/>
                </a:lnTo>
                <a:lnTo>
                  <a:pt x="100682" y="111323"/>
                </a:lnTo>
                <a:lnTo>
                  <a:pt x="99529" y="112030"/>
                </a:lnTo>
                <a:lnTo>
                  <a:pt x="98375" y="112700"/>
                </a:lnTo>
                <a:lnTo>
                  <a:pt x="97185" y="113370"/>
                </a:lnTo>
                <a:lnTo>
                  <a:pt x="95957" y="114002"/>
                </a:lnTo>
                <a:lnTo>
                  <a:pt x="94729" y="114635"/>
                </a:lnTo>
                <a:lnTo>
                  <a:pt x="93464" y="115230"/>
                </a:lnTo>
                <a:lnTo>
                  <a:pt x="92199" y="115825"/>
                </a:lnTo>
                <a:lnTo>
                  <a:pt x="90934" y="116383"/>
                </a:lnTo>
                <a:lnTo>
                  <a:pt x="89632" y="116941"/>
                </a:lnTo>
                <a:lnTo>
                  <a:pt x="88292" y="117462"/>
                </a:lnTo>
                <a:lnTo>
                  <a:pt x="86953" y="117983"/>
                </a:lnTo>
                <a:lnTo>
                  <a:pt x="85613" y="118467"/>
                </a:lnTo>
                <a:lnTo>
                  <a:pt x="84274" y="118913"/>
                </a:lnTo>
                <a:lnTo>
                  <a:pt x="82897" y="119360"/>
                </a:lnTo>
                <a:lnTo>
                  <a:pt x="81483" y="119806"/>
                </a:lnTo>
                <a:lnTo>
                  <a:pt x="80070" y="120216"/>
                </a:lnTo>
                <a:lnTo>
                  <a:pt x="78656" y="120588"/>
                </a:lnTo>
                <a:lnTo>
                  <a:pt x="77242" y="120960"/>
                </a:lnTo>
                <a:lnTo>
                  <a:pt x="75791" y="121295"/>
                </a:lnTo>
                <a:lnTo>
                  <a:pt x="74340" y="121630"/>
                </a:lnTo>
                <a:lnTo>
                  <a:pt x="72889" y="121927"/>
                </a:lnTo>
                <a:lnTo>
                  <a:pt x="71400" y="122188"/>
                </a:lnTo>
                <a:lnTo>
                  <a:pt x="69912" y="122448"/>
                </a:lnTo>
                <a:lnTo>
                  <a:pt x="68424" y="122671"/>
                </a:lnTo>
                <a:lnTo>
                  <a:pt x="66935" y="122895"/>
                </a:lnTo>
                <a:lnTo>
                  <a:pt x="65410" y="123081"/>
                </a:lnTo>
                <a:lnTo>
                  <a:pt x="63884" y="123229"/>
                </a:lnTo>
                <a:lnTo>
                  <a:pt x="62396" y="123378"/>
                </a:lnTo>
                <a:lnTo>
                  <a:pt x="59606" y="123564"/>
                </a:lnTo>
                <a:lnTo>
                  <a:pt x="60461" y="122374"/>
                </a:lnTo>
                <a:lnTo>
                  <a:pt x="61280" y="121109"/>
                </a:lnTo>
                <a:lnTo>
                  <a:pt x="62024" y="119844"/>
                </a:lnTo>
                <a:lnTo>
                  <a:pt x="62731" y="118541"/>
                </a:lnTo>
                <a:lnTo>
                  <a:pt x="63587" y="116830"/>
                </a:lnTo>
                <a:lnTo>
                  <a:pt x="64368" y="115118"/>
                </a:lnTo>
                <a:lnTo>
                  <a:pt x="65075" y="113370"/>
                </a:lnTo>
                <a:lnTo>
                  <a:pt x="65670" y="111584"/>
                </a:lnTo>
                <a:lnTo>
                  <a:pt x="66229" y="109798"/>
                </a:lnTo>
                <a:lnTo>
                  <a:pt x="66675" y="108012"/>
                </a:lnTo>
                <a:lnTo>
                  <a:pt x="67047" y="106226"/>
                </a:lnTo>
                <a:lnTo>
                  <a:pt x="67382" y="104403"/>
                </a:lnTo>
                <a:lnTo>
                  <a:pt x="67605" y="102617"/>
                </a:lnTo>
                <a:lnTo>
                  <a:pt x="67791" y="100831"/>
                </a:lnTo>
                <a:lnTo>
                  <a:pt x="67940" y="99045"/>
                </a:lnTo>
                <a:lnTo>
                  <a:pt x="67977" y="97259"/>
                </a:lnTo>
                <a:lnTo>
                  <a:pt x="67977" y="95473"/>
                </a:lnTo>
                <a:lnTo>
                  <a:pt x="67940" y="93724"/>
                </a:lnTo>
                <a:lnTo>
                  <a:pt x="67828" y="91976"/>
                </a:lnTo>
                <a:lnTo>
                  <a:pt x="67680" y="90264"/>
                </a:lnTo>
                <a:lnTo>
                  <a:pt x="67456" y="88553"/>
                </a:lnTo>
                <a:lnTo>
                  <a:pt x="67196" y="86878"/>
                </a:lnTo>
                <a:lnTo>
                  <a:pt x="66935" y="85241"/>
                </a:lnTo>
                <a:lnTo>
                  <a:pt x="66601" y="83641"/>
                </a:lnTo>
                <a:lnTo>
                  <a:pt x="66229" y="82079"/>
                </a:lnTo>
                <a:lnTo>
                  <a:pt x="65819" y="80553"/>
                </a:lnTo>
                <a:lnTo>
                  <a:pt x="65373" y="79065"/>
                </a:lnTo>
                <a:lnTo>
                  <a:pt x="64889" y="77614"/>
                </a:lnTo>
                <a:lnTo>
                  <a:pt x="64368" y="76200"/>
                </a:lnTo>
                <a:lnTo>
                  <a:pt x="63847" y="74860"/>
                </a:lnTo>
                <a:lnTo>
                  <a:pt x="63289" y="73558"/>
                </a:lnTo>
                <a:lnTo>
                  <a:pt x="62731" y="72330"/>
                </a:lnTo>
                <a:lnTo>
                  <a:pt x="62136" y="71140"/>
                </a:lnTo>
                <a:lnTo>
                  <a:pt x="61540" y="70023"/>
                </a:lnTo>
                <a:lnTo>
                  <a:pt x="60908" y="68982"/>
                </a:lnTo>
                <a:lnTo>
                  <a:pt x="60275" y="68014"/>
                </a:lnTo>
                <a:lnTo>
                  <a:pt x="59568" y="67047"/>
                </a:lnTo>
                <a:lnTo>
                  <a:pt x="58824" y="66117"/>
                </a:lnTo>
                <a:lnTo>
                  <a:pt x="57969" y="65187"/>
                </a:lnTo>
                <a:lnTo>
                  <a:pt x="57076" y="64294"/>
                </a:lnTo>
                <a:lnTo>
                  <a:pt x="56071" y="63401"/>
                </a:lnTo>
                <a:lnTo>
                  <a:pt x="55029" y="62582"/>
                </a:lnTo>
                <a:lnTo>
                  <a:pt x="53950" y="61764"/>
                </a:lnTo>
                <a:lnTo>
                  <a:pt x="52797" y="60982"/>
                </a:lnTo>
                <a:lnTo>
                  <a:pt x="51569" y="60238"/>
                </a:lnTo>
                <a:lnTo>
                  <a:pt x="50304" y="59494"/>
                </a:lnTo>
                <a:lnTo>
                  <a:pt x="49002" y="58824"/>
                </a:lnTo>
                <a:lnTo>
                  <a:pt x="47625" y="58192"/>
                </a:lnTo>
                <a:lnTo>
                  <a:pt x="46248" y="57596"/>
                </a:lnTo>
                <a:lnTo>
                  <a:pt x="44797" y="57001"/>
                </a:lnTo>
                <a:lnTo>
                  <a:pt x="43272" y="56480"/>
                </a:lnTo>
                <a:lnTo>
                  <a:pt x="41746" y="56034"/>
                </a:lnTo>
                <a:lnTo>
                  <a:pt x="40184" y="55587"/>
                </a:lnTo>
                <a:lnTo>
                  <a:pt x="38584" y="55215"/>
                </a:lnTo>
                <a:lnTo>
                  <a:pt x="36984" y="54880"/>
                </a:lnTo>
                <a:lnTo>
                  <a:pt x="35384" y="54620"/>
                </a:lnTo>
                <a:lnTo>
                  <a:pt x="33784" y="54397"/>
                </a:lnTo>
                <a:lnTo>
                  <a:pt x="32147" y="54248"/>
                </a:lnTo>
                <a:lnTo>
                  <a:pt x="30547" y="54136"/>
                </a:lnTo>
                <a:lnTo>
                  <a:pt x="28984" y="54099"/>
                </a:lnTo>
                <a:lnTo>
                  <a:pt x="27384" y="54099"/>
                </a:lnTo>
                <a:lnTo>
                  <a:pt x="25859" y="54173"/>
                </a:lnTo>
                <a:lnTo>
                  <a:pt x="24296" y="54285"/>
                </a:lnTo>
                <a:lnTo>
                  <a:pt x="22771" y="54471"/>
                </a:lnTo>
                <a:lnTo>
                  <a:pt x="21282" y="54694"/>
                </a:lnTo>
                <a:lnTo>
                  <a:pt x="19831" y="54992"/>
                </a:lnTo>
                <a:lnTo>
                  <a:pt x="18417" y="55327"/>
                </a:lnTo>
                <a:lnTo>
                  <a:pt x="17004" y="55736"/>
                </a:lnTo>
                <a:lnTo>
                  <a:pt x="15925" y="56108"/>
                </a:lnTo>
                <a:lnTo>
                  <a:pt x="14846" y="56480"/>
                </a:lnTo>
                <a:lnTo>
                  <a:pt x="13804" y="56927"/>
                </a:lnTo>
                <a:lnTo>
                  <a:pt x="12799" y="57373"/>
                </a:lnTo>
                <a:lnTo>
                  <a:pt x="11832" y="57894"/>
                </a:lnTo>
                <a:lnTo>
                  <a:pt x="10902" y="58415"/>
                </a:lnTo>
                <a:lnTo>
                  <a:pt x="9971" y="58973"/>
                </a:lnTo>
                <a:lnTo>
                  <a:pt x="9079" y="59568"/>
                </a:lnTo>
                <a:lnTo>
                  <a:pt x="8223" y="60201"/>
                </a:lnTo>
                <a:lnTo>
                  <a:pt x="7404" y="60833"/>
                </a:lnTo>
                <a:lnTo>
                  <a:pt x="6586" y="61540"/>
                </a:lnTo>
                <a:lnTo>
                  <a:pt x="5842" y="62247"/>
                </a:lnTo>
                <a:lnTo>
                  <a:pt x="5097" y="63029"/>
                </a:lnTo>
                <a:lnTo>
                  <a:pt x="4390" y="63810"/>
                </a:lnTo>
                <a:lnTo>
                  <a:pt x="3721" y="64628"/>
                </a:lnTo>
                <a:lnTo>
                  <a:pt x="3088" y="65484"/>
                </a:lnTo>
                <a:lnTo>
                  <a:pt x="2642" y="66117"/>
                </a:lnTo>
                <a:lnTo>
                  <a:pt x="2195" y="66786"/>
                </a:lnTo>
                <a:lnTo>
                  <a:pt x="1786" y="67493"/>
                </a:lnTo>
                <a:lnTo>
                  <a:pt x="1377" y="68200"/>
                </a:lnTo>
                <a:lnTo>
                  <a:pt x="1005" y="68907"/>
                </a:lnTo>
                <a:lnTo>
                  <a:pt x="670" y="69651"/>
                </a:lnTo>
                <a:lnTo>
                  <a:pt x="335" y="70396"/>
                </a:lnTo>
                <a:lnTo>
                  <a:pt x="0" y="71177"/>
                </a:lnTo>
                <a:lnTo>
                  <a:pt x="0" y="72888"/>
                </a:lnTo>
                <a:lnTo>
                  <a:pt x="335" y="71921"/>
                </a:lnTo>
                <a:lnTo>
                  <a:pt x="707" y="70991"/>
                </a:lnTo>
                <a:lnTo>
                  <a:pt x="1116" y="70061"/>
                </a:lnTo>
                <a:lnTo>
                  <a:pt x="1563" y="69168"/>
                </a:lnTo>
                <a:lnTo>
                  <a:pt x="2009" y="68275"/>
                </a:lnTo>
                <a:lnTo>
                  <a:pt x="2493" y="67456"/>
                </a:lnTo>
                <a:lnTo>
                  <a:pt x="3014" y="66600"/>
                </a:lnTo>
                <a:lnTo>
                  <a:pt x="3572" y="65819"/>
                </a:lnTo>
                <a:lnTo>
                  <a:pt x="4204" y="65001"/>
                </a:lnTo>
                <a:lnTo>
                  <a:pt x="4874" y="64182"/>
                </a:lnTo>
                <a:lnTo>
                  <a:pt x="5544" y="63438"/>
                </a:lnTo>
                <a:lnTo>
                  <a:pt x="6251" y="62694"/>
                </a:lnTo>
                <a:lnTo>
                  <a:pt x="6995" y="61987"/>
                </a:lnTo>
                <a:lnTo>
                  <a:pt x="7776" y="61317"/>
                </a:lnTo>
                <a:lnTo>
                  <a:pt x="8595" y="60647"/>
                </a:lnTo>
                <a:lnTo>
                  <a:pt x="9413" y="60052"/>
                </a:lnTo>
                <a:lnTo>
                  <a:pt x="10306" y="59457"/>
                </a:lnTo>
                <a:lnTo>
                  <a:pt x="11199" y="58936"/>
                </a:lnTo>
                <a:lnTo>
                  <a:pt x="12129" y="58415"/>
                </a:lnTo>
                <a:lnTo>
                  <a:pt x="13097" y="57931"/>
                </a:lnTo>
                <a:lnTo>
                  <a:pt x="14064" y="57448"/>
                </a:lnTo>
                <a:lnTo>
                  <a:pt x="15069" y="57038"/>
                </a:lnTo>
                <a:lnTo>
                  <a:pt x="16111" y="56666"/>
                </a:lnTo>
                <a:lnTo>
                  <a:pt x="17190" y="56294"/>
                </a:lnTo>
                <a:lnTo>
                  <a:pt x="18492" y="55922"/>
                </a:lnTo>
                <a:lnTo>
                  <a:pt x="19869" y="55587"/>
                </a:lnTo>
                <a:lnTo>
                  <a:pt x="21208" y="55327"/>
                </a:lnTo>
                <a:lnTo>
                  <a:pt x="22622" y="55066"/>
                </a:lnTo>
                <a:lnTo>
                  <a:pt x="24036" y="54917"/>
                </a:lnTo>
                <a:lnTo>
                  <a:pt x="25487" y="54769"/>
                </a:lnTo>
                <a:lnTo>
                  <a:pt x="26975" y="54694"/>
                </a:lnTo>
                <a:lnTo>
                  <a:pt x="30063" y="54694"/>
                </a:lnTo>
                <a:lnTo>
                  <a:pt x="31738" y="54806"/>
                </a:lnTo>
                <a:lnTo>
                  <a:pt x="33375" y="54955"/>
                </a:lnTo>
                <a:lnTo>
                  <a:pt x="35012" y="55141"/>
                </a:lnTo>
                <a:lnTo>
                  <a:pt x="36686" y="55438"/>
                </a:lnTo>
                <a:lnTo>
                  <a:pt x="38323" y="55736"/>
                </a:lnTo>
                <a:lnTo>
                  <a:pt x="39960" y="56145"/>
                </a:lnTo>
                <a:lnTo>
                  <a:pt x="41597" y="56592"/>
                </a:lnTo>
                <a:lnTo>
                  <a:pt x="43086" y="57075"/>
                </a:lnTo>
                <a:lnTo>
                  <a:pt x="44574" y="57559"/>
                </a:lnTo>
                <a:lnTo>
                  <a:pt x="45988" y="58117"/>
                </a:lnTo>
                <a:lnTo>
                  <a:pt x="47365" y="58713"/>
                </a:lnTo>
                <a:lnTo>
                  <a:pt x="48704" y="59345"/>
                </a:lnTo>
                <a:lnTo>
                  <a:pt x="50006" y="60015"/>
                </a:lnTo>
                <a:lnTo>
                  <a:pt x="51234" y="60722"/>
                </a:lnTo>
                <a:lnTo>
                  <a:pt x="52425" y="61466"/>
                </a:lnTo>
                <a:lnTo>
                  <a:pt x="53578" y="62210"/>
                </a:lnTo>
                <a:lnTo>
                  <a:pt x="54657" y="63029"/>
                </a:lnTo>
                <a:lnTo>
                  <a:pt x="55662" y="63847"/>
                </a:lnTo>
                <a:lnTo>
                  <a:pt x="56629" y="64703"/>
                </a:lnTo>
                <a:lnTo>
                  <a:pt x="57522" y="65559"/>
                </a:lnTo>
                <a:lnTo>
                  <a:pt x="58341" y="66489"/>
                </a:lnTo>
                <a:lnTo>
                  <a:pt x="59085" y="67382"/>
                </a:lnTo>
                <a:lnTo>
                  <a:pt x="59792" y="68349"/>
                </a:lnTo>
                <a:lnTo>
                  <a:pt x="60424" y="69317"/>
                </a:lnTo>
                <a:lnTo>
                  <a:pt x="61020" y="70358"/>
                </a:lnTo>
                <a:lnTo>
                  <a:pt x="61615" y="71437"/>
                </a:lnTo>
                <a:lnTo>
                  <a:pt x="62210" y="72628"/>
                </a:lnTo>
                <a:lnTo>
                  <a:pt x="62768" y="73819"/>
                </a:lnTo>
                <a:lnTo>
                  <a:pt x="63326" y="75121"/>
                </a:lnTo>
                <a:lnTo>
                  <a:pt x="63847" y="76423"/>
                </a:lnTo>
                <a:lnTo>
                  <a:pt x="64331" y="77837"/>
                </a:lnTo>
                <a:lnTo>
                  <a:pt x="64815" y="79251"/>
                </a:lnTo>
                <a:lnTo>
                  <a:pt x="65224" y="80739"/>
                </a:lnTo>
                <a:lnTo>
                  <a:pt x="65633" y="82227"/>
                </a:lnTo>
                <a:lnTo>
                  <a:pt x="66005" y="83790"/>
                </a:lnTo>
                <a:lnTo>
                  <a:pt x="66340" y="85390"/>
                </a:lnTo>
                <a:lnTo>
                  <a:pt x="66638" y="86990"/>
                </a:lnTo>
                <a:lnTo>
                  <a:pt x="66898" y="88627"/>
                </a:lnTo>
                <a:lnTo>
                  <a:pt x="67084" y="90301"/>
                </a:lnTo>
                <a:lnTo>
                  <a:pt x="67233" y="92013"/>
                </a:lnTo>
                <a:lnTo>
                  <a:pt x="67345" y="93724"/>
                </a:lnTo>
                <a:lnTo>
                  <a:pt x="67382" y="95473"/>
                </a:lnTo>
                <a:lnTo>
                  <a:pt x="67382" y="97222"/>
                </a:lnTo>
                <a:lnTo>
                  <a:pt x="67345" y="98970"/>
                </a:lnTo>
                <a:lnTo>
                  <a:pt x="67233" y="100756"/>
                </a:lnTo>
                <a:lnTo>
                  <a:pt x="67047" y="102542"/>
                </a:lnTo>
                <a:lnTo>
                  <a:pt x="66787" y="104328"/>
                </a:lnTo>
                <a:lnTo>
                  <a:pt x="66489" y="106077"/>
                </a:lnTo>
                <a:lnTo>
                  <a:pt x="66080" y="107863"/>
                </a:lnTo>
                <a:lnTo>
                  <a:pt x="65633" y="109649"/>
                </a:lnTo>
                <a:lnTo>
                  <a:pt x="65112" y="111398"/>
                </a:lnTo>
                <a:lnTo>
                  <a:pt x="64517" y="113146"/>
                </a:lnTo>
                <a:lnTo>
                  <a:pt x="63847" y="114858"/>
                </a:lnTo>
                <a:lnTo>
                  <a:pt x="63066" y="116569"/>
                </a:lnTo>
                <a:lnTo>
                  <a:pt x="62210" y="118281"/>
                </a:lnTo>
                <a:lnTo>
                  <a:pt x="61466" y="119658"/>
                </a:lnTo>
                <a:lnTo>
                  <a:pt x="60647" y="121034"/>
                </a:lnTo>
                <a:lnTo>
                  <a:pt x="59754" y="122336"/>
                </a:lnTo>
                <a:lnTo>
                  <a:pt x="58824" y="123601"/>
                </a:lnTo>
                <a:lnTo>
                  <a:pt x="56406" y="123713"/>
                </a:lnTo>
                <a:lnTo>
                  <a:pt x="53950" y="123750"/>
                </a:lnTo>
                <a:lnTo>
                  <a:pt x="51532" y="123713"/>
                </a:lnTo>
                <a:lnTo>
                  <a:pt x="49113" y="123601"/>
                </a:lnTo>
                <a:lnTo>
                  <a:pt x="46732" y="123453"/>
                </a:lnTo>
                <a:lnTo>
                  <a:pt x="44351" y="123229"/>
                </a:lnTo>
                <a:lnTo>
                  <a:pt x="42007" y="122969"/>
                </a:lnTo>
                <a:lnTo>
                  <a:pt x="39663" y="122634"/>
                </a:lnTo>
                <a:lnTo>
                  <a:pt x="38286" y="122374"/>
                </a:lnTo>
                <a:lnTo>
                  <a:pt x="36909" y="122150"/>
                </a:lnTo>
                <a:lnTo>
                  <a:pt x="35533" y="121853"/>
                </a:lnTo>
                <a:lnTo>
                  <a:pt x="34193" y="121555"/>
                </a:lnTo>
                <a:lnTo>
                  <a:pt x="32891" y="121257"/>
                </a:lnTo>
                <a:lnTo>
                  <a:pt x="31589" y="120923"/>
                </a:lnTo>
                <a:lnTo>
                  <a:pt x="30324" y="120551"/>
                </a:lnTo>
                <a:lnTo>
                  <a:pt x="29059" y="120178"/>
                </a:lnTo>
                <a:lnTo>
                  <a:pt x="27794" y="119769"/>
                </a:lnTo>
                <a:lnTo>
                  <a:pt x="26566" y="119360"/>
                </a:lnTo>
                <a:lnTo>
                  <a:pt x="25375" y="118913"/>
                </a:lnTo>
                <a:lnTo>
                  <a:pt x="24185" y="118467"/>
                </a:lnTo>
                <a:lnTo>
                  <a:pt x="22994" y="117983"/>
                </a:lnTo>
                <a:lnTo>
                  <a:pt x="21878" y="117500"/>
                </a:lnTo>
                <a:lnTo>
                  <a:pt x="20724" y="116979"/>
                </a:lnTo>
                <a:lnTo>
                  <a:pt x="19645" y="116458"/>
                </a:lnTo>
                <a:lnTo>
                  <a:pt x="18417" y="115825"/>
                </a:lnTo>
                <a:lnTo>
                  <a:pt x="17227" y="115193"/>
                </a:lnTo>
                <a:lnTo>
                  <a:pt x="16073" y="114523"/>
                </a:lnTo>
                <a:lnTo>
                  <a:pt x="14957" y="113816"/>
                </a:lnTo>
                <a:lnTo>
                  <a:pt x="13878" y="113109"/>
                </a:lnTo>
                <a:lnTo>
                  <a:pt x="12836" y="112365"/>
                </a:lnTo>
                <a:lnTo>
                  <a:pt x="11795" y="111621"/>
                </a:lnTo>
                <a:lnTo>
                  <a:pt x="10827" y="110839"/>
                </a:lnTo>
                <a:lnTo>
                  <a:pt x="9860" y="110058"/>
                </a:lnTo>
                <a:lnTo>
                  <a:pt x="8967" y="109240"/>
                </a:lnTo>
                <a:lnTo>
                  <a:pt x="8074" y="108421"/>
                </a:lnTo>
                <a:lnTo>
                  <a:pt x="7255" y="107565"/>
                </a:lnTo>
                <a:lnTo>
                  <a:pt x="6437" y="106710"/>
                </a:lnTo>
                <a:lnTo>
                  <a:pt x="5655" y="105817"/>
                </a:lnTo>
                <a:lnTo>
                  <a:pt x="4911" y="104886"/>
                </a:lnTo>
                <a:lnTo>
                  <a:pt x="4204" y="103956"/>
                </a:lnTo>
                <a:lnTo>
                  <a:pt x="3572" y="103026"/>
                </a:lnTo>
                <a:lnTo>
                  <a:pt x="2939" y="102059"/>
                </a:lnTo>
                <a:lnTo>
                  <a:pt x="2344" y="101091"/>
                </a:lnTo>
                <a:lnTo>
                  <a:pt x="1786" y="100087"/>
                </a:lnTo>
                <a:lnTo>
                  <a:pt x="1302" y="99082"/>
                </a:lnTo>
                <a:lnTo>
                  <a:pt x="819" y="98040"/>
                </a:lnTo>
                <a:lnTo>
                  <a:pt x="409" y="97036"/>
                </a:lnTo>
                <a:lnTo>
                  <a:pt x="0" y="95957"/>
                </a:lnTo>
                <a:lnTo>
                  <a:pt x="0" y="97631"/>
                </a:lnTo>
                <a:lnTo>
                  <a:pt x="372" y="98524"/>
                </a:lnTo>
                <a:lnTo>
                  <a:pt x="781" y="99380"/>
                </a:lnTo>
                <a:lnTo>
                  <a:pt x="1191" y="100236"/>
                </a:lnTo>
                <a:lnTo>
                  <a:pt x="1674" y="101054"/>
                </a:lnTo>
                <a:lnTo>
                  <a:pt x="2121" y="101910"/>
                </a:lnTo>
                <a:lnTo>
                  <a:pt x="2642" y="102728"/>
                </a:lnTo>
                <a:lnTo>
                  <a:pt x="3163" y="103510"/>
                </a:lnTo>
                <a:lnTo>
                  <a:pt x="3758" y="104328"/>
                </a:lnTo>
                <a:lnTo>
                  <a:pt x="4465" y="105258"/>
                </a:lnTo>
                <a:lnTo>
                  <a:pt x="5209" y="106189"/>
                </a:lnTo>
                <a:lnTo>
                  <a:pt x="5990" y="107082"/>
                </a:lnTo>
                <a:lnTo>
                  <a:pt x="6809" y="107975"/>
                </a:lnTo>
                <a:lnTo>
                  <a:pt x="7665" y="108830"/>
                </a:lnTo>
                <a:lnTo>
                  <a:pt x="8558" y="109686"/>
                </a:lnTo>
                <a:lnTo>
                  <a:pt x="9488" y="110505"/>
                </a:lnTo>
                <a:lnTo>
                  <a:pt x="10418" y="111323"/>
                </a:lnTo>
                <a:lnTo>
                  <a:pt x="11423" y="112105"/>
                </a:lnTo>
                <a:lnTo>
                  <a:pt x="12464" y="112849"/>
                </a:lnTo>
                <a:lnTo>
                  <a:pt x="13543" y="113593"/>
                </a:lnTo>
                <a:lnTo>
                  <a:pt x="14622" y="114300"/>
                </a:lnTo>
                <a:lnTo>
                  <a:pt x="15776" y="115007"/>
                </a:lnTo>
                <a:lnTo>
                  <a:pt x="16929" y="115676"/>
                </a:lnTo>
                <a:lnTo>
                  <a:pt x="18120" y="116346"/>
                </a:lnTo>
                <a:lnTo>
                  <a:pt x="19348" y="116979"/>
                </a:lnTo>
                <a:lnTo>
                  <a:pt x="20464" y="117537"/>
                </a:lnTo>
                <a:lnTo>
                  <a:pt x="21617" y="118058"/>
                </a:lnTo>
                <a:lnTo>
                  <a:pt x="22771" y="118541"/>
                </a:lnTo>
                <a:lnTo>
                  <a:pt x="23961" y="119025"/>
                </a:lnTo>
                <a:lnTo>
                  <a:pt x="25152" y="119472"/>
                </a:lnTo>
                <a:lnTo>
                  <a:pt x="26380" y="119918"/>
                </a:lnTo>
                <a:lnTo>
                  <a:pt x="27608" y="120327"/>
                </a:lnTo>
                <a:lnTo>
                  <a:pt x="28873" y="120737"/>
                </a:lnTo>
                <a:lnTo>
                  <a:pt x="30138" y="121109"/>
                </a:lnTo>
                <a:lnTo>
                  <a:pt x="31440" y="121481"/>
                </a:lnTo>
                <a:lnTo>
                  <a:pt x="32742" y="121816"/>
                </a:lnTo>
                <a:lnTo>
                  <a:pt x="34082" y="122150"/>
                </a:lnTo>
                <a:lnTo>
                  <a:pt x="35421" y="122448"/>
                </a:lnTo>
                <a:lnTo>
                  <a:pt x="36798" y="122709"/>
                </a:lnTo>
                <a:lnTo>
                  <a:pt x="38174" y="122969"/>
                </a:lnTo>
                <a:lnTo>
                  <a:pt x="39551" y="123192"/>
                </a:lnTo>
                <a:lnTo>
                  <a:pt x="41858" y="123527"/>
                </a:lnTo>
                <a:lnTo>
                  <a:pt x="44165" y="123825"/>
                </a:lnTo>
                <a:lnTo>
                  <a:pt x="46509" y="124048"/>
                </a:lnTo>
                <a:lnTo>
                  <a:pt x="48853" y="124197"/>
                </a:lnTo>
                <a:lnTo>
                  <a:pt x="51197" y="124308"/>
                </a:lnTo>
                <a:lnTo>
                  <a:pt x="53578" y="124346"/>
                </a:lnTo>
                <a:lnTo>
                  <a:pt x="55959" y="124308"/>
                </a:lnTo>
                <a:lnTo>
                  <a:pt x="58378" y="124234"/>
                </a:lnTo>
                <a:lnTo>
                  <a:pt x="58378" y="124234"/>
                </a:lnTo>
                <a:lnTo>
                  <a:pt x="57559" y="125239"/>
                </a:lnTo>
                <a:lnTo>
                  <a:pt x="56741" y="126206"/>
                </a:lnTo>
                <a:lnTo>
                  <a:pt x="55848" y="127173"/>
                </a:lnTo>
                <a:lnTo>
                  <a:pt x="54955" y="128104"/>
                </a:lnTo>
                <a:lnTo>
                  <a:pt x="54025" y="129034"/>
                </a:lnTo>
                <a:lnTo>
                  <a:pt x="53057" y="129927"/>
                </a:lnTo>
                <a:lnTo>
                  <a:pt x="52053" y="130782"/>
                </a:lnTo>
                <a:lnTo>
                  <a:pt x="51011" y="131638"/>
                </a:lnTo>
                <a:lnTo>
                  <a:pt x="49969" y="132420"/>
                </a:lnTo>
                <a:lnTo>
                  <a:pt x="48853" y="133238"/>
                </a:lnTo>
                <a:lnTo>
                  <a:pt x="47737" y="133982"/>
                </a:lnTo>
                <a:lnTo>
                  <a:pt x="46583" y="134726"/>
                </a:lnTo>
                <a:lnTo>
                  <a:pt x="45393" y="135470"/>
                </a:lnTo>
                <a:lnTo>
                  <a:pt x="44165" y="136177"/>
                </a:lnTo>
                <a:lnTo>
                  <a:pt x="42900" y="136847"/>
                </a:lnTo>
                <a:lnTo>
                  <a:pt x="41635" y="137480"/>
                </a:lnTo>
                <a:lnTo>
                  <a:pt x="39551" y="138447"/>
                </a:lnTo>
                <a:lnTo>
                  <a:pt x="37430" y="139340"/>
                </a:lnTo>
                <a:lnTo>
                  <a:pt x="35235" y="140159"/>
                </a:lnTo>
                <a:lnTo>
                  <a:pt x="32928" y="140940"/>
                </a:lnTo>
                <a:lnTo>
                  <a:pt x="30584" y="141647"/>
                </a:lnTo>
                <a:lnTo>
                  <a:pt x="28166" y="142317"/>
                </a:lnTo>
                <a:lnTo>
                  <a:pt x="25636" y="142912"/>
                </a:lnTo>
                <a:lnTo>
                  <a:pt x="23068" y="143433"/>
                </a:lnTo>
                <a:lnTo>
                  <a:pt x="20427" y="143916"/>
                </a:lnTo>
                <a:lnTo>
                  <a:pt x="17711" y="144326"/>
                </a:lnTo>
                <a:lnTo>
                  <a:pt x="14957" y="144661"/>
                </a:lnTo>
                <a:lnTo>
                  <a:pt x="12092" y="144958"/>
                </a:lnTo>
                <a:lnTo>
                  <a:pt x="9153" y="145182"/>
                </a:lnTo>
                <a:lnTo>
                  <a:pt x="6176" y="145368"/>
                </a:lnTo>
                <a:lnTo>
                  <a:pt x="3125" y="145479"/>
                </a:lnTo>
                <a:lnTo>
                  <a:pt x="0" y="145516"/>
                </a:lnTo>
                <a:lnTo>
                  <a:pt x="0" y="146112"/>
                </a:lnTo>
                <a:lnTo>
                  <a:pt x="3125" y="146074"/>
                </a:lnTo>
                <a:lnTo>
                  <a:pt x="6214" y="145963"/>
                </a:lnTo>
                <a:lnTo>
                  <a:pt x="9227" y="145777"/>
                </a:lnTo>
                <a:lnTo>
                  <a:pt x="12167" y="145554"/>
                </a:lnTo>
                <a:lnTo>
                  <a:pt x="15032" y="145256"/>
                </a:lnTo>
                <a:lnTo>
                  <a:pt x="17822" y="144921"/>
                </a:lnTo>
                <a:lnTo>
                  <a:pt x="20538" y="144512"/>
                </a:lnTo>
                <a:lnTo>
                  <a:pt x="23217" y="144028"/>
                </a:lnTo>
                <a:lnTo>
                  <a:pt x="25784" y="143470"/>
                </a:lnTo>
                <a:lnTo>
                  <a:pt x="28315" y="142875"/>
                </a:lnTo>
                <a:lnTo>
                  <a:pt x="30770" y="142242"/>
                </a:lnTo>
                <a:lnTo>
                  <a:pt x="33151" y="141498"/>
                </a:lnTo>
                <a:lnTo>
                  <a:pt x="35421" y="140717"/>
                </a:lnTo>
                <a:lnTo>
                  <a:pt x="37654" y="139898"/>
                </a:lnTo>
                <a:lnTo>
                  <a:pt x="39812" y="138968"/>
                </a:lnTo>
                <a:lnTo>
                  <a:pt x="41895" y="138001"/>
                </a:lnTo>
                <a:lnTo>
                  <a:pt x="43197" y="137331"/>
                </a:lnTo>
                <a:lnTo>
                  <a:pt x="44500" y="136661"/>
                </a:lnTo>
                <a:lnTo>
                  <a:pt x="45765" y="135917"/>
                </a:lnTo>
                <a:lnTo>
                  <a:pt x="46992" y="135173"/>
                </a:lnTo>
                <a:lnTo>
                  <a:pt x="48220" y="134391"/>
                </a:lnTo>
                <a:lnTo>
                  <a:pt x="49374" y="133610"/>
                </a:lnTo>
                <a:lnTo>
                  <a:pt x="50490" y="132754"/>
                </a:lnTo>
                <a:lnTo>
                  <a:pt x="51606" y="131936"/>
                </a:lnTo>
                <a:lnTo>
                  <a:pt x="52648" y="131043"/>
                </a:lnTo>
                <a:lnTo>
                  <a:pt x="53690" y="130150"/>
                </a:lnTo>
                <a:lnTo>
                  <a:pt x="54694" y="129220"/>
                </a:lnTo>
                <a:lnTo>
                  <a:pt x="55662" y="128252"/>
                </a:lnTo>
                <a:lnTo>
                  <a:pt x="56592" y="127285"/>
                </a:lnTo>
                <a:lnTo>
                  <a:pt x="57485" y="126280"/>
                </a:lnTo>
                <a:lnTo>
                  <a:pt x="58341" y="125239"/>
                </a:lnTo>
                <a:lnTo>
                  <a:pt x="59159" y="124197"/>
                </a:lnTo>
                <a:lnTo>
                  <a:pt x="60796" y="124085"/>
                </a:lnTo>
                <a:lnTo>
                  <a:pt x="62433" y="123974"/>
                </a:lnTo>
                <a:lnTo>
                  <a:pt x="63959" y="123825"/>
                </a:lnTo>
                <a:lnTo>
                  <a:pt x="65484" y="123676"/>
                </a:lnTo>
                <a:lnTo>
                  <a:pt x="67010" y="123490"/>
                </a:lnTo>
                <a:lnTo>
                  <a:pt x="68535" y="123267"/>
                </a:lnTo>
                <a:lnTo>
                  <a:pt x="70024" y="123043"/>
                </a:lnTo>
                <a:lnTo>
                  <a:pt x="71512" y="122783"/>
                </a:lnTo>
                <a:lnTo>
                  <a:pt x="73000" y="122485"/>
                </a:lnTo>
                <a:lnTo>
                  <a:pt x="74488" y="122188"/>
                </a:lnTo>
                <a:lnTo>
                  <a:pt x="75940" y="121890"/>
                </a:lnTo>
                <a:lnTo>
                  <a:pt x="77391" y="121518"/>
                </a:lnTo>
                <a:lnTo>
                  <a:pt x="78842" y="121146"/>
                </a:lnTo>
                <a:lnTo>
                  <a:pt x="80256" y="120774"/>
                </a:lnTo>
                <a:lnTo>
                  <a:pt x="81669" y="120364"/>
                </a:lnTo>
                <a:lnTo>
                  <a:pt x="83083" y="119918"/>
                </a:lnTo>
                <a:lnTo>
                  <a:pt x="84460" y="119472"/>
                </a:lnTo>
                <a:lnTo>
                  <a:pt x="85837" y="119025"/>
                </a:lnTo>
                <a:lnTo>
                  <a:pt x="87176" y="118541"/>
                </a:lnTo>
                <a:lnTo>
                  <a:pt x="88516" y="118020"/>
                </a:lnTo>
                <a:lnTo>
                  <a:pt x="89855" y="117462"/>
                </a:lnTo>
                <a:lnTo>
                  <a:pt x="91157" y="116941"/>
                </a:lnTo>
                <a:lnTo>
                  <a:pt x="92459" y="116346"/>
                </a:lnTo>
                <a:lnTo>
                  <a:pt x="93762" y="115751"/>
                </a:lnTo>
                <a:lnTo>
                  <a:pt x="94990" y="115156"/>
                </a:lnTo>
                <a:lnTo>
                  <a:pt x="96255" y="114523"/>
                </a:lnTo>
                <a:lnTo>
                  <a:pt x="97482" y="113890"/>
                </a:lnTo>
                <a:lnTo>
                  <a:pt x="98673" y="113221"/>
                </a:lnTo>
                <a:lnTo>
                  <a:pt x="99864" y="112514"/>
                </a:lnTo>
                <a:lnTo>
                  <a:pt x="101017" y="111807"/>
                </a:lnTo>
                <a:lnTo>
                  <a:pt x="102171" y="111100"/>
                </a:lnTo>
                <a:lnTo>
                  <a:pt x="103287" y="110356"/>
                </a:lnTo>
                <a:lnTo>
                  <a:pt x="104366" y="109612"/>
                </a:lnTo>
                <a:lnTo>
                  <a:pt x="105445" y="108830"/>
                </a:lnTo>
                <a:lnTo>
                  <a:pt x="107305" y="107416"/>
                </a:lnTo>
                <a:lnTo>
                  <a:pt x="109128" y="105928"/>
                </a:lnTo>
                <a:lnTo>
                  <a:pt x="110914" y="104440"/>
                </a:lnTo>
                <a:lnTo>
                  <a:pt x="112663" y="102914"/>
                </a:lnTo>
                <a:lnTo>
                  <a:pt x="114337" y="101315"/>
                </a:lnTo>
                <a:lnTo>
                  <a:pt x="115974" y="99715"/>
                </a:lnTo>
                <a:lnTo>
                  <a:pt x="117537" y="98040"/>
                </a:lnTo>
                <a:lnTo>
                  <a:pt x="119063" y="96366"/>
                </a:lnTo>
                <a:lnTo>
                  <a:pt x="120551" y="94654"/>
                </a:lnTo>
                <a:lnTo>
                  <a:pt x="121965" y="92906"/>
                </a:lnTo>
                <a:lnTo>
                  <a:pt x="123341" y="91120"/>
                </a:lnTo>
                <a:lnTo>
                  <a:pt x="124644" y="89334"/>
                </a:lnTo>
                <a:lnTo>
                  <a:pt x="125909" y="87511"/>
                </a:lnTo>
                <a:lnTo>
                  <a:pt x="127062" y="85650"/>
                </a:lnTo>
                <a:lnTo>
                  <a:pt x="128215" y="83753"/>
                </a:lnTo>
                <a:lnTo>
                  <a:pt x="129257" y="81855"/>
                </a:lnTo>
                <a:lnTo>
                  <a:pt x="130262" y="79921"/>
                </a:lnTo>
                <a:lnTo>
                  <a:pt x="131229" y="77949"/>
                </a:lnTo>
                <a:lnTo>
                  <a:pt x="132085" y="75977"/>
                </a:lnTo>
                <a:lnTo>
                  <a:pt x="132866" y="73967"/>
                </a:lnTo>
                <a:lnTo>
                  <a:pt x="133610" y="71995"/>
                </a:lnTo>
                <a:lnTo>
                  <a:pt x="134243" y="69986"/>
                </a:lnTo>
                <a:lnTo>
                  <a:pt x="134838" y="67977"/>
                </a:lnTo>
                <a:lnTo>
                  <a:pt x="135359" y="65968"/>
                </a:lnTo>
                <a:lnTo>
                  <a:pt x="135768" y="63959"/>
                </a:lnTo>
                <a:lnTo>
                  <a:pt x="136141" y="61950"/>
                </a:lnTo>
                <a:lnTo>
                  <a:pt x="136401" y="59940"/>
                </a:lnTo>
                <a:lnTo>
                  <a:pt x="136624" y="57968"/>
                </a:lnTo>
                <a:lnTo>
                  <a:pt x="136736" y="55959"/>
                </a:lnTo>
                <a:lnTo>
                  <a:pt x="136810" y="53987"/>
                </a:lnTo>
                <a:lnTo>
                  <a:pt x="136773" y="52015"/>
                </a:lnTo>
                <a:lnTo>
                  <a:pt x="136661" y="50043"/>
                </a:lnTo>
                <a:lnTo>
                  <a:pt x="136513" y="48369"/>
                </a:lnTo>
                <a:lnTo>
                  <a:pt x="136327" y="46732"/>
                </a:lnTo>
                <a:lnTo>
                  <a:pt x="136066" y="45095"/>
                </a:lnTo>
                <a:lnTo>
                  <a:pt x="135768" y="43458"/>
                </a:lnTo>
                <a:lnTo>
                  <a:pt x="135396" y="41858"/>
                </a:lnTo>
                <a:lnTo>
                  <a:pt x="134950" y="40258"/>
                </a:lnTo>
                <a:lnTo>
                  <a:pt x="134503" y="38658"/>
                </a:lnTo>
                <a:lnTo>
                  <a:pt x="133945" y="37095"/>
                </a:lnTo>
                <a:lnTo>
                  <a:pt x="133387" y="35533"/>
                </a:lnTo>
                <a:lnTo>
                  <a:pt x="132717" y="34007"/>
                </a:lnTo>
                <a:lnTo>
                  <a:pt x="132048" y="32519"/>
                </a:lnTo>
                <a:lnTo>
                  <a:pt x="131304" y="30993"/>
                </a:lnTo>
                <a:lnTo>
                  <a:pt x="130485" y="29542"/>
                </a:lnTo>
                <a:lnTo>
                  <a:pt x="129629" y="28054"/>
                </a:lnTo>
                <a:lnTo>
                  <a:pt x="128736" y="26640"/>
                </a:lnTo>
                <a:lnTo>
                  <a:pt x="127769" y="25189"/>
                </a:lnTo>
                <a:lnTo>
                  <a:pt x="126653" y="23701"/>
                </a:lnTo>
                <a:lnTo>
                  <a:pt x="125499" y="22213"/>
                </a:lnTo>
                <a:lnTo>
                  <a:pt x="124271" y="20724"/>
                </a:lnTo>
                <a:lnTo>
                  <a:pt x="123006" y="19310"/>
                </a:lnTo>
                <a:lnTo>
                  <a:pt x="121667" y="17897"/>
                </a:lnTo>
                <a:lnTo>
                  <a:pt x="120290" y="16520"/>
                </a:lnTo>
                <a:lnTo>
                  <a:pt x="118839" y="15180"/>
                </a:lnTo>
                <a:lnTo>
                  <a:pt x="117314" y="13841"/>
                </a:lnTo>
                <a:lnTo>
                  <a:pt x="115751" y="12576"/>
                </a:lnTo>
                <a:lnTo>
                  <a:pt x="114114" y="11311"/>
                </a:lnTo>
                <a:lnTo>
                  <a:pt x="112440" y="10046"/>
                </a:lnTo>
                <a:lnTo>
                  <a:pt x="110691" y="8855"/>
                </a:lnTo>
                <a:lnTo>
                  <a:pt x="108905" y="7665"/>
                </a:lnTo>
                <a:lnTo>
                  <a:pt x="107082" y="6548"/>
                </a:lnTo>
                <a:lnTo>
                  <a:pt x="105147" y="5432"/>
                </a:lnTo>
                <a:lnTo>
                  <a:pt x="103212" y="4353"/>
                </a:lnTo>
                <a:lnTo>
                  <a:pt x="101947" y="3683"/>
                </a:lnTo>
                <a:lnTo>
                  <a:pt x="100645" y="3051"/>
                </a:lnTo>
                <a:lnTo>
                  <a:pt x="99380" y="2456"/>
                </a:lnTo>
                <a:lnTo>
                  <a:pt x="98078" y="1898"/>
                </a:lnTo>
                <a:lnTo>
                  <a:pt x="96775" y="1377"/>
                </a:lnTo>
                <a:lnTo>
                  <a:pt x="95473" y="893"/>
                </a:lnTo>
                <a:lnTo>
                  <a:pt x="94134" y="409"/>
                </a:lnTo>
                <a:lnTo>
                  <a:pt x="9279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564" name="Google Shape;564;p63"/>
          <p:cNvSpPr/>
          <p:nvPr>
            <p:ph idx="2" type="pic"/>
          </p:nvPr>
        </p:nvSpPr>
        <p:spPr>
          <a:xfrm>
            <a:off x="313800" y="460300"/>
            <a:ext cx="3702900" cy="4136100"/>
          </a:xfrm>
          <a:prstGeom prst="roundRect">
            <a:avLst>
              <a:gd fmla="val 6865" name="adj"/>
            </a:avLst>
          </a:prstGeom>
          <a:noFill/>
          <a:ln>
            <a:noFill/>
          </a:ln>
        </p:spPr>
      </p:sp>
      <p:sp>
        <p:nvSpPr>
          <p:cNvPr id="565" name="Google Shape;565;p63"/>
          <p:cNvSpPr/>
          <p:nvPr/>
        </p:nvSpPr>
        <p:spPr>
          <a:xfrm>
            <a:off x="-1692" y="0"/>
            <a:ext cx="1834577" cy="1066372"/>
          </a:xfrm>
          <a:custGeom>
            <a:rect b="b" l="l" r="r" t="t"/>
            <a:pathLst>
              <a:path extrusionOk="0" h="34863" w="59978">
                <a:moveTo>
                  <a:pt x="57485" y="0"/>
                </a:moveTo>
                <a:lnTo>
                  <a:pt x="55848" y="446"/>
                </a:lnTo>
                <a:lnTo>
                  <a:pt x="54248" y="930"/>
                </a:lnTo>
                <a:lnTo>
                  <a:pt x="52611" y="1414"/>
                </a:lnTo>
                <a:lnTo>
                  <a:pt x="50974" y="1972"/>
                </a:lnTo>
                <a:lnTo>
                  <a:pt x="49299" y="2567"/>
                </a:lnTo>
                <a:lnTo>
                  <a:pt x="47662" y="3163"/>
                </a:lnTo>
                <a:lnTo>
                  <a:pt x="45988" y="3832"/>
                </a:lnTo>
                <a:lnTo>
                  <a:pt x="44314" y="4502"/>
                </a:lnTo>
                <a:lnTo>
                  <a:pt x="42639" y="5246"/>
                </a:lnTo>
                <a:lnTo>
                  <a:pt x="40965" y="5990"/>
                </a:lnTo>
                <a:lnTo>
                  <a:pt x="39291" y="6772"/>
                </a:lnTo>
                <a:lnTo>
                  <a:pt x="37579" y="7627"/>
                </a:lnTo>
                <a:lnTo>
                  <a:pt x="35905" y="8483"/>
                </a:lnTo>
                <a:lnTo>
                  <a:pt x="34193" y="9376"/>
                </a:lnTo>
                <a:lnTo>
                  <a:pt x="32482" y="10306"/>
                </a:lnTo>
                <a:lnTo>
                  <a:pt x="30770" y="11274"/>
                </a:lnTo>
                <a:lnTo>
                  <a:pt x="28203" y="12762"/>
                </a:lnTo>
                <a:lnTo>
                  <a:pt x="25710" y="14287"/>
                </a:lnTo>
                <a:lnTo>
                  <a:pt x="23292" y="15850"/>
                </a:lnTo>
                <a:lnTo>
                  <a:pt x="20910" y="17413"/>
                </a:lnTo>
                <a:lnTo>
                  <a:pt x="18641" y="18976"/>
                </a:lnTo>
                <a:lnTo>
                  <a:pt x="16483" y="20538"/>
                </a:lnTo>
                <a:lnTo>
                  <a:pt x="14362" y="22101"/>
                </a:lnTo>
                <a:lnTo>
                  <a:pt x="12353" y="23626"/>
                </a:lnTo>
                <a:lnTo>
                  <a:pt x="10455" y="25115"/>
                </a:lnTo>
                <a:lnTo>
                  <a:pt x="8632" y="26603"/>
                </a:lnTo>
                <a:lnTo>
                  <a:pt x="6921" y="28017"/>
                </a:lnTo>
                <a:lnTo>
                  <a:pt x="5283" y="29356"/>
                </a:lnTo>
                <a:lnTo>
                  <a:pt x="2418" y="31886"/>
                </a:lnTo>
                <a:lnTo>
                  <a:pt x="0" y="34082"/>
                </a:lnTo>
                <a:lnTo>
                  <a:pt x="0" y="34863"/>
                </a:lnTo>
                <a:lnTo>
                  <a:pt x="2381" y="32705"/>
                </a:lnTo>
                <a:lnTo>
                  <a:pt x="5246" y="30175"/>
                </a:lnTo>
                <a:lnTo>
                  <a:pt x="6846" y="28835"/>
                </a:lnTo>
                <a:lnTo>
                  <a:pt x="8558" y="27384"/>
                </a:lnTo>
                <a:lnTo>
                  <a:pt x="10418" y="25933"/>
                </a:lnTo>
                <a:lnTo>
                  <a:pt x="12353" y="24408"/>
                </a:lnTo>
                <a:lnTo>
                  <a:pt x="14362" y="22845"/>
                </a:lnTo>
                <a:lnTo>
                  <a:pt x="16520" y="21245"/>
                </a:lnTo>
                <a:lnTo>
                  <a:pt x="18715" y="19682"/>
                </a:lnTo>
                <a:lnTo>
                  <a:pt x="21059" y="18045"/>
                </a:lnTo>
                <a:lnTo>
                  <a:pt x="23440" y="16483"/>
                </a:lnTo>
                <a:lnTo>
                  <a:pt x="25896" y="14883"/>
                </a:lnTo>
                <a:lnTo>
                  <a:pt x="28463" y="13320"/>
                </a:lnTo>
                <a:lnTo>
                  <a:pt x="31068" y="11757"/>
                </a:lnTo>
                <a:lnTo>
                  <a:pt x="32928" y="10716"/>
                </a:lnTo>
                <a:lnTo>
                  <a:pt x="34789" y="9711"/>
                </a:lnTo>
                <a:lnTo>
                  <a:pt x="36649" y="8744"/>
                </a:lnTo>
                <a:lnTo>
                  <a:pt x="38472" y="7851"/>
                </a:lnTo>
                <a:lnTo>
                  <a:pt x="40295" y="6958"/>
                </a:lnTo>
                <a:lnTo>
                  <a:pt x="42156" y="6102"/>
                </a:lnTo>
                <a:lnTo>
                  <a:pt x="43979" y="5321"/>
                </a:lnTo>
                <a:lnTo>
                  <a:pt x="45765" y="4539"/>
                </a:lnTo>
                <a:lnTo>
                  <a:pt x="47588" y="3832"/>
                </a:lnTo>
                <a:lnTo>
                  <a:pt x="49374" y="3163"/>
                </a:lnTo>
                <a:lnTo>
                  <a:pt x="51160" y="2530"/>
                </a:lnTo>
                <a:lnTo>
                  <a:pt x="52946" y="1935"/>
                </a:lnTo>
                <a:lnTo>
                  <a:pt x="54732" y="1377"/>
                </a:lnTo>
                <a:lnTo>
                  <a:pt x="56480" y="893"/>
                </a:lnTo>
                <a:lnTo>
                  <a:pt x="58229" y="409"/>
                </a:lnTo>
                <a:lnTo>
                  <a:pt x="5997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566" name="Google Shape;566;p63"/>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dk1"/>
                </a:solidFill>
                <a:latin typeface="Nunito Sans"/>
                <a:ea typeface="Nunito Sans"/>
                <a:cs typeface="Nunito Sans"/>
                <a:sym typeface="Nunito Sans"/>
              </a:rPr>
              <a:t>‹#›</a:t>
            </a:fld>
            <a:endParaRPr sz="700">
              <a:solidFill>
                <a:schemeClr val="dk1"/>
              </a:solidFill>
              <a:latin typeface="Nunito Sans"/>
              <a:ea typeface="Nunito Sans"/>
              <a:cs typeface="Nunito Sans"/>
              <a:sym typeface="Nunito Sans"/>
            </a:endParaRPr>
          </a:p>
        </p:txBody>
      </p:sp>
      <p:sp>
        <p:nvSpPr>
          <p:cNvPr id="567" name="Google Shape;567;p63"/>
          <p:cNvSpPr txBox="1"/>
          <p:nvPr>
            <p:ph idx="3"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dk2"/>
                </a:solidFill>
                <a:latin typeface="Nunito Sans"/>
                <a:ea typeface="Nunito Sans"/>
                <a:cs typeface="Nunito Sans"/>
                <a:sym typeface="Nunito Sans"/>
              </a:defRPr>
            </a:lvl1pPr>
            <a:lvl2pPr lvl="1">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2pPr>
            <a:lvl3pPr lvl="2">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3pPr>
            <a:lvl4pPr lvl="3">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4pPr>
            <a:lvl5pPr lvl="4">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5pPr>
            <a:lvl6pPr lvl="5">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6pPr>
            <a:lvl7pPr lvl="6">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7pPr>
            <a:lvl8pPr lvl="7">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8pPr>
            <a:lvl9pPr lvl="8">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 Alt 4">
  <p:cSld name="BLANK_1_1_1_1_1_1_1_1_1_1_1_1_2_1_1">
    <p:spTree>
      <p:nvGrpSpPr>
        <p:cNvPr id="568" name="Shape 568"/>
        <p:cNvGrpSpPr/>
        <p:nvPr/>
      </p:nvGrpSpPr>
      <p:grpSpPr>
        <a:xfrm>
          <a:off x="0" y="0"/>
          <a:ext cx="0" cy="0"/>
          <a:chOff x="0" y="0"/>
          <a:chExt cx="0" cy="0"/>
        </a:xfrm>
      </p:grpSpPr>
      <p:pic>
        <p:nvPicPr>
          <p:cNvPr id="569" name="Google Shape;569;p64"/>
          <p:cNvPicPr preferRelativeResize="0"/>
          <p:nvPr/>
        </p:nvPicPr>
        <p:blipFill rotWithShape="1">
          <a:blip r:embed="rId2">
            <a:alphaModFix/>
          </a:blip>
          <a:srcRect b="50879" l="0" r="0" t="0"/>
          <a:stretch/>
        </p:blipFill>
        <p:spPr>
          <a:xfrm rot="10800000">
            <a:off x="4511648" y="-5102"/>
            <a:ext cx="3255127" cy="1598802"/>
          </a:xfrm>
          <a:prstGeom prst="rect">
            <a:avLst/>
          </a:prstGeom>
          <a:noFill/>
          <a:ln>
            <a:noFill/>
          </a:ln>
        </p:spPr>
      </p:pic>
      <p:sp>
        <p:nvSpPr>
          <p:cNvPr id="570" name="Google Shape;570;p64"/>
          <p:cNvSpPr/>
          <p:nvPr/>
        </p:nvSpPr>
        <p:spPr>
          <a:xfrm>
            <a:off x="5160582" y="1163682"/>
            <a:ext cx="7978200" cy="7978200"/>
          </a:xfrm>
          <a:prstGeom prst="pie">
            <a:avLst>
              <a:gd fmla="val 10792592" name="adj1"/>
              <a:gd fmla="val 16198514" name="adj2"/>
            </a:avLst>
          </a:prstGeom>
          <a:gradFill>
            <a:gsLst>
              <a:gs pos="0">
                <a:schemeClr val="accent1"/>
              </a:gs>
              <a:gs pos="64000">
                <a:schemeClr val="dk2"/>
              </a:gs>
              <a:gs pos="100000">
                <a:schemeClr val="dk2"/>
              </a:gs>
            </a:gsLst>
            <a:path path="circle">
              <a:fillToRect b="0%" l="100%" r="0%" t="100%"/>
            </a:path>
            <a:tileRect b="-100%" l="0%" r="-100%" t="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Nunito Sans"/>
              <a:ea typeface="Nunito Sans"/>
              <a:cs typeface="Nunito Sans"/>
              <a:sym typeface="Nunito Sans"/>
            </a:endParaRPr>
          </a:p>
        </p:txBody>
      </p:sp>
      <p:pic>
        <p:nvPicPr>
          <p:cNvPr id="571" name="Google Shape;571;p64"/>
          <p:cNvPicPr preferRelativeResize="0"/>
          <p:nvPr/>
        </p:nvPicPr>
        <p:blipFill rotWithShape="1">
          <a:blip r:embed="rId3">
            <a:alphaModFix/>
          </a:blip>
          <a:srcRect b="0" l="0" r="0" t="39965"/>
          <a:stretch/>
        </p:blipFill>
        <p:spPr>
          <a:xfrm rot="10800000">
            <a:off x="4410800" y="2763370"/>
            <a:ext cx="3992800" cy="2397126"/>
          </a:xfrm>
          <a:prstGeom prst="rect">
            <a:avLst/>
          </a:prstGeom>
          <a:noFill/>
          <a:ln>
            <a:noFill/>
          </a:ln>
        </p:spPr>
      </p:pic>
      <p:sp>
        <p:nvSpPr>
          <p:cNvPr id="572" name="Google Shape;572;p64"/>
          <p:cNvSpPr/>
          <p:nvPr/>
        </p:nvSpPr>
        <p:spPr>
          <a:xfrm>
            <a:off x="5269687" y="0"/>
            <a:ext cx="3874304" cy="2438400"/>
          </a:xfrm>
          <a:custGeom>
            <a:rect b="b" l="l" r="r" t="t"/>
            <a:pathLst>
              <a:path extrusionOk="0" h="76200" w="121072">
                <a:moveTo>
                  <a:pt x="0" y="0"/>
                </a:moveTo>
                <a:lnTo>
                  <a:pt x="1675" y="2456"/>
                </a:lnTo>
                <a:lnTo>
                  <a:pt x="3349" y="4800"/>
                </a:lnTo>
                <a:lnTo>
                  <a:pt x="4837" y="6883"/>
                </a:lnTo>
                <a:lnTo>
                  <a:pt x="6363" y="8930"/>
                </a:lnTo>
                <a:lnTo>
                  <a:pt x="7851" y="10902"/>
                </a:lnTo>
                <a:lnTo>
                  <a:pt x="9377" y="12874"/>
                </a:lnTo>
                <a:lnTo>
                  <a:pt x="10902" y="14771"/>
                </a:lnTo>
                <a:lnTo>
                  <a:pt x="12427" y="16594"/>
                </a:lnTo>
                <a:lnTo>
                  <a:pt x="13953" y="18417"/>
                </a:lnTo>
                <a:lnTo>
                  <a:pt x="15478" y="20166"/>
                </a:lnTo>
                <a:lnTo>
                  <a:pt x="17004" y="21878"/>
                </a:lnTo>
                <a:lnTo>
                  <a:pt x="18529" y="23552"/>
                </a:lnTo>
                <a:lnTo>
                  <a:pt x="20092" y="25189"/>
                </a:lnTo>
                <a:lnTo>
                  <a:pt x="21618" y="26752"/>
                </a:lnTo>
                <a:lnTo>
                  <a:pt x="23180" y="28277"/>
                </a:lnTo>
                <a:lnTo>
                  <a:pt x="24706" y="29766"/>
                </a:lnTo>
                <a:lnTo>
                  <a:pt x="26268" y="31179"/>
                </a:lnTo>
                <a:lnTo>
                  <a:pt x="27794" y="32556"/>
                </a:lnTo>
                <a:lnTo>
                  <a:pt x="29208" y="33784"/>
                </a:lnTo>
                <a:lnTo>
                  <a:pt x="30622" y="34975"/>
                </a:lnTo>
                <a:lnTo>
                  <a:pt x="32036" y="36091"/>
                </a:lnTo>
                <a:lnTo>
                  <a:pt x="33449" y="37170"/>
                </a:lnTo>
                <a:lnTo>
                  <a:pt x="34863" y="38249"/>
                </a:lnTo>
                <a:lnTo>
                  <a:pt x="36277" y="39253"/>
                </a:lnTo>
                <a:lnTo>
                  <a:pt x="37654" y="40221"/>
                </a:lnTo>
                <a:lnTo>
                  <a:pt x="39068" y="41114"/>
                </a:lnTo>
                <a:lnTo>
                  <a:pt x="40482" y="42007"/>
                </a:lnTo>
                <a:lnTo>
                  <a:pt x="41858" y="42825"/>
                </a:lnTo>
                <a:lnTo>
                  <a:pt x="43272" y="43607"/>
                </a:lnTo>
                <a:lnTo>
                  <a:pt x="44649" y="44351"/>
                </a:lnTo>
                <a:lnTo>
                  <a:pt x="46025" y="45058"/>
                </a:lnTo>
                <a:lnTo>
                  <a:pt x="47402" y="45727"/>
                </a:lnTo>
                <a:lnTo>
                  <a:pt x="48779" y="46323"/>
                </a:lnTo>
                <a:lnTo>
                  <a:pt x="50155" y="46918"/>
                </a:lnTo>
                <a:lnTo>
                  <a:pt x="51420" y="47402"/>
                </a:lnTo>
                <a:lnTo>
                  <a:pt x="52685" y="47848"/>
                </a:lnTo>
                <a:lnTo>
                  <a:pt x="53913" y="48220"/>
                </a:lnTo>
                <a:lnTo>
                  <a:pt x="55141" y="48592"/>
                </a:lnTo>
                <a:lnTo>
                  <a:pt x="56369" y="48927"/>
                </a:lnTo>
                <a:lnTo>
                  <a:pt x="57597" y="49225"/>
                </a:lnTo>
                <a:lnTo>
                  <a:pt x="58787" y="49448"/>
                </a:lnTo>
                <a:lnTo>
                  <a:pt x="59978" y="49671"/>
                </a:lnTo>
                <a:lnTo>
                  <a:pt x="61169" y="49820"/>
                </a:lnTo>
                <a:lnTo>
                  <a:pt x="62359" y="49969"/>
                </a:lnTo>
                <a:lnTo>
                  <a:pt x="63513" y="50043"/>
                </a:lnTo>
                <a:lnTo>
                  <a:pt x="64666" y="50081"/>
                </a:lnTo>
                <a:lnTo>
                  <a:pt x="65782" y="50118"/>
                </a:lnTo>
                <a:lnTo>
                  <a:pt x="66936" y="50081"/>
                </a:lnTo>
                <a:lnTo>
                  <a:pt x="68052" y="50006"/>
                </a:lnTo>
                <a:lnTo>
                  <a:pt x="69168" y="49895"/>
                </a:lnTo>
                <a:lnTo>
                  <a:pt x="70210" y="49746"/>
                </a:lnTo>
                <a:lnTo>
                  <a:pt x="71252" y="49560"/>
                </a:lnTo>
                <a:lnTo>
                  <a:pt x="72256" y="49336"/>
                </a:lnTo>
                <a:lnTo>
                  <a:pt x="73261" y="49076"/>
                </a:lnTo>
                <a:lnTo>
                  <a:pt x="74266" y="48778"/>
                </a:lnTo>
                <a:lnTo>
                  <a:pt x="75196" y="48443"/>
                </a:lnTo>
                <a:lnTo>
                  <a:pt x="76163" y="48071"/>
                </a:lnTo>
                <a:lnTo>
                  <a:pt x="77093" y="47699"/>
                </a:lnTo>
                <a:lnTo>
                  <a:pt x="77986" y="47253"/>
                </a:lnTo>
                <a:lnTo>
                  <a:pt x="78842" y="46769"/>
                </a:lnTo>
                <a:lnTo>
                  <a:pt x="79698" y="46285"/>
                </a:lnTo>
                <a:lnTo>
                  <a:pt x="80554" y="45765"/>
                </a:lnTo>
                <a:lnTo>
                  <a:pt x="81372" y="45169"/>
                </a:lnTo>
                <a:lnTo>
                  <a:pt x="82153" y="44574"/>
                </a:lnTo>
                <a:lnTo>
                  <a:pt x="82898" y="43941"/>
                </a:lnTo>
                <a:lnTo>
                  <a:pt x="83642" y="43309"/>
                </a:lnTo>
                <a:lnTo>
                  <a:pt x="84311" y="43979"/>
                </a:lnTo>
                <a:lnTo>
                  <a:pt x="86172" y="45951"/>
                </a:lnTo>
                <a:lnTo>
                  <a:pt x="88107" y="47923"/>
                </a:lnTo>
                <a:lnTo>
                  <a:pt x="90079" y="49895"/>
                </a:lnTo>
                <a:lnTo>
                  <a:pt x="92051" y="51866"/>
                </a:lnTo>
                <a:lnTo>
                  <a:pt x="94134" y="53801"/>
                </a:lnTo>
                <a:lnTo>
                  <a:pt x="96218" y="55773"/>
                </a:lnTo>
                <a:lnTo>
                  <a:pt x="98339" y="57708"/>
                </a:lnTo>
                <a:lnTo>
                  <a:pt x="100497" y="59643"/>
                </a:lnTo>
                <a:lnTo>
                  <a:pt x="102729" y="61577"/>
                </a:lnTo>
                <a:lnTo>
                  <a:pt x="104961" y="63475"/>
                </a:lnTo>
                <a:lnTo>
                  <a:pt x="107268" y="65410"/>
                </a:lnTo>
                <a:lnTo>
                  <a:pt x="109575" y="67307"/>
                </a:lnTo>
                <a:lnTo>
                  <a:pt x="111956" y="69205"/>
                </a:lnTo>
                <a:lnTo>
                  <a:pt x="114338" y="71102"/>
                </a:lnTo>
                <a:lnTo>
                  <a:pt x="116756" y="72963"/>
                </a:lnTo>
                <a:lnTo>
                  <a:pt x="119249" y="74860"/>
                </a:lnTo>
                <a:lnTo>
                  <a:pt x="121072" y="76200"/>
                </a:lnTo>
                <a:lnTo>
                  <a:pt x="121072" y="75456"/>
                </a:lnTo>
                <a:lnTo>
                  <a:pt x="119621" y="74377"/>
                </a:lnTo>
                <a:lnTo>
                  <a:pt x="117128" y="72516"/>
                </a:lnTo>
                <a:lnTo>
                  <a:pt x="114710" y="70619"/>
                </a:lnTo>
                <a:lnTo>
                  <a:pt x="112328" y="68758"/>
                </a:lnTo>
                <a:lnTo>
                  <a:pt x="109947" y="66861"/>
                </a:lnTo>
                <a:lnTo>
                  <a:pt x="107640" y="64963"/>
                </a:lnTo>
                <a:lnTo>
                  <a:pt x="105333" y="63029"/>
                </a:lnTo>
                <a:lnTo>
                  <a:pt x="103101" y="61131"/>
                </a:lnTo>
                <a:lnTo>
                  <a:pt x="100906" y="59196"/>
                </a:lnTo>
                <a:lnTo>
                  <a:pt x="98748" y="57261"/>
                </a:lnTo>
                <a:lnTo>
                  <a:pt x="96627" y="55327"/>
                </a:lnTo>
                <a:lnTo>
                  <a:pt x="94543" y="53392"/>
                </a:lnTo>
                <a:lnTo>
                  <a:pt x="92497" y="51420"/>
                </a:lnTo>
                <a:lnTo>
                  <a:pt x="90488" y="49485"/>
                </a:lnTo>
                <a:lnTo>
                  <a:pt x="88516" y="47513"/>
                </a:lnTo>
                <a:lnTo>
                  <a:pt x="86618" y="45541"/>
                </a:lnTo>
                <a:lnTo>
                  <a:pt x="84721" y="43569"/>
                </a:lnTo>
                <a:lnTo>
                  <a:pt x="84088" y="42900"/>
                </a:lnTo>
                <a:lnTo>
                  <a:pt x="84795" y="42155"/>
                </a:lnTo>
                <a:lnTo>
                  <a:pt x="85465" y="41411"/>
                </a:lnTo>
                <a:lnTo>
                  <a:pt x="86135" y="40667"/>
                </a:lnTo>
                <a:lnTo>
                  <a:pt x="86730" y="39849"/>
                </a:lnTo>
                <a:lnTo>
                  <a:pt x="87325" y="38993"/>
                </a:lnTo>
                <a:lnTo>
                  <a:pt x="87921" y="38137"/>
                </a:lnTo>
                <a:lnTo>
                  <a:pt x="88441" y="37244"/>
                </a:lnTo>
                <a:lnTo>
                  <a:pt x="88962" y="36351"/>
                </a:lnTo>
                <a:lnTo>
                  <a:pt x="89446" y="35384"/>
                </a:lnTo>
                <a:lnTo>
                  <a:pt x="89893" y="34416"/>
                </a:lnTo>
                <a:lnTo>
                  <a:pt x="90339" y="33412"/>
                </a:lnTo>
                <a:lnTo>
                  <a:pt x="90711" y="32407"/>
                </a:lnTo>
                <a:lnTo>
                  <a:pt x="91083" y="31365"/>
                </a:lnTo>
                <a:lnTo>
                  <a:pt x="91418" y="30286"/>
                </a:lnTo>
                <a:lnTo>
                  <a:pt x="91716" y="29170"/>
                </a:lnTo>
                <a:lnTo>
                  <a:pt x="91976" y="28054"/>
                </a:lnTo>
                <a:lnTo>
                  <a:pt x="92125" y="27235"/>
                </a:lnTo>
                <a:lnTo>
                  <a:pt x="92274" y="26380"/>
                </a:lnTo>
                <a:lnTo>
                  <a:pt x="92385" y="25524"/>
                </a:lnTo>
                <a:lnTo>
                  <a:pt x="92460" y="24668"/>
                </a:lnTo>
                <a:lnTo>
                  <a:pt x="92497" y="23812"/>
                </a:lnTo>
                <a:lnTo>
                  <a:pt x="92534" y="22919"/>
                </a:lnTo>
                <a:lnTo>
                  <a:pt x="92534" y="22027"/>
                </a:lnTo>
                <a:lnTo>
                  <a:pt x="92497" y="21134"/>
                </a:lnTo>
                <a:lnTo>
                  <a:pt x="92423" y="20203"/>
                </a:lnTo>
                <a:lnTo>
                  <a:pt x="92311" y="19310"/>
                </a:lnTo>
                <a:lnTo>
                  <a:pt x="92199" y="18380"/>
                </a:lnTo>
                <a:lnTo>
                  <a:pt x="92051" y="17450"/>
                </a:lnTo>
                <a:lnTo>
                  <a:pt x="91864" y="16483"/>
                </a:lnTo>
                <a:lnTo>
                  <a:pt x="91678" y="15553"/>
                </a:lnTo>
                <a:lnTo>
                  <a:pt x="91418" y="14585"/>
                </a:lnTo>
                <a:lnTo>
                  <a:pt x="91158" y="13618"/>
                </a:lnTo>
                <a:lnTo>
                  <a:pt x="90637" y="11943"/>
                </a:lnTo>
                <a:lnTo>
                  <a:pt x="90041" y="10269"/>
                </a:lnTo>
                <a:lnTo>
                  <a:pt x="89372" y="8558"/>
                </a:lnTo>
                <a:lnTo>
                  <a:pt x="88590" y="6883"/>
                </a:lnTo>
                <a:lnTo>
                  <a:pt x="87772" y="5172"/>
                </a:lnTo>
                <a:lnTo>
                  <a:pt x="86842" y="3423"/>
                </a:lnTo>
                <a:lnTo>
                  <a:pt x="85837" y="1712"/>
                </a:lnTo>
                <a:lnTo>
                  <a:pt x="84795" y="0"/>
                </a:lnTo>
                <a:lnTo>
                  <a:pt x="84088" y="0"/>
                </a:lnTo>
                <a:lnTo>
                  <a:pt x="85167" y="1749"/>
                </a:lnTo>
                <a:lnTo>
                  <a:pt x="86209" y="3497"/>
                </a:lnTo>
                <a:lnTo>
                  <a:pt x="87139" y="5209"/>
                </a:lnTo>
                <a:lnTo>
                  <a:pt x="87995" y="6958"/>
                </a:lnTo>
                <a:lnTo>
                  <a:pt x="88776" y="8669"/>
                </a:lnTo>
                <a:lnTo>
                  <a:pt x="89446" y="10381"/>
                </a:lnTo>
                <a:lnTo>
                  <a:pt x="90079" y="12092"/>
                </a:lnTo>
                <a:lnTo>
                  <a:pt x="90599" y="13804"/>
                </a:lnTo>
                <a:lnTo>
                  <a:pt x="90860" y="14734"/>
                </a:lnTo>
                <a:lnTo>
                  <a:pt x="91083" y="15664"/>
                </a:lnTo>
                <a:lnTo>
                  <a:pt x="91306" y="16594"/>
                </a:lnTo>
                <a:lnTo>
                  <a:pt x="91455" y="17524"/>
                </a:lnTo>
                <a:lnTo>
                  <a:pt x="91604" y="18455"/>
                </a:lnTo>
                <a:lnTo>
                  <a:pt x="91716" y="19348"/>
                </a:lnTo>
                <a:lnTo>
                  <a:pt x="91827" y="20241"/>
                </a:lnTo>
                <a:lnTo>
                  <a:pt x="91902" y="21134"/>
                </a:lnTo>
                <a:lnTo>
                  <a:pt x="91939" y="22027"/>
                </a:lnTo>
                <a:lnTo>
                  <a:pt x="91939" y="22919"/>
                </a:lnTo>
                <a:lnTo>
                  <a:pt x="91902" y="23775"/>
                </a:lnTo>
                <a:lnTo>
                  <a:pt x="91864" y="24631"/>
                </a:lnTo>
                <a:lnTo>
                  <a:pt x="91790" y="25450"/>
                </a:lnTo>
                <a:lnTo>
                  <a:pt x="91678" y="26305"/>
                </a:lnTo>
                <a:lnTo>
                  <a:pt x="91530" y="27124"/>
                </a:lnTo>
                <a:lnTo>
                  <a:pt x="91381" y="27942"/>
                </a:lnTo>
                <a:lnTo>
                  <a:pt x="91120" y="29021"/>
                </a:lnTo>
                <a:lnTo>
                  <a:pt x="90823" y="30100"/>
                </a:lnTo>
                <a:lnTo>
                  <a:pt x="90525" y="31142"/>
                </a:lnTo>
                <a:lnTo>
                  <a:pt x="90153" y="32184"/>
                </a:lnTo>
                <a:lnTo>
                  <a:pt x="89781" y="33189"/>
                </a:lnTo>
                <a:lnTo>
                  <a:pt x="89372" y="34156"/>
                </a:lnTo>
                <a:lnTo>
                  <a:pt x="88925" y="35123"/>
                </a:lnTo>
                <a:lnTo>
                  <a:pt x="88441" y="36054"/>
                </a:lnTo>
                <a:lnTo>
                  <a:pt x="87958" y="36946"/>
                </a:lnTo>
                <a:lnTo>
                  <a:pt x="87400" y="37802"/>
                </a:lnTo>
                <a:lnTo>
                  <a:pt x="86842" y="38658"/>
                </a:lnTo>
                <a:lnTo>
                  <a:pt x="86283" y="39477"/>
                </a:lnTo>
                <a:lnTo>
                  <a:pt x="85651" y="40258"/>
                </a:lnTo>
                <a:lnTo>
                  <a:pt x="85018" y="41002"/>
                </a:lnTo>
                <a:lnTo>
                  <a:pt x="84349" y="41746"/>
                </a:lnTo>
                <a:lnTo>
                  <a:pt x="83679" y="42453"/>
                </a:lnTo>
                <a:lnTo>
                  <a:pt x="81484" y="40035"/>
                </a:lnTo>
                <a:lnTo>
                  <a:pt x="79363" y="37653"/>
                </a:lnTo>
                <a:lnTo>
                  <a:pt x="77317" y="35235"/>
                </a:lnTo>
                <a:lnTo>
                  <a:pt x="75307" y="32817"/>
                </a:lnTo>
                <a:lnTo>
                  <a:pt x="73373" y="30398"/>
                </a:lnTo>
                <a:lnTo>
                  <a:pt x="71512" y="27980"/>
                </a:lnTo>
                <a:lnTo>
                  <a:pt x="69726" y="25561"/>
                </a:lnTo>
                <a:lnTo>
                  <a:pt x="67978" y="23143"/>
                </a:lnTo>
                <a:lnTo>
                  <a:pt x="66303" y="20687"/>
                </a:lnTo>
                <a:lnTo>
                  <a:pt x="64703" y="18269"/>
                </a:lnTo>
                <a:lnTo>
                  <a:pt x="63178" y="15850"/>
                </a:lnTo>
                <a:lnTo>
                  <a:pt x="61727" y="13395"/>
                </a:lnTo>
                <a:lnTo>
                  <a:pt x="60313" y="10976"/>
                </a:lnTo>
                <a:lnTo>
                  <a:pt x="58973" y="8558"/>
                </a:lnTo>
                <a:lnTo>
                  <a:pt x="57708" y="6102"/>
                </a:lnTo>
                <a:lnTo>
                  <a:pt x="56518" y="3683"/>
                </a:lnTo>
                <a:lnTo>
                  <a:pt x="55662" y="1823"/>
                </a:lnTo>
                <a:lnTo>
                  <a:pt x="54843" y="0"/>
                </a:lnTo>
                <a:lnTo>
                  <a:pt x="54174" y="0"/>
                </a:lnTo>
                <a:lnTo>
                  <a:pt x="55067" y="1935"/>
                </a:lnTo>
                <a:lnTo>
                  <a:pt x="55997" y="3944"/>
                </a:lnTo>
                <a:lnTo>
                  <a:pt x="57188" y="6400"/>
                </a:lnTo>
                <a:lnTo>
                  <a:pt x="58453" y="8818"/>
                </a:lnTo>
                <a:lnTo>
                  <a:pt x="59792" y="11274"/>
                </a:lnTo>
                <a:lnTo>
                  <a:pt x="61206" y="13692"/>
                </a:lnTo>
                <a:lnTo>
                  <a:pt x="62657" y="16148"/>
                </a:lnTo>
                <a:lnTo>
                  <a:pt x="64220" y="18603"/>
                </a:lnTo>
                <a:lnTo>
                  <a:pt x="65820" y="21022"/>
                </a:lnTo>
                <a:lnTo>
                  <a:pt x="67494" y="23478"/>
                </a:lnTo>
                <a:lnTo>
                  <a:pt x="69243" y="25896"/>
                </a:lnTo>
                <a:lnTo>
                  <a:pt x="71029" y="28352"/>
                </a:lnTo>
                <a:lnTo>
                  <a:pt x="72926" y="30770"/>
                </a:lnTo>
                <a:lnTo>
                  <a:pt x="74861" y="33189"/>
                </a:lnTo>
                <a:lnTo>
                  <a:pt x="76833" y="35607"/>
                </a:lnTo>
                <a:lnTo>
                  <a:pt x="78916" y="38026"/>
                </a:lnTo>
                <a:lnTo>
                  <a:pt x="81037" y="40444"/>
                </a:lnTo>
                <a:lnTo>
                  <a:pt x="83232" y="42862"/>
                </a:lnTo>
                <a:lnTo>
                  <a:pt x="82526" y="43495"/>
                </a:lnTo>
                <a:lnTo>
                  <a:pt x="81781" y="44127"/>
                </a:lnTo>
                <a:lnTo>
                  <a:pt x="81000" y="44686"/>
                </a:lnTo>
                <a:lnTo>
                  <a:pt x="80219" y="45244"/>
                </a:lnTo>
                <a:lnTo>
                  <a:pt x="79400" y="45765"/>
                </a:lnTo>
                <a:lnTo>
                  <a:pt x="78544" y="46285"/>
                </a:lnTo>
                <a:lnTo>
                  <a:pt x="77689" y="46732"/>
                </a:lnTo>
                <a:lnTo>
                  <a:pt x="76833" y="47141"/>
                </a:lnTo>
                <a:lnTo>
                  <a:pt x="75903" y="47550"/>
                </a:lnTo>
                <a:lnTo>
                  <a:pt x="75010" y="47885"/>
                </a:lnTo>
                <a:lnTo>
                  <a:pt x="74042" y="48220"/>
                </a:lnTo>
                <a:lnTo>
                  <a:pt x="73112" y="48518"/>
                </a:lnTo>
                <a:lnTo>
                  <a:pt x="72108" y="48741"/>
                </a:lnTo>
                <a:lnTo>
                  <a:pt x="71140" y="48964"/>
                </a:lnTo>
                <a:lnTo>
                  <a:pt x="70098" y="49150"/>
                </a:lnTo>
                <a:lnTo>
                  <a:pt x="69094" y="49299"/>
                </a:lnTo>
                <a:lnTo>
                  <a:pt x="67978" y="49411"/>
                </a:lnTo>
                <a:lnTo>
                  <a:pt x="66899" y="49485"/>
                </a:lnTo>
                <a:lnTo>
                  <a:pt x="65782" y="49522"/>
                </a:lnTo>
                <a:lnTo>
                  <a:pt x="64666" y="49485"/>
                </a:lnTo>
                <a:lnTo>
                  <a:pt x="63513" y="49448"/>
                </a:lnTo>
                <a:lnTo>
                  <a:pt x="62397" y="49374"/>
                </a:lnTo>
                <a:lnTo>
                  <a:pt x="61243" y="49225"/>
                </a:lnTo>
                <a:lnTo>
                  <a:pt x="60052" y="49076"/>
                </a:lnTo>
                <a:lnTo>
                  <a:pt x="58899" y="48890"/>
                </a:lnTo>
                <a:lnTo>
                  <a:pt x="57708" y="48629"/>
                </a:lnTo>
                <a:lnTo>
                  <a:pt x="56518" y="48332"/>
                </a:lnTo>
                <a:lnTo>
                  <a:pt x="55290" y="48034"/>
                </a:lnTo>
                <a:lnTo>
                  <a:pt x="54099" y="47662"/>
                </a:lnTo>
                <a:lnTo>
                  <a:pt x="52872" y="47253"/>
                </a:lnTo>
                <a:lnTo>
                  <a:pt x="51644" y="46844"/>
                </a:lnTo>
                <a:lnTo>
                  <a:pt x="50379" y="46360"/>
                </a:lnTo>
                <a:lnTo>
                  <a:pt x="49039" y="45802"/>
                </a:lnTo>
                <a:lnTo>
                  <a:pt x="47663" y="45169"/>
                </a:lnTo>
                <a:lnTo>
                  <a:pt x="46286" y="44537"/>
                </a:lnTo>
                <a:lnTo>
                  <a:pt x="44909" y="43830"/>
                </a:lnTo>
                <a:lnTo>
                  <a:pt x="43533" y="43086"/>
                </a:lnTo>
                <a:lnTo>
                  <a:pt x="42156" y="42304"/>
                </a:lnTo>
                <a:lnTo>
                  <a:pt x="40779" y="41486"/>
                </a:lnTo>
                <a:lnTo>
                  <a:pt x="39403" y="40630"/>
                </a:lnTo>
                <a:lnTo>
                  <a:pt x="37989" y="39700"/>
                </a:lnTo>
                <a:lnTo>
                  <a:pt x="36612" y="38732"/>
                </a:lnTo>
                <a:lnTo>
                  <a:pt x="35198" y="37765"/>
                </a:lnTo>
                <a:lnTo>
                  <a:pt x="33784" y="36723"/>
                </a:lnTo>
                <a:lnTo>
                  <a:pt x="32408" y="35607"/>
                </a:lnTo>
                <a:lnTo>
                  <a:pt x="30994" y="34491"/>
                </a:lnTo>
                <a:lnTo>
                  <a:pt x="29580" y="33337"/>
                </a:lnTo>
                <a:lnTo>
                  <a:pt x="28203" y="32110"/>
                </a:lnTo>
                <a:lnTo>
                  <a:pt x="26641" y="30733"/>
                </a:lnTo>
                <a:lnTo>
                  <a:pt x="25115" y="29319"/>
                </a:lnTo>
                <a:lnTo>
                  <a:pt x="23590" y="27868"/>
                </a:lnTo>
                <a:lnTo>
                  <a:pt x="22027" y="26343"/>
                </a:lnTo>
                <a:lnTo>
                  <a:pt x="20501" y="24780"/>
                </a:lnTo>
                <a:lnTo>
                  <a:pt x="18976" y="23143"/>
                </a:lnTo>
                <a:lnTo>
                  <a:pt x="17450" y="21506"/>
                </a:lnTo>
                <a:lnTo>
                  <a:pt x="15925" y="19794"/>
                </a:lnTo>
                <a:lnTo>
                  <a:pt x="14399" y="18008"/>
                </a:lnTo>
                <a:lnTo>
                  <a:pt x="12874" y="16222"/>
                </a:lnTo>
                <a:lnTo>
                  <a:pt x="11348" y="14362"/>
                </a:lnTo>
                <a:lnTo>
                  <a:pt x="9823" y="12502"/>
                </a:lnTo>
                <a:lnTo>
                  <a:pt x="8335" y="10530"/>
                </a:lnTo>
                <a:lnTo>
                  <a:pt x="6809" y="8558"/>
                </a:lnTo>
                <a:lnTo>
                  <a:pt x="5321" y="6548"/>
                </a:lnTo>
                <a:lnTo>
                  <a:pt x="3833" y="4465"/>
                </a:lnTo>
                <a:lnTo>
                  <a:pt x="2270" y="2270"/>
                </a:lnTo>
                <a:lnTo>
                  <a:pt x="74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2"/>
              </a:solidFill>
              <a:latin typeface="Nunito Sans"/>
              <a:ea typeface="Nunito Sans"/>
              <a:cs typeface="Nunito Sans"/>
              <a:sym typeface="Nunito Sans"/>
            </a:endParaRPr>
          </a:p>
        </p:txBody>
      </p:sp>
      <p:sp>
        <p:nvSpPr>
          <p:cNvPr id="573" name="Google Shape;573;p64"/>
          <p:cNvSpPr txBox="1"/>
          <p:nvPr>
            <p:ph idx="1" type="body"/>
          </p:nvPr>
        </p:nvSpPr>
        <p:spPr>
          <a:xfrm>
            <a:off x="228600" y="1646991"/>
            <a:ext cx="4296600" cy="3063300"/>
          </a:xfrm>
          <a:prstGeom prst="rect">
            <a:avLst/>
          </a:prstGeom>
        </p:spPr>
        <p:txBody>
          <a:bodyPr anchorCtr="0" anchor="b" bIns="91425" lIns="91425" spcFirstLastPara="1" rIns="91425" wrap="square" tIns="91425">
            <a:noAutofit/>
          </a:bodyPr>
          <a:lstStyle>
            <a:lvl1pPr indent="-304800" lvl="0" marL="457200">
              <a:spcBef>
                <a:spcPts val="0"/>
              </a:spcBef>
              <a:spcAft>
                <a:spcPts val="0"/>
              </a:spcAft>
              <a:buClr>
                <a:schemeClr val="dk1"/>
              </a:buClr>
              <a:buSzPts val="1200"/>
              <a:buFont typeface="Nunito Sans"/>
              <a:buChar char="●"/>
              <a:defRPr/>
            </a:lvl1pPr>
            <a:lvl2pPr indent="-304800" lvl="1" marL="914400">
              <a:spcBef>
                <a:spcPts val="800"/>
              </a:spcBef>
              <a:spcAft>
                <a:spcPts val="0"/>
              </a:spcAft>
              <a:buClr>
                <a:schemeClr val="dk1"/>
              </a:buClr>
              <a:buSzPts val="1200"/>
              <a:buFont typeface="Nunito Sans"/>
              <a:buChar char="○"/>
              <a:defRPr/>
            </a:lvl2pPr>
            <a:lvl3pPr indent="-304800" lvl="2" marL="1371600">
              <a:spcBef>
                <a:spcPts val="800"/>
              </a:spcBef>
              <a:spcAft>
                <a:spcPts val="0"/>
              </a:spcAft>
              <a:buClr>
                <a:schemeClr val="dk1"/>
              </a:buClr>
              <a:buSzPts val="1200"/>
              <a:buFont typeface="Nunito Sans"/>
              <a:buChar char="■"/>
              <a:defRPr/>
            </a:lvl3pPr>
            <a:lvl4pPr indent="-304800" lvl="3" marL="1828800">
              <a:spcBef>
                <a:spcPts val="800"/>
              </a:spcBef>
              <a:spcAft>
                <a:spcPts val="0"/>
              </a:spcAft>
              <a:buClr>
                <a:schemeClr val="dk1"/>
              </a:buClr>
              <a:buSzPts val="1200"/>
              <a:buFont typeface="Nunito Sans"/>
              <a:buChar char="●"/>
              <a:defRPr/>
            </a:lvl4pPr>
            <a:lvl5pPr indent="-304800" lvl="4" marL="2286000">
              <a:spcBef>
                <a:spcPts val="800"/>
              </a:spcBef>
              <a:spcAft>
                <a:spcPts val="0"/>
              </a:spcAft>
              <a:buClr>
                <a:schemeClr val="dk1"/>
              </a:buClr>
              <a:buSzPts val="1200"/>
              <a:buFont typeface="Nunito Sans"/>
              <a:buChar char="○"/>
              <a:defRPr/>
            </a:lvl5pPr>
            <a:lvl6pPr indent="-304800" lvl="5" marL="2743200">
              <a:spcBef>
                <a:spcPts val="800"/>
              </a:spcBef>
              <a:spcAft>
                <a:spcPts val="0"/>
              </a:spcAft>
              <a:buClr>
                <a:schemeClr val="dk1"/>
              </a:buClr>
              <a:buSzPts val="1200"/>
              <a:buFont typeface="Nunito Sans"/>
              <a:buChar char="■"/>
              <a:defRPr/>
            </a:lvl6pPr>
            <a:lvl7pPr indent="-304800" lvl="6" marL="3200400">
              <a:spcBef>
                <a:spcPts val="800"/>
              </a:spcBef>
              <a:spcAft>
                <a:spcPts val="0"/>
              </a:spcAft>
              <a:buClr>
                <a:schemeClr val="dk1"/>
              </a:buClr>
              <a:buSzPts val="1200"/>
              <a:buFont typeface="Nunito Sans"/>
              <a:buChar char="●"/>
              <a:defRPr/>
            </a:lvl7pPr>
            <a:lvl8pPr indent="-304800" lvl="7" marL="3657600">
              <a:spcBef>
                <a:spcPts val="800"/>
              </a:spcBef>
              <a:spcAft>
                <a:spcPts val="0"/>
              </a:spcAft>
              <a:buClr>
                <a:schemeClr val="dk1"/>
              </a:buClr>
              <a:buSzPts val="1200"/>
              <a:buFont typeface="Nunito Sans"/>
              <a:buChar char="○"/>
              <a:defRPr/>
            </a:lvl8pPr>
            <a:lvl9pPr indent="-304800" lvl="8" marL="4114800">
              <a:spcBef>
                <a:spcPts val="800"/>
              </a:spcBef>
              <a:spcAft>
                <a:spcPts val="800"/>
              </a:spcAft>
              <a:buClr>
                <a:schemeClr val="dk1"/>
              </a:buClr>
              <a:buSzPts val="1200"/>
              <a:buFont typeface="Nunito Sans"/>
              <a:buChar char="■"/>
              <a:defRPr/>
            </a:lvl9pPr>
          </a:lstStyle>
          <a:p/>
        </p:txBody>
      </p:sp>
      <p:sp>
        <p:nvSpPr>
          <p:cNvPr id="574" name="Google Shape;574;p64"/>
          <p:cNvSpPr/>
          <p:nvPr>
            <p:ph idx="2" type="pic"/>
          </p:nvPr>
        </p:nvSpPr>
        <p:spPr>
          <a:xfrm>
            <a:off x="5212300" y="460300"/>
            <a:ext cx="3702900" cy="4136100"/>
          </a:xfrm>
          <a:prstGeom prst="roundRect">
            <a:avLst>
              <a:gd fmla="val 6865" name="adj"/>
            </a:avLst>
          </a:prstGeom>
          <a:noFill/>
          <a:ln>
            <a:noFill/>
          </a:ln>
        </p:spPr>
      </p:sp>
      <p:sp>
        <p:nvSpPr>
          <p:cNvPr id="575" name="Google Shape;575;p64"/>
          <p:cNvSpPr txBox="1"/>
          <p:nvPr>
            <p:ph type="title"/>
          </p:nvPr>
        </p:nvSpPr>
        <p:spPr>
          <a:xfrm>
            <a:off x="228600" y="228600"/>
            <a:ext cx="42966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576" name="Google Shape;576;p64"/>
          <p:cNvSpPr/>
          <p:nvPr/>
        </p:nvSpPr>
        <p:spPr>
          <a:xfrm>
            <a:off x="4680310" y="3856552"/>
            <a:ext cx="2576544" cy="1302560"/>
          </a:xfrm>
          <a:custGeom>
            <a:rect b="b" l="l" r="r" t="t"/>
            <a:pathLst>
              <a:path extrusionOk="0" h="40705" w="80517">
                <a:moveTo>
                  <a:pt x="2568" y="1"/>
                </a:moveTo>
                <a:lnTo>
                  <a:pt x="2122" y="75"/>
                </a:lnTo>
                <a:lnTo>
                  <a:pt x="1750" y="149"/>
                </a:lnTo>
                <a:lnTo>
                  <a:pt x="1378" y="261"/>
                </a:lnTo>
                <a:lnTo>
                  <a:pt x="1080" y="447"/>
                </a:lnTo>
                <a:lnTo>
                  <a:pt x="782" y="633"/>
                </a:lnTo>
                <a:lnTo>
                  <a:pt x="559" y="856"/>
                </a:lnTo>
                <a:lnTo>
                  <a:pt x="373" y="1154"/>
                </a:lnTo>
                <a:lnTo>
                  <a:pt x="224" y="1452"/>
                </a:lnTo>
                <a:lnTo>
                  <a:pt x="112" y="1824"/>
                </a:lnTo>
                <a:lnTo>
                  <a:pt x="38" y="2233"/>
                </a:lnTo>
                <a:lnTo>
                  <a:pt x="1" y="2717"/>
                </a:lnTo>
                <a:lnTo>
                  <a:pt x="38" y="3200"/>
                </a:lnTo>
                <a:lnTo>
                  <a:pt x="112" y="3759"/>
                </a:lnTo>
                <a:lnTo>
                  <a:pt x="261" y="4317"/>
                </a:lnTo>
                <a:lnTo>
                  <a:pt x="410" y="4949"/>
                </a:lnTo>
                <a:lnTo>
                  <a:pt x="633" y="5619"/>
                </a:lnTo>
                <a:lnTo>
                  <a:pt x="931" y="6326"/>
                </a:lnTo>
                <a:lnTo>
                  <a:pt x="1229" y="7107"/>
                </a:lnTo>
                <a:lnTo>
                  <a:pt x="1601" y="7888"/>
                </a:lnTo>
                <a:lnTo>
                  <a:pt x="2010" y="8744"/>
                </a:lnTo>
                <a:lnTo>
                  <a:pt x="2977" y="10567"/>
                </a:lnTo>
                <a:lnTo>
                  <a:pt x="4131" y="12539"/>
                </a:lnTo>
                <a:lnTo>
                  <a:pt x="5507" y="14697"/>
                </a:lnTo>
                <a:lnTo>
                  <a:pt x="7033" y="17004"/>
                </a:lnTo>
                <a:lnTo>
                  <a:pt x="8782" y="19497"/>
                </a:lnTo>
                <a:lnTo>
                  <a:pt x="10716" y="22139"/>
                </a:lnTo>
                <a:lnTo>
                  <a:pt x="12800" y="24966"/>
                </a:lnTo>
                <a:lnTo>
                  <a:pt x="15107" y="27980"/>
                </a:lnTo>
                <a:lnTo>
                  <a:pt x="17600" y="31143"/>
                </a:lnTo>
                <a:lnTo>
                  <a:pt x="20279" y="34454"/>
                </a:lnTo>
                <a:lnTo>
                  <a:pt x="22883" y="37617"/>
                </a:lnTo>
                <a:lnTo>
                  <a:pt x="25450" y="40705"/>
                </a:lnTo>
                <a:lnTo>
                  <a:pt x="26232" y="40705"/>
                </a:lnTo>
                <a:lnTo>
                  <a:pt x="23516" y="37431"/>
                </a:lnTo>
                <a:lnTo>
                  <a:pt x="20762" y="34082"/>
                </a:lnTo>
                <a:lnTo>
                  <a:pt x="17525" y="30064"/>
                </a:lnTo>
                <a:lnTo>
                  <a:pt x="14623" y="26343"/>
                </a:lnTo>
                <a:lnTo>
                  <a:pt x="12056" y="22957"/>
                </a:lnTo>
                <a:lnTo>
                  <a:pt x="9786" y="19906"/>
                </a:lnTo>
                <a:lnTo>
                  <a:pt x="7814" y="17116"/>
                </a:lnTo>
                <a:lnTo>
                  <a:pt x="6140" y="14623"/>
                </a:lnTo>
                <a:lnTo>
                  <a:pt x="4726" y="12353"/>
                </a:lnTo>
                <a:lnTo>
                  <a:pt x="3536" y="10381"/>
                </a:lnTo>
                <a:lnTo>
                  <a:pt x="2605" y="8633"/>
                </a:lnTo>
                <a:lnTo>
                  <a:pt x="1861" y="7070"/>
                </a:lnTo>
                <a:lnTo>
                  <a:pt x="1564" y="6400"/>
                </a:lnTo>
                <a:lnTo>
                  <a:pt x="1303" y="5730"/>
                </a:lnTo>
                <a:lnTo>
                  <a:pt x="1080" y="5135"/>
                </a:lnTo>
                <a:lnTo>
                  <a:pt x="931" y="4614"/>
                </a:lnTo>
                <a:lnTo>
                  <a:pt x="782" y="4093"/>
                </a:lnTo>
                <a:lnTo>
                  <a:pt x="708" y="3647"/>
                </a:lnTo>
                <a:lnTo>
                  <a:pt x="633" y="3238"/>
                </a:lnTo>
                <a:lnTo>
                  <a:pt x="596" y="2828"/>
                </a:lnTo>
                <a:lnTo>
                  <a:pt x="596" y="2493"/>
                </a:lnTo>
                <a:lnTo>
                  <a:pt x="633" y="2196"/>
                </a:lnTo>
                <a:lnTo>
                  <a:pt x="708" y="1935"/>
                </a:lnTo>
                <a:lnTo>
                  <a:pt x="782" y="1675"/>
                </a:lnTo>
                <a:lnTo>
                  <a:pt x="894" y="1452"/>
                </a:lnTo>
                <a:lnTo>
                  <a:pt x="1043" y="1228"/>
                </a:lnTo>
                <a:lnTo>
                  <a:pt x="1191" y="1080"/>
                </a:lnTo>
                <a:lnTo>
                  <a:pt x="1415" y="931"/>
                </a:lnTo>
                <a:lnTo>
                  <a:pt x="1675" y="782"/>
                </a:lnTo>
                <a:lnTo>
                  <a:pt x="1936" y="708"/>
                </a:lnTo>
                <a:lnTo>
                  <a:pt x="2233" y="633"/>
                </a:lnTo>
                <a:lnTo>
                  <a:pt x="2605" y="596"/>
                </a:lnTo>
                <a:lnTo>
                  <a:pt x="3201" y="596"/>
                </a:lnTo>
                <a:lnTo>
                  <a:pt x="3647" y="670"/>
                </a:lnTo>
                <a:lnTo>
                  <a:pt x="4577" y="819"/>
                </a:lnTo>
                <a:lnTo>
                  <a:pt x="5694" y="1117"/>
                </a:lnTo>
                <a:lnTo>
                  <a:pt x="6959" y="1526"/>
                </a:lnTo>
                <a:lnTo>
                  <a:pt x="8372" y="2010"/>
                </a:lnTo>
                <a:lnTo>
                  <a:pt x="9898" y="2605"/>
                </a:lnTo>
                <a:lnTo>
                  <a:pt x="11572" y="3312"/>
                </a:lnTo>
                <a:lnTo>
                  <a:pt x="13358" y="4093"/>
                </a:lnTo>
                <a:lnTo>
                  <a:pt x="15256" y="4949"/>
                </a:lnTo>
                <a:lnTo>
                  <a:pt x="17302" y="5917"/>
                </a:lnTo>
                <a:lnTo>
                  <a:pt x="19423" y="6958"/>
                </a:lnTo>
                <a:lnTo>
                  <a:pt x="21693" y="8075"/>
                </a:lnTo>
                <a:lnTo>
                  <a:pt x="26455" y="10530"/>
                </a:lnTo>
                <a:lnTo>
                  <a:pt x="31552" y="13246"/>
                </a:lnTo>
                <a:lnTo>
                  <a:pt x="36947" y="16186"/>
                </a:lnTo>
                <a:lnTo>
                  <a:pt x="42603" y="19311"/>
                </a:lnTo>
                <a:lnTo>
                  <a:pt x="48482" y="22660"/>
                </a:lnTo>
                <a:lnTo>
                  <a:pt x="54509" y="26083"/>
                </a:lnTo>
                <a:lnTo>
                  <a:pt x="60648" y="29655"/>
                </a:lnTo>
                <a:lnTo>
                  <a:pt x="66862" y="33301"/>
                </a:lnTo>
                <a:lnTo>
                  <a:pt x="73113" y="36984"/>
                </a:lnTo>
                <a:lnTo>
                  <a:pt x="79326" y="40705"/>
                </a:lnTo>
                <a:lnTo>
                  <a:pt x="80517" y="40705"/>
                </a:lnTo>
                <a:lnTo>
                  <a:pt x="76387" y="38249"/>
                </a:lnTo>
                <a:lnTo>
                  <a:pt x="68499" y="33561"/>
                </a:lnTo>
                <a:lnTo>
                  <a:pt x="61058" y="29208"/>
                </a:lnTo>
                <a:lnTo>
                  <a:pt x="54063" y="25115"/>
                </a:lnTo>
                <a:lnTo>
                  <a:pt x="47477" y="21357"/>
                </a:lnTo>
                <a:lnTo>
                  <a:pt x="41301" y="17897"/>
                </a:lnTo>
                <a:lnTo>
                  <a:pt x="35608" y="14735"/>
                </a:lnTo>
                <a:lnTo>
                  <a:pt x="30325" y="11870"/>
                </a:lnTo>
                <a:lnTo>
                  <a:pt x="25450" y="9340"/>
                </a:lnTo>
                <a:lnTo>
                  <a:pt x="21060" y="7107"/>
                </a:lnTo>
                <a:lnTo>
                  <a:pt x="17079" y="5172"/>
                </a:lnTo>
                <a:lnTo>
                  <a:pt x="15256" y="4317"/>
                </a:lnTo>
                <a:lnTo>
                  <a:pt x="13581" y="3535"/>
                </a:lnTo>
                <a:lnTo>
                  <a:pt x="11982" y="2828"/>
                </a:lnTo>
                <a:lnTo>
                  <a:pt x="10493" y="2196"/>
                </a:lnTo>
                <a:lnTo>
                  <a:pt x="9117" y="1675"/>
                </a:lnTo>
                <a:lnTo>
                  <a:pt x="7814" y="1191"/>
                </a:lnTo>
                <a:lnTo>
                  <a:pt x="6661" y="819"/>
                </a:lnTo>
                <a:lnTo>
                  <a:pt x="5619" y="484"/>
                </a:lnTo>
                <a:lnTo>
                  <a:pt x="4689" y="261"/>
                </a:lnTo>
                <a:lnTo>
                  <a:pt x="3870" y="112"/>
                </a:lnTo>
                <a:lnTo>
                  <a:pt x="316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2"/>
              </a:solidFill>
              <a:latin typeface="Nunito Sans"/>
              <a:ea typeface="Nunito Sans"/>
              <a:cs typeface="Nunito Sans"/>
              <a:sym typeface="Nunito Sans"/>
            </a:endParaRPr>
          </a:p>
        </p:txBody>
      </p:sp>
      <p:sp>
        <p:nvSpPr>
          <p:cNvPr id="577" name="Google Shape;577;p64"/>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dk2"/>
                </a:solidFill>
                <a:latin typeface="Nunito Sans"/>
                <a:ea typeface="Nunito Sans"/>
                <a:cs typeface="Nunito Sans"/>
                <a:sym typeface="Nunito Sans"/>
              </a:rPr>
              <a:t>‹#›</a:t>
            </a:fld>
            <a:endParaRPr sz="700">
              <a:solidFill>
                <a:schemeClr val="dk2"/>
              </a:solidFill>
              <a:latin typeface="Nunito Sans"/>
              <a:ea typeface="Nunito Sans"/>
              <a:cs typeface="Nunito Sans"/>
              <a:sym typeface="Nunito Sans"/>
            </a:endParaRPr>
          </a:p>
        </p:txBody>
      </p:sp>
      <p:sp>
        <p:nvSpPr>
          <p:cNvPr id="578" name="Google Shape;578;p64"/>
          <p:cNvSpPr txBox="1"/>
          <p:nvPr>
            <p:ph idx="3"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1">
  <p:cSld name="BLANK_1_1_1_1_1_1_1_1_1_1_1_1_1_1">
    <p:spTree>
      <p:nvGrpSpPr>
        <p:cNvPr id="579" name="Shape 579"/>
        <p:cNvGrpSpPr/>
        <p:nvPr/>
      </p:nvGrpSpPr>
      <p:grpSpPr>
        <a:xfrm>
          <a:off x="0" y="0"/>
          <a:ext cx="0" cy="0"/>
          <a:chOff x="0" y="0"/>
          <a:chExt cx="0" cy="0"/>
        </a:xfrm>
      </p:grpSpPr>
      <p:sp>
        <p:nvSpPr>
          <p:cNvPr id="580" name="Google Shape;580;p65"/>
          <p:cNvSpPr txBox="1"/>
          <p:nvPr>
            <p:ph idx="1" type="subTitle"/>
          </p:nvPr>
        </p:nvSpPr>
        <p:spPr>
          <a:xfrm>
            <a:off x="228600" y="2568175"/>
            <a:ext cx="2834700" cy="400200"/>
          </a:xfrm>
          <a:prstGeom prst="rect">
            <a:avLst/>
          </a:prstGeom>
        </p:spPr>
        <p:txBody>
          <a:bodyPr anchorCtr="0" anchor="ctr" bIns="0" lIns="274300" spcFirstLastPara="1" rIns="274300" wrap="square" tIns="0">
            <a:noAutofit/>
          </a:bodyPr>
          <a:lstStyle>
            <a:lvl1pPr lvl="0">
              <a:lnSpc>
                <a:spcPct val="90000"/>
              </a:lnSpc>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581" name="Google Shape;581;p65"/>
          <p:cNvSpPr txBox="1"/>
          <p:nvPr>
            <p:ph idx="2" type="subTitle"/>
          </p:nvPr>
        </p:nvSpPr>
        <p:spPr>
          <a:xfrm>
            <a:off x="3156613" y="2568175"/>
            <a:ext cx="2834700" cy="400200"/>
          </a:xfrm>
          <a:prstGeom prst="rect">
            <a:avLst/>
          </a:prstGeom>
        </p:spPr>
        <p:txBody>
          <a:bodyPr anchorCtr="0" anchor="ctr" bIns="0" lIns="274300" spcFirstLastPara="1" rIns="274300" wrap="square" tIns="0">
            <a:noAutofit/>
          </a:bodyPr>
          <a:lstStyle>
            <a:lvl1pPr lvl="0">
              <a:lnSpc>
                <a:spcPct val="90000"/>
              </a:lnSpc>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582" name="Google Shape;582;p65"/>
          <p:cNvSpPr txBox="1"/>
          <p:nvPr>
            <p:ph idx="3" type="subTitle"/>
          </p:nvPr>
        </p:nvSpPr>
        <p:spPr>
          <a:xfrm>
            <a:off x="6084638" y="2568175"/>
            <a:ext cx="2834700" cy="400200"/>
          </a:xfrm>
          <a:prstGeom prst="rect">
            <a:avLst/>
          </a:prstGeom>
        </p:spPr>
        <p:txBody>
          <a:bodyPr anchorCtr="0" anchor="ctr" bIns="0" lIns="274300" spcFirstLastPara="1" rIns="274300" wrap="square" tIns="0">
            <a:noAutofit/>
          </a:bodyPr>
          <a:lstStyle>
            <a:lvl1pPr lvl="0">
              <a:lnSpc>
                <a:spcPct val="90000"/>
              </a:lnSpc>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583" name="Google Shape;583;p65"/>
          <p:cNvSpPr txBox="1"/>
          <p:nvPr>
            <p:ph idx="4" type="body"/>
          </p:nvPr>
        </p:nvSpPr>
        <p:spPr>
          <a:xfrm>
            <a:off x="228600" y="3133800"/>
            <a:ext cx="2834700" cy="722100"/>
          </a:xfrm>
          <a:prstGeom prst="rect">
            <a:avLst/>
          </a:prstGeom>
        </p:spPr>
        <p:txBody>
          <a:bodyPr anchorCtr="0" anchor="t" bIns="91425" lIns="274300" spcFirstLastPara="1" rIns="274300" wrap="square" tIns="91425">
            <a:noAutofit/>
          </a:bodyPr>
          <a:lstStyle>
            <a:lvl1pPr indent="-292100" lvl="0" marL="457200">
              <a:spcBef>
                <a:spcPts val="0"/>
              </a:spcBef>
              <a:spcAft>
                <a:spcPts val="0"/>
              </a:spcAft>
              <a:buSzPts val="1000"/>
              <a:buFont typeface="Nunito Sans"/>
              <a:buChar char="●"/>
              <a:defRPr sz="1000"/>
            </a:lvl1pPr>
            <a:lvl2pPr indent="-292100" lvl="1" marL="914400">
              <a:spcBef>
                <a:spcPts val="800"/>
              </a:spcBef>
              <a:spcAft>
                <a:spcPts val="0"/>
              </a:spcAft>
              <a:buSzPts val="1000"/>
              <a:buFont typeface="Nunito Sans"/>
              <a:buChar char="○"/>
              <a:defRPr sz="1000"/>
            </a:lvl2pPr>
            <a:lvl3pPr indent="-292100" lvl="2" marL="1371600">
              <a:spcBef>
                <a:spcPts val="800"/>
              </a:spcBef>
              <a:spcAft>
                <a:spcPts val="0"/>
              </a:spcAft>
              <a:buSzPts val="1000"/>
              <a:buFont typeface="Nunito Sans"/>
              <a:buChar char="■"/>
              <a:defRPr sz="1000"/>
            </a:lvl3pPr>
            <a:lvl4pPr indent="-292100" lvl="3" marL="1828800">
              <a:spcBef>
                <a:spcPts val="800"/>
              </a:spcBef>
              <a:spcAft>
                <a:spcPts val="0"/>
              </a:spcAft>
              <a:buSzPts val="1000"/>
              <a:buFont typeface="Nunito Sans"/>
              <a:buChar char="●"/>
              <a:defRPr sz="1000"/>
            </a:lvl4pPr>
            <a:lvl5pPr indent="-292100" lvl="4" marL="2286000">
              <a:spcBef>
                <a:spcPts val="800"/>
              </a:spcBef>
              <a:spcAft>
                <a:spcPts val="0"/>
              </a:spcAft>
              <a:buSzPts val="1000"/>
              <a:buFont typeface="Nunito Sans"/>
              <a:buChar char="○"/>
              <a:defRPr sz="1000"/>
            </a:lvl5pPr>
            <a:lvl6pPr indent="-292100" lvl="5" marL="2743200">
              <a:spcBef>
                <a:spcPts val="800"/>
              </a:spcBef>
              <a:spcAft>
                <a:spcPts val="0"/>
              </a:spcAft>
              <a:buSzPts val="1000"/>
              <a:buFont typeface="Nunito Sans"/>
              <a:buChar char="■"/>
              <a:defRPr sz="1000"/>
            </a:lvl6pPr>
            <a:lvl7pPr indent="-292100" lvl="6" marL="3200400">
              <a:spcBef>
                <a:spcPts val="800"/>
              </a:spcBef>
              <a:spcAft>
                <a:spcPts val="0"/>
              </a:spcAft>
              <a:buSzPts val="1000"/>
              <a:buFont typeface="Nunito Sans"/>
              <a:buChar char="●"/>
              <a:defRPr sz="1000"/>
            </a:lvl7pPr>
            <a:lvl8pPr indent="-292100" lvl="7" marL="3657600">
              <a:spcBef>
                <a:spcPts val="800"/>
              </a:spcBef>
              <a:spcAft>
                <a:spcPts val="0"/>
              </a:spcAft>
              <a:buSzPts val="1000"/>
              <a:buFont typeface="Nunito Sans"/>
              <a:buChar char="○"/>
              <a:defRPr sz="1000"/>
            </a:lvl8pPr>
            <a:lvl9pPr indent="-292100" lvl="8" marL="4114800">
              <a:spcBef>
                <a:spcPts val="800"/>
              </a:spcBef>
              <a:spcAft>
                <a:spcPts val="800"/>
              </a:spcAft>
              <a:buSzPts val="1000"/>
              <a:buFont typeface="Nunito Sans"/>
              <a:buChar char="■"/>
              <a:defRPr sz="1000"/>
            </a:lvl9pPr>
          </a:lstStyle>
          <a:p/>
        </p:txBody>
      </p:sp>
      <p:sp>
        <p:nvSpPr>
          <p:cNvPr id="584" name="Google Shape;584;p65"/>
          <p:cNvSpPr txBox="1"/>
          <p:nvPr>
            <p:ph idx="5" type="body"/>
          </p:nvPr>
        </p:nvSpPr>
        <p:spPr>
          <a:xfrm>
            <a:off x="3156613" y="3133800"/>
            <a:ext cx="2834700" cy="722100"/>
          </a:xfrm>
          <a:prstGeom prst="rect">
            <a:avLst/>
          </a:prstGeom>
        </p:spPr>
        <p:txBody>
          <a:bodyPr anchorCtr="0" anchor="t" bIns="91425" lIns="274300" spcFirstLastPara="1" rIns="274300" wrap="square" tIns="91425">
            <a:noAutofit/>
          </a:bodyPr>
          <a:lstStyle>
            <a:lvl1pPr indent="-292100" lvl="0" marL="457200">
              <a:lnSpc>
                <a:spcPct val="115000"/>
              </a:lnSpc>
              <a:spcBef>
                <a:spcPts val="0"/>
              </a:spcBef>
              <a:spcAft>
                <a:spcPts val="0"/>
              </a:spcAft>
              <a:buClr>
                <a:schemeClr val="dk1"/>
              </a:buClr>
              <a:buSzPts val="1000"/>
              <a:buFont typeface="Nunito Sans"/>
              <a:buChar char="●"/>
              <a:defRPr sz="1000"/>
            </a:lvl1pPr>
            <a:lvl2pPr indent="-292100" lvl="1" marL="914400">
              <a:lnSpc>
                <a:spcPct val="115000"/>
              </a:lnSpc>
              <a:spcBef>
                <a:spcPts val="800"/>
              </a:spcBef>
              <a:spcAft>
                <a:spcPts val="0"/>
              </a:spcAft>
              <a:buClr>
                <a:schemeClr val="dk1"/>
              </a:buClr>
              <a:buSzPts val="1000"/>
              <a:buFont typeface="Nunito Sans"/>
              <a:buChar char="○"/>
              <a:defRPr sz="1000"/>
            </a:lvl2pPr>
            <a:lvl3pPr indent="-292100" lvl="2" marL="1371600">
              <a:lnSpc>
                <a:spcPct val="115000"/>
              </a:lnSpc>
              <a:spcBef>
                <a:spcPts val="800"/>
              </a:spcBef>
              <a:spcAft>
                <a:spcPts val="0"/>
              </a:spcAft>
              <a:buClr>
                <a:schemeClr val="dk1"/>
              </a:buClr>
              <a:buSzPts val="1000"/>
              <a:buFont typeface="Nunito Sans"/>
              <a:buChar char="■"/>
              <a:defRPr sz="1000"/>
            </a:lvl3pPr>
            <a:lvl4pPr indent="-292100" lvl="3" marL="1828800">
              <a:lnSpc>
                <a:spcPct val="115000"/>
              </a:lnSpc>
              <a:spcBef>
                <a:spcPts val="800"/>
              </a:spcBef>
              <a:spcAft>
                <a:spcPts val="0"/>
              </a:spcAft>
              <a:buClr>
                <a:schemeClr val="dk1"/>
              </a:buClr>
              <a:buSzPts val="1000"/>
              <a:buFont typeface="Nunito Sans"/>
              <a:buChar char="●"/>
              <a:defRPr sz="1000"/>
            </a:lvl4pPr>
            <a:lvl5pPr indent="-292100" lvl="4" marL="2286000">
              <a:lnSpc>
                <a:spcPct val="115000"/>
              </a:lnSpc>
              <a:spcBef>
                <a:spcPts val="800"/>
              </a:spcBef>
              <a:spcAft>
                <a:spcPts val="0"/>
              </a:spcAft>
              <a:buClr>
                <a:schemeClr val="dk1"/>
              </a:buClr>
              <a:buSzPts val="1000"/>
              <a:buFont typeface="Nunito Sans"/>
              <a:buChar char="○"/>
              <a:defRPr sz="1000"/>
            </a:lvl5pPr>
            <a:lvl6pPr indent="-292100" lvl="5" marL="2743200">
              <a:lnSpc>
                <a:spcPct val="115000"/>
              </a:lnSpc>
              <a:spcBef>
                <a:spcPts val="800"/>
              </a:spcBef>
              <a:spcAft>
                <a:spcPts val="0"/>
              </a:spcAft>
              <a:buClr>
                <a:schemeClr val="dk1"/>
              </a:buClr>
              <a:buSzPts val="1000"/>
              <a:buFont typeface="Nunito Sans"/>
              <a:buChar char="■"/>
              <a:defRPr sz="1000"/>
            </a:lvl6pPr>
            <a:lvl7pPr indent="-292100" lvl="6" marL="3200400">
              <a:lnSpc>
                <a:spcPct val="115000"/>
              </a:lnSpc>
              <a:spcBef>
                <a:spcPts val="800"/>
              </a:spcBef>
              <a:spcAft>
                <a:spcPts val="0"/>
              </a:spcAft>
              <a:buClr>
                <a:schemeClr val="dk1"/>
              </a:buClr>
              <a:buSzPts val="1000"/>
              <a:buFont typeface="Nunito Sans"/>
              <a:buChar char="●"/>
              <a:defRPr sz="1000"/>
            </a:lvl7pPr>
            <a:lvl8pPr indent="-292100" lvl="7" marL="3657600">
              <a:lnSpc>
                <a:spcPct val="115000"/>
              </a:lnSpc>
              <a:spcBef>
                <a:spcPts val="800"/>
              </a:spcBef>
              <a:spcAft>
                <a:spcPts val="0"/>
              </a:spcAft>
              <a:buClr>
                <a:schemeClr val="dk1"/>
              </a:buClr>
              <a:buSzPts val="1000"/>
              <a:buFont typeface="Nunito Sans"/>
              <a:buChar char="○"/>
              <a:defRPr sz="1000"/>
            </a:lvl8pPr>
            <a:lvl9pPr indent="-292100" lvl="8" marL="4114800">
              <a:lnSpc>
                <a:spcPct val="115000"/>
              </a:lnSpc>
              <a:spcBef>
                <a:spcPts val="800"/>
              </a:spcBef>
              <a:spcAft>
                <a:spcPts val="800"/>
              </a:spcAft>
              <a:buClr>
                <a:schemeClr val="dk1"/>
              </a:buClr>
              <a:buSzPts val="1000"/>
              <a:buFont typeface="Nunito Sans"/>
              <a:buChar char="■"/>
              <a:defRPr sz="1000"/>
            </a:lvl9pPr>
          </a:lstStyle>
          <a:p/>
        </p:txBody>
      </p:sp>
      <p:sp>
        <p:nvSpPr>
          <p:cNvPr id="585" name="Google Shape;585;p65"/>
          <p:cNvSpPr txBox="1"/>
          <p:nvPr>
            <p:ph idx="6" type="body"/>
          </p:nvPr>
        </p:nvSpPr>
        <p:spPr>
          <a:xfrm>
            <a:off x="6084638" y="3133800"/>
            <a:ext cx="2834700" cy="722100"/>
          </a:xfrm>
          <a:prstGeom prst="rect">
            <a:avLst/>
          </a:prstGeom>
        </p:spPr>
        <p:txBody>
          <a:bodyPr anchorCtr="0" anchor="t" bIns="91425" lIns="274300" spcFirstLastPara="1" rIns="274300" wrap="square" tIns="91425">
            <a:noAutofit/>
          </a:bodyPr>
          <a:lstStyle>
            <a:lvl1pPr indent="-292100" lvl="0" marL="457200">
              <a:lnSpc>
                <a:spcPct val="115000"/>
              </a:lnSpc>
              <a:spcBef>
                <a:spcPts val="0"/>
              </a:spcBef>
              <a:spcAft>
                <a:spcPts val="0"/>
              </a:spcAft>
              <a:buClr>
                <a:schemeClr val="dk1"/>
              </a:buClr>
              <a:buSzPts val="1000"/>
              <a:buFont typeface="Nunito Sans"/>
              <a:buChar char="●"/>
              <a:defRPr sz="1000"/>
            </a:lvl1pPr>
            <a:lvl2pPr indent="-292100" lvl="1" marL="914400">
              <a:lnSpc>
                <a:spcPct val="115000"/>
              </a:lnSpc>
              <a:spcBef>
                <a:spcPts val="800"/>
              </a:spcBef>
              <a:spcAft>
                <a:spcPts val="0"/>
              </a:spcAft>
              <a:buClr>
                <a:schemeClr val="dk1"/>
              </a:buClr>
              <a:buSzPts val="1000"/>
              <a:buFont typeface="Nunito Sans"/>
              <a:buChar char="○"/>
              <a:defRPr sz="1000"/>
            </a:lvl2pPr>
            <a:lvl3pPr indent="-292100" lvl="2" marL="1371600">
              <a:lnSpc>
                <a:spcPct val="115000"/>
              </a:lnSpc>
              <a:spcBef>
                <a:spcPts val="800"/>
              </a:spcBef>
              <a:spcAft>
                <a:spcPts val="0"/>
              </a:spcAft>
              <a:buClr>
                <a:schemeClr val="dk1"/>
              </a:buClr>
              <a:buSzPts val="1000"/>
              <a:buFont typeface="Nunito Sans"/>
              <a:buChar char="■"/>
              <a:defRPr sz="1000"/>
            </a:lvl3pPr>
            <a:lvl4pPr indent="-292100" lvl="3" marL="1828800">
              <a:lnSpc>
                <a:spcPct val="115000"/>
              </a:lnSpc>
              <a:spcBef>
                <a:spcPts val="800"/>
              </a:spcBef>
              <a:spcAft>
                <a:spcPts val="0"/>
              </a:spcAft>
              <a:buClr>
                <a:schemeClr val="dk1"/>
              </a:buClr>
              <a:buSzPts val="1000"/>
              <a:buFont typeface="Nunito Sans"/>
              <a:buChar char="●"/>
              <a:defRPr sz="1000"/>
            </a:lvl4pPr>
            <a:lvl5pPr indent="-292100" lvl="4" marL="2286000">
              <a:lnSpc>
                <a:spcPct val="115000"/>
              </a:lnSpc>
              <a:spcBef>
                <a:spcPts val="800"/>
              </a:spcBef>
              <a:spcAft>
                <a:spcPts val="0"/>
              </a:spcAft>
              <a:buClr>
                <a:schemeClr val="dk1"/>
              </a:buClr>
              <a:buSzPts val="1000"/>
              <a:buFont typeface="Nunito Sans"/>
              <a:buChar char="○"/>
              <a:defRPr sz="1000"/>
            </a:lvl5pPr>
            <a:lvl6pPr indent="-292100" lvl="5" marL="2743200">
              <a:lnSpc>
                <a:spcPct val="115000"/>
              </a:lnSpc>
              <a:spcBef>
                <a:spcPts val="800"/>
              </a:spcBef>
              <a:spcAft>
                <a:spcPts val="0"/>
              </a:spcAft>
              <a:buClr>
                <a:schemeClr val="dk1"/>
              </a:buClr>
              <a:buSzPts val="1000"/>
              <a:buFont typeface="Nunito Sans"/>
              <a:buChar char="■"/>
              <a:defRPr sz="1000"/>
            </a:lvl6pPr>
            <a:lvl7pPr indent="-292100" lvl="6" marL="3200400">
              <a:lnSpc>
                <a:spcPct val="115000"/>
              </a:lnSpc>
              <a:spcBef>
                <a:spcPts val="800"/>
              </a:spcBef>
              <a:spcAft>
                <a:spcPts val="0"/>
              </a:spcAft>
              <a:buClr>
                <a:schemeClr val="dk1"/>
              </a:buClr>
              <a:buSzPts val="1000"/>
              <a:buFont typeface="Nunito Sans"/>
              <a:buChar char="●"/>
              <a:defRPr sz="1000"/>
            </a:lvl7pPr>
            <a:lvl8pPr indent="-292100" lvl="7" marL="3657600">
              <a:lnSpc>
                <a:spcPct val="115000"/>
              </a:lnSpc>
              <a:spcBef>
                <a:spcPts val="800"/>
              </a:spcBef>
              <a:spcAft>
                <a:spcPts val="0"/>
              </a:spcAft>
              <a:buClr>
                <a:schemeClr val="dk1"/>
              </a:buClr>
              <a:buSzPts val="1000"/>
              <a:buFont typeface="Nunito Sans"/>
              <a:buChar char="○"/>
              <a:defRPr sz="1000"/>
            </a:lvl8pPr>
            <a:lvl9pPr indent="-292100" lvl="8" marL="4114800">
              <a:lnSpc>
                <a:spcPct val="115000"/>
              </a:lnSpc>
              <a:spcBef>
                <a:spcPts val="800"/>
              </a:spcBef>
              <a:spcAft>
                <a:spcPts val="800"/>
              </a:spcAft>
              <a:buClr>
                <a:schemeClr val="dk1"/>
              </a:buClr>
              <a:buSzPts val="1000"/>
              <a:buFont typeface="Nunito Sans"/>
              <a:buChar char="■"/>
              <a:defRPr sz="1000"/>
            </a:lvl9pPr>
          </a:lstStyle>
          <a:p/>
        </p:txBody>
      </p:sp>
      <p:sp>
        <p:nvSpPr>
          <p:cNvPr id="586" name="Google Shape;586;p65"/>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587" name="Google Shape;587;p65"/>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588" name="Google Shape;588;p65"/>
          <p:cNvSpPr txBox="1"/>
          <p:nvPr>
            <p:ph idx="7"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2">
  <p:cSld name="BLANK_1_1_1_1_2_1_2">
    <p:spTree>
      <p:nvGrpSpPr>
        <p:cNvPr id="589" name="Shape 589"/>
        <p:cNvGrpSpPr/>
        <p:nvPr/>
      </p:nvGrpSpPr>
      <p:grpSpPr>
        <a:xfrm>
          <a:off x="0" y="0"/>
          <a:ext cx="0" cy="0"/>
          <a:chOff x="0" y="0"/>
          <a:chExt cx="0" cy="0"/>
        </a:xfrm>
      </p:grpSpPr>
      <p:pic>
        <p:nvPicPr>
          <p:cNvPr id="590" name="Google Shape;590;p66"/>
          <p:cNvPicPr preferRelativeResize="0"/>
          <p:nvPr/>
        </p:nvPicPr>
        <p:blipFill rotWithShape="1">
          <a:blip r:embed="rId2">
            <a:alphaModFix/>
          </a:blip>
          <a:srcRect b="0" l="534" r="13408" t="71891"/>
          <a:stretch/>
        </p:blipFill>
        <p:spPr>
          <a:xfrm>
            <a:off x="4561500" y="0"/>
            <a:ext cx="4582502" cy="1496699"/>
          </a:xfrm>
          <a:prstGeom prst="rect">
            <a:avLst/>
          </a:prstGeom>
          <a:noFill/>
          <a:ln>
            <a:noFill/>
          </a:ln>
        </p:spPr>
      </p:pic>
      <p:sp>
        <p:nvSpPr>
          <p:cNvPr id="591" name="Google Shape;591;p66"/>
          <p:cNvSpPr txBox="1"/>
          <p:nvPr>
            <p:ph idx="1" type="body"/>
          </p:nvPr>
        </p:nvSpPr>
        <p:spPr>
          <a:xfrm>
            <a:off x="3154650" y="3337800"/>
            <a:ext cx="2834700" cy="1346100"/>
          </a:xfrm>
          <a:prstGeom prst="rect">
            <a:avLst/>
          </a:prstGeom>
        </p:spPr>
        <p:txBody>
          <a:bodyPr anchorCtr="0" anchor="t" bIns="91425" lIns="91425" spcFirstLastPara="1" rIns="91425" wrap="square" tIns="91425">
            <a:spAutoFit/>
          </a:bodyPr>
          <a:lstStyle>
            <a:lvl1pPr indent="-285750" lvl="0" marL="457200">
              <a:lnSpc>
                <a:spcPct val="100000"/>
              </a:lnSpc>
              <a:spcBef>
                <a:spcPts val="0"/>
              </a:spcBef>
              <a:spcAft>
                <a:spcPts val="0"/>
              </a:spcAft>
              <a:buSzPts val="900"/>
              <a:buFont typeface="Nunito Sans"/>
              <a:buChar char="●"/>
              <a:defRPr sz="900"/>
            </a:lvl1pPr>
            <a:lvl2pPr indent="-285750" lvl="1" marL="914400">
              <a:lnSpc>
                <a:spcPct val="100000"/>
              </a:lnSpc>
              <a:spcBef>
                <a:spcPts val="0"/>
              </a:spcBef>
              <a:spcAft>
                <a:spcPts val="0"/>
              </a:spcAft>
              <a:buSzPts val="900"/>
              <a:buFont typeface="Nunito Sans"/>
              <a:buChar char="○"/>
              <a:defRPr sz="900"/>
            </a:lvl2pPr>
            <a:lvl3pPr indent="-285750" lvl="2" marL="1371600">
              <a:lnSpc>
                <a:spcPct val="100000"/>
              </a:lnSpc>
              <a:spcBef>
                <a:spcPts val="0"/>
              </a:spcBef>
              <a:spcAft>
                <a:spcPts val="0"/>
              </a:spcAft>
              <a:buSzPts val="900"/>
              <a:buFont typeface="Nunito Sans"/>
              <a:buChar char="■"/>
              <a:defRPr sz="900"/>
            </a:lvl3pPr>
            <a:lvl4pPr indent="-285750" lvl="3" marL="1828800">
              <a:lnSpc>
                <a:spcPct val="100000"/>
              </a:lnSpc>
              <a:spcBef>
                <a:spcPts val="0"/>
              </a:spcBef>
              <a:spcAft>
                <a:spcPts val="0"/>
              </a:spcAft>
              <a:buSzPts val="900"/>
              <a:buFont typeface="Nunito Sans"/>
              <a:buChar char="●"/>
              <a:defRPr sz="900"/>
            </a:lvl4pPr>
            <a:lvl5pPr indent="-285750" lvl="4" marL="2286000">
              <a:lnSpc>
                <a:spcPct val="100000"/>
              </a:lnSpc>
              <a:spcBef>
                <a:spcPts val="0"/>
              </a:spcBef>
              <a:spcAft>
                <a:spcPts val="0"/>
              </a:spcAft>
              <a:buSzPts val="900"/>
              <a:buFont typeface="Nunito Sans"/>
              <a:buChar char="○"/>
              <a:defRPr sz="900"/>
            </a:lvl5pPr>
            <a:lvl6pPr indent="-285750" lvl="5" marL="2743200">
              <a:lnSpc>
                <a:spcPct val="100000"/>
              </a:lnSpc>
              <a:spcBef>
                <a:spcPts val="0"/>
              </a:spcBef>
              <a:spcAft>
                <a:spcPts val="0"/>
              </a:spcAft>
              <a:buSzPts val="900"/>
              <a:buFont typeface="Nunito Sans"/>
              <a:buChar char="■"/>
              <a:defRPr sz="900"/>
            </a:lvl6pPr>
            <a:lvl7pPr indent="-285750" lvl="6" marL="3200400">
              <a:lnSpc>
                <a:spcPct val="100000"/>
              </a:lnSpc>
              <a:spcBef>
                <a:spcPts val="0"/>
              </a:spcBef>
              <a:spcAft>
                <a:spcPts val="0"/>
              </a:spcAft>
              <a:buSzPts val="900"/>
              <a:buFont typeface="Nunito Sans"/>
              <a:buChar char="●"/>
              <a:defRPr sz="900"/>
            </a:lvl7pPr>
            <a:lvl8pPr indent="-285750" lvl="7" marL="3657600">
              <a:lnSpc>
                <a:spcPct val="100000"/>
              </a:lnSpc>
              <a:spcBef>
                <a:spcPts val="0"/>
              </a:spcBef>
              <a:spcAft>
                <a:spcPts val="0"/>
              </a:spcAft>
              <a:buSzPts val="900"/>
              <a:buFont typeface="Nunito Sans"/>
              <a:buChar char="○"/>
              <a:defRPr sz="900"/>
            </a:lvl8pPr>
            <a:lvl9pPr indent="-285750" lvl="8" marL="4114800">
              <a:lnSpc>
                <a:spcPct val="100000"/>
              </a:lnSpc>
              <a:spcBef>
                <a:spcPts val="0"/>
              </a:spcBef>
              <a:spcAft>
                <a:spcPts val="0"/>
              </a:spcAft>
              <a:buSzPts val="900"/>
              <a:buFont typeface="Nunito Sans"/>
              <a:buChar char="■"/>
              <a:defRPr sz="900"/>
            </a:lvl9pPr>
          </a:lstStyle>
          <a:p/>
        </p:txBody>
      </p:sp>
      <p:sp>
        <p:nvSpPr>
          <p:cNvPr id="592" name="Google Shape;592;p66"/>
          <p:cNvSpPr txBox="1"/>
          <p:nvPr>
            <p:ph idx="2" type="body"/>
          </p:nvPr>
        </p:nvSpPr>
        <p:spPr>
          <a:xfrm>
            <a:off x="228600" y="3337800"/>
            <a:ext cx="2834700" cy="1346100"/>
          </a:xfrm>
          <a:prstGeom prst="rect">
            <a:avLst/>
          </a:prstGeom>
        </p:spPr>
        <p:txBody>
          <a:bodyPr anchorCtr="0" anchor="t" bIns="91425" lIns="91425" spcFirstLastPara="1" rIns="91425" wrap="square" tIns="91425">
            <a:spAutoFit/>
          </a:bodyPr>
          <a:lstStyle>
            <a:lvl1pPr indent="-285750" lvl="0" marL="457200">
              <a:spcBef>
                <a:spcPts val="0"/>
              </a:spcBef>
              <a:spcAft>
                <a:spcPts val="0"/>
              </a:spcAft>
              <a:buClr>
                <a:schemeClr val="dk1"/>
              </a:buClr>
              <a:buSzPts val="900"/>
              <a:buFont typeface="Nunito Sans"/>
              <a:buChar char="●"/>
              <a:defRPr sz="900"/>
            </a:lvl1pPr>
            <a:lvl2pPr indent="-285750" lvl="1" marL="914400">
              <a:spcBef>
                <a:spcPts val="0"/>
              </a:spcBef>
              <a:spcAft>
                <a:spcPts val="0"/>
              </a:spcAft>
              <a:buClr>
                <a:schemeClr val="dk1"/>
              </a:buClr>
              <a:buSzPts val="900"/>
              <a:buFont typeface="Nunito Sans"/>
              <a:buChar char="○"/>
              <a:defRPr sz="900"/>
            </a:lvl2pPr>
            <a:lvl3pPr indent="-285750" lvl="2" marL="1371600">
              <a:spcBef>
                <a:spcPts val="0"/>
              </a:spcBef>
              <a:spcAft>
                <a:spcPts val="0"/>
              </a:spcAft>
              <a:buClr>
                <a:schemeClr val="dk1"/>
              </a:buClr>
              <a:buSzPts val="900"/>
              <a:buFont typeface="Nunito Sans"/>
              <a:buChar char="■"/>
              <a:defRPr sz="900"/>
            </a:lvl3pPr>
            <a:lvl4pPr indent="-285750" lvl="3" marL="1828800">
              <a:spcBef>
                <a:spcPts val="0"/>
              </a:spcBef>
              <a:spcAft>
                <a:spcPts val="0"/>
              </a:spcAft>
              <a:buClr>
                <a:schemeClr val="dk1"/>
              </a:buClr>
              <a:buSzPts val="900"/>
              <a:buFont typeface="Nunito Sans"/>
              <a:buChar char="●"/>
              <a:defRPr sz="900"/>
            </a:lvl4pPr>
            <a:lvl5pPr indent="-285750" lvl="4" marL="2286000">
              <a:spcBef>
                <a:spcPts val="0"/>
              </a:spcBef>
              <a:spcAft>
                <a:spcPts val="0"/>
              </a:spcAft>
              <a:buClr>
                <a:schemeClr val="dk1"/>
              </a:buClr>
              <a:buSzPts val="900"/>
              <a:buFont typeface="Nunito Sans"/>
              <a:buChar char="○"/>
              <a:defRPr sz="900"/>
            </a:lvl5pPr>
            <a:lvl6pPr indent="-285750" lvl="5" marL="2743200">
              <a:spcBef>
                <a:spcPts val="0"/>
              </a:spcBef>
              <a:spcAft>
                <a:spcPts val="0"/>
              </a:spcAft>
              <a:buClr>
                <a:schemeClr val="dk1"/>
              </a:buClr>
              <a:buSzPts val="900"/>
              <a:buFont typeface="Nunito Sans"/>
              <a:buChar char="■"/>
              <a:defRPr sz="900"/>
            </a:lvl6pPr>
            <a:lvl7pPr indent="-285750" lvl="6" marL="3200400">
              <a:spcBef>
                <a:spcPts val="0"/>
              </a:spcBef>
              <a:spcAft>
                <a:spcPts val="0"/>
              </a:spcAft>
              <a:buClr>
                <a:schemeClr val="dk1"/>
              </a:buClr>
              <a:buSzPts val="900"/>
              <a:buFont typeface="Nunito Sans"/>
              <a:buChar char="●"/>
              <a:defRPr sz="900"/>
            </a:lvl7pPr>
            <a:lvl8pPr indent="-285750" lvl="7" marL="3657600">
              <a:spcBef>
                <a:spcPts val="0"/>
              </a:spcBef>
              <a:spcAft>
                <a:spcPts val="0"/>
              </a:spcAft>
              <a:buClr>
                <a:schemeClr val="dk1"/>
              </a:buClr>
              <a:buSzPts val="900"/>
              <a:buFont typeface="Nunito Sans"/>
              <a:buChar char="○"/>
              <a:defRPr sz="900"/>
            </a:lvl8pPr>
            <a:lvl9pPr indent="-285750" lvl="8" marL="4114800">
              <a:spcBef>
                <a:spcPts val="0"/>
              </a:spcBef>
              <a:spcAft>
                <a:spcPts val="0"/>
              </a:spcAft>
              <a:buClr>
                <a:schemeClr val="dk1"/>
              </a:buClr>
              <a:buSzPts val="900"/>
              <a:buFont typeface="Nunito Sans"/>
              <a:buChar char="■"/>
              <a:defRPr sz="900"/>
            </a:lvl9pPr>
          </a:lstStyle>
          <a:p/>
        </p:txBody>
      </p:sp>
      <p:sp>
        <p:nvSpPr>
          <p:cNvPr id="593" name="Google Shape;593;p66"/>
          <p:cNvSpPr txBox="1"/>
          <p:nvPr>
            <p:ph idx="3" type="body"/>
          </p:nvPr>
        </p:nvSpPr>
        <p:spPr>
          <a:xfrm>
            <a:off x="6080700" y="3337800"/>
            <a:ext cx="2834700" cy="1346100"/>
          </a:xfrm>
          <a:prstGeom prst="rect">
            <a:avLst/>
          </a:prstGeom>
        </p:spPr>
        <p:txBody>
          <a:bodyPr anchorCtr="0" anchor="t" bIns="91425" lIns="91425" spcFirstLastPara="1" rIns="91425" wrap="square" tIns="91425">
            <a:spAutoFit/>
          </a:bodyPr>
          <a:lstStyle>
            <a:lvl1pPr indent="-285750" lvl="0" marL="457200">
              <a:spcBef>
                <a:spcPts val="0"/>
              </a:spcBef>
              <a:spcAft>
                <a:spcPts val="0"/>
              </a:spcAft>
              <a:buClr>
                <a:schemeClr val="dk1"/>
              </a:buClr>
              <a:buSzPts val="900"/>
              <a:buFont typeface="Nunito Sans"/>
              <a:buChar char="●"/>
              <a:defRPr sz="900"/>
            </a:lvl1pPr>
            <a:lvl2pPr indent="-285750" lvl="1" marL="914400">
              <a:spcBef>
                <a:spcPts val="0"/>
              </a:spcBef>
              <a:spcAft>
                <a:spcPts val="0"/>
              </a:spcAft>
              <a:buClr>
                <a:schemeClr val="dk1"/>
              </a:buClr>
              <a:buSzPts val="900"/>
              <a:buFont typeface="Nunito Sans"/>
              <a:buChar char="○"/>
              <a:defRPr sz="900"/>
            </a:lvl2pPr>
            <a:lvl3pPr indent="-285750" lvl="2" marL="1371600">
              <a:spcBef>
                <a:spcPts val="0"/>
              </a:spcBef>
              <a:spcAft>
                <a:spcPts val="0"/>
              </a:spcAft>
              <a:buClr>
                <a:schemeClr val="dk1"/>
              </a:buClr>
              <a:buSzPts val="900"/>
              <a:buFont typeface="Nunito Sans"/>
              <a:buChar char="■"/>
              <a:defRPr sz="900"/>
            </a:lvl3pPr>
            <a:lvl4pPr indent="-285750" lvl="3" marL="1828800">
              <a:spcBef>
                <a:spcPts val="0"/>
              </a:spcBef>
              <a:spcAft>
                <a:spcPts val="0"/>
              </a:spcAft>
              <a:buClr>
                <a:schemeClr val="dk1"/>
              </a:buClr>
              <a:buSzPts val="900"/>
              <a:buFont typeface="Nunito Sans"/>
              <a:buChar char="●"/>
              <a:defRPr sz="900"/>
            </a:lvl4pPr>
            <a:lvl5pPr indent="-285750" lvl="4" marL="2286000">
              <a:spcBef>
                <a:spcPts val="0"/>
              </a:spcBef>
              <a:spcAft>
                <a:spcPts val="0"/>
              </a:spcAft>
              <a:buClr>
                <a:schemeClr val="dk1"/>
              </a:buClr>
              <a:buSzPts val="900"/>
              <a:buFont typeface="Nunito Sans"/>
              <a:buChar char="○"/>
              <a:defRPr sz="900"/>
            </a:lvl5pPr>
            <a:lvl6pPr indent="-285750" lvl="5" marL="2743200">
              <a:spcBef>
                <a:spcPts val="0"/>
              </a:spcBef>
              <a:spcAft>
                <a:spcPts val="0"/>
              </a:spcAft>
              <a:buClr>
                <a:schemeClr val="dk1"/>
              </a:buClr>
              <a:buSzPts val="900"/>
              <a:buFont typeface="Nunito Sans"/>
              <a:buChar char="■"/>
              <a:defRPr sz="900"/>
            </a:lvl6pPr>
            <a:lvl7pPr indent="-285750" lvl="6" marL="3200400">
              <a:spcBef>
                <a:spcPts val="0"/>
              </a:spcBef>
              <a:spcAft>
                <a:spcPts val="0"/>
              </a:spcAft>
              <a:buClr>
                <a:schemeClr val="dk1"/>
              </a:buClr>
              <a:buSzPts val="900"/>
              <a:buFont typeface="Nunito Sans"/>
              <a:buChar char="●"/>
              <a:defRPr sz="900"/>
            </a:lvl7pPr>
            <a:lvl8pPr indent="-285750" lvl="7" marL="3657600">
              <a:spcBef>
                <a:spcPts val="0"/>
              </a:spcBef>
              <a:spcAft>
                <a:spcPts val="0"/>
              </a:spcAft>
              <a:buClr>
                <a:schemeClr val="dk1"/>
              </a:buClr>
              <a:buSzPts val="900"/>
              <a:buFont typeface="Nunito Sans"/>
              <a:buChar char="○"/>
              <a:defRPr sz="900"/>
            </a:lvl8pPr>
            <a:lvl9pPr indent="-285750" lvl="8" marL="4114800">
              <a:spcBef>
                <a:spcPts val="0"/>
              </a:spcBef>
              <a:spcAft>
                <a:spcPts val="0"/>
              </a:spcAft>
              <a:buClr>
                <a:schemeClr val="dk1"/>
              </a:buClr>
              <a:buSzPts val="900"/>
              <a:buFont typeface="Nunito Sans"/>
              <a:buChar char="■"/>
              <a:defRPr sz="900"/>
            </a:lvl9pPr>
          </a:lstStyle>
          <a:p/>
        </p:txBody>
      </p:sp>
      <p:sp>
        <p:nvSpPr>
          <p:cNvPr id="594" name="Google Shape;594;p66"/>
          <p:cNvSpPr txBox="1"/>
          <p:nvPr>
            <p:ph type="title"/>
          </p:nvPr>
        </p:nvSpPr>
        <p:spPr>
          <a:xfrm>
            <a:off x="1877050" y="1578774"/>
            <a:ext cx="3003000" cy="292500"/>
          </a:xfrm>
          <a:prstGeom prst="rect">
            <a:avLst/>
          </a:prstGeom>
        </p:spPr>
        <p:txBody>
          <a:bodyPr anchorCtr="0" anchor="t" bIns="0" lIns="91425" spcFirstLastPara="1" rIns="91425" wrap="square" tIns="91425">
            <a:spAutoFit/>
          </a:bodyPr>
          <a:lstStyle>
            <a:lvl1pPr lvl="0">
              <a:spcBef>
                <a:spcPts val="0"/>
              </a:spcBef>
              <a:spcAft>
                <a:spcPts val="0"/>
              </a:spcAft>
              <a:buNone/>
              <a:defRPr b="0" sz="1400">
                <a:solidFill>
                  <a:schemeClr val="accent1"/>
                </a:solidFill>
                <a:latin typeface="Poppins SemiBold"/>
                <a:ea typeface="Poppins SemiBold"/>
                <a:cs typeface="Poppins SemiBold"/>
                <a:sym typeface="Poppins SemiBold"/>
              </a:defRPr>
            </a:lvl1pPr>
            <a:lvl2pPr lvl="1">
              <a:spcBef>
                <a:spcPts val="0"/>
              </a:spcBef>
              <a:spcAft>
                <a:spcPts val="0"/>
              </a:spcAft>
              <a:buNone/>
              <a:defRPr sz="2000">
                <a:solidFill>
                  <a:schemeClr val="accent1"/>
                </a:solidFill>
                <a:latin typeface="Poppins SemiBold"/>
                <a:ea typeface="Poppins SemiBold"/>
                <a:cs typeface="Poppins SemiBold"/>
                <a:sym typeface="Poppins SemiBold"/>
              </a:defRPr>
            </a:lvl2pPr>
            <a:lvl3pPr lvl="2">
              <a:spcBef>
                <a:spcPts val="0"/>
              </a:spcBef>
              <a:spcAft>
                <a:spcPts val="0"/>
              </a:spcAft>
              <a:buNone/>
              <a:defRPr sz="2000">
                <a:solidFill>
                  <a:schemeClr val="accent1"/>
                </a:solidFill>
                <a:latin typeface="Poppins SemiBold"/>
                <a:ea typeface="Poppins SemiBold"/>
                <a:cs typeface="Poppins SemiBold"/>
                <a:sym typeface="Poppins SemiBold"/>
              </a:defRPr>
            </a:lvl3pPr>
            <a:lvl4pPr lvl="3">
              <a:spcBef>
                <a:spcPts val="0"/>
              </a:spcBef>
              <a:spcAft>
                <a:spcPts val="0"/>
              </a:spcAft>
              <a:buNone/>
              <a:defRPr sz="2000">
                <a:solidFill>
                  <a:schemeClr val="accent1"/>
                </a:solidFill>
                <a:latin typeface="Poppins SemiBold"/>
                <a:ea typeface="Poppins SemiBold"/>
                <a:cs typeface="Poppins SemiBold"/>
                <a:sym typeface="Poppins SemiBold"/>
              </a:defRPr>
            </a:lvl4pPr>
            <a:lvl5pPr lvl="4">
              <a:spcBef>
                <a:spcPts val="0"/>
              </a:spcBef>
              <a:spcAft>
                <a:spcPts val="0"/>
              </a:spcAft>
              <a:buNone/>
              <a:defRPr sz="2000">
                <a:solidFill>
                  <a:schemeClr val="accent1"/>
                </a:solidFill>
                <a:latin typeface="Poppins SemiBold"/>
                <a:ea typeface="Poppins SemiBold"/>
                <a:cs typeface="Poppins SemiBold"/>
                <a:sym typeface="Poppins SemiBold"/>
              </a:defRPr>
            </a:lvl5pPr>
            <a:lvl6pPr lvl="5">
              <a:spcBef>
                <a:spcPts val="0"/>
              </a:spcBef>
              <a:spcAft>
                <a:spcPts val="0"/>
              </a:spcAft>
              <a:buNone/>
              <a:defRPr sz="2000">
                <a:solidFill>
                  <a:schemeClr val="accent1"/>
                </a:solidFill>
                <a:latin typeface="Poppins SemiBold"/>
                <a:ea typeface="Poppins SemiBold"/>
                <a:cs typeface="Poppins SemiBold"/>
                <a:sym typeface="Poppins SemiBold"/>
              </a:defRPr>
            </a:lvl6pPr>
            <a:lvl7pPr lvl="6">
              <a:spcBef>
                <a:spcPts val="0"/>
              </a:spcBef>
              <a:spcAft>
                <a:spcPts val="0"/>
              </a:spcAft>
              <a:buNone/>
              <a:defRPr sz="2000">
                <a:solidFill>
                  <a:schemeClr val="accent1"/>
                </a:solidFill>
                <a:latin typeface="Poppins SemiBold"/>
                <a:ea typeface="Poppins SemiBold"/>
                <a:cs typeface="Poppins SemiBold"/>
                <a:sym typeface="Poppins SemiBold"/>
              </a:defRPr>
            </a:lvl7pPr>
            <a:lvl8pPr lvl="7">
              <a:spcBef>
                <a:spcPts val="0"/>
              </a:spcBef>
              <a:spcAft>
                <a:spcPts val="0"/>
              </a:spcAft>
              <a:buNone/>
              <a:defRPr sz="2000">
                <a:solidFill>
                  <a:schemeClr val="accent1"/>
                </a:solidFill>
                <a:latin typeface="Poppins SemiBold"/>
                <a:ea typeface="Poppins SemiBold"/>
                <a:cs typeface="Poppins SemiBold"/>
                <a:sym typeface="Poppins SemiBold"/>
              </a:defRPr>
            </a:lvl8pPr>
            <a:lvl9pPr lvl="8">
              <a:spcBef>
                <a:spcPts val="0"/>
              </a:spcBef>
              <a:spcAft>
                <a:spcPts val="0"/>
              </a:spcAft>
              <a:buNone/>
              <a:defRPr sz="2000">
                <a:solidFill>
                  <a:schemeClr val="accent1"/>
                </a:solidFill>
                <a:latin typeface="Poppins SemiBold"/>
                <a:ea typeface="Poppins SemiBold"/>
                <a:cs typeface="Poppins SemiBold"/>
                <a:sym typeface="Poppins SemiBold"/>
              </a:defRPr>
            </a:lvl9pPr>
          </a:lstStyle>
          <a:p/>
        </p:txBody>
      </p:sp>
      <p:sp>
        <p:nvSpPr>
          <p:cNvPr id="595" name="Google Shape;595;p66"/>
          <p:cNvSpPr txBox="1"/>
          <p:nvPr>
            <p:ph idx="4" type="title"/>
          </p:nvPr>
        </p:nvSpPr>
        <p:spPr>
          <a:xfrm>
            <a:off x="1877050" y="1944332"/>
            <a:ext cx="3598500" cy="742200"/>
          </a:xfrm>
          <a:prstGeom prst="rect">
            <a:avLst/>
          </a:prstGeom>
        </p:spPr>
        <p:txBody>
          <a:bodyPr anchorCtr="0" anchor="t" bIns="91425" lIns="91425" spcFirstLastPara="1" rIns="91425" wrap="square" tIns="91425">
            <a:spAutoFit/>
          </a:bodyPr>
          <a:lstStyle>
            <a:lvl1pPr lvl="0">
              <a:spcBef>
                <a:spcPts val="0"/>
              </a:spcBef>
              <a:spcAft>
                <a:spcPts val="0"/>
              </a:spcAft>
              <a:buNone/>
              <a:defRPr b="0" sz="1200">
                <a:latin typeface="Nunito Sans"/>
                <a:ea typeface="Nunito Sans"/>
                <a:cs typeface="Nunito Sans"/>
                <a:sym typeface="Nunito Sans"/>
              </a:defRPr>
            </a:lvl1pPr>
            <a:lvl2pPr lvl="1">
              <a:spcBef>
                <a:spcPts val="0"/>
              </a:spcBef>
              <a:spcAft>
                <a:spcPts val="0"/>
              </a:spcAft>
              <a:buNone/>
              <a:defRPr sz="2000">
                <a:latin typeface="Nunito Sans"/>
                <a:ea typeface="Nunito Sans"/>
                <a:cs typeface="Nunito Sans"/>
                <a:sym typeface="Nunito Sans"/>
              </a:defRPr>
            </a:lvl2pPr>
            <a:lvl3pPr lvl="2">
              <a:spcBef>
                <a:spcPts val="0"/>
              </a:spcBef>
              <a:spcAft>
                <a:spcPts val="0"/>
              </a:spcAft>
              <a:buNone/>
              <a:defRPr sz="2000">
                <a:latin typeface="Nunito Sans"/>
                <a:ea typeface="Nunito Sans"/>
                <a:cs typeface="Nunito Sans"/>
                <a:sym typeface="Nunito Sans"/>
              </a:defRPr>
            </a:lvl3pPr>
            <a:lvl4pPr lvl="3">
              <a:spcBef>
                <a:spcPts val="0"/>
              </a:spcBef>
              <a:spcAft>
                <a:spcPts val="0"/>
              </a:spcAft>
              <a:buNone/>
              <a:defRPr sz="2000">
                <a:latin typeface="Nunito Sans"/>
                <a:ea typeface="Nunito Sans"/>
                <a:cs typeface="Nunito Sans"/>
                <a:sym typeface="Nunito Sans"/>
              </a:defRPr>
            </a:lvl4pPr>
            <a:lvl5pPr lvl="4">
              <a:spcBef>
                <a:spcPts val="0"/>
              </a:spcBef>
              <a:spcAft>
                <a:spcPts val="0"/>
              </a:spcAft>
              <a:buNone/>
              <a:defRPr sz="2000">
                <a:latin typeface="Nunito Sans"/>
                <a:ea typeface="Nunito Sans"/>
                <a:cs typeface="Nunito Sans"/>
                <a:sym typeface="Nunito Sans"/>
              </a:defRPr>
            </a:lvl5pPr>
            <a:lvl6pPr lvl="5">
              <a:spcBef>
                <a:spcPts val="0"/>
              </a:spcBef>
              <a:spcAft>
                <a:spcPts val="0"/>
              </a:spcAft>
              <a:buNone/>
              <a:defRPr sz="2000">
                <a:latin typeface="Nunito Sans"/>
                <a:ea typeface="Nunito Sans"/>
                <a:cs typeface="Nunito Sans"/>
                <a:sym typeface="Nunito Sans"/>
              </a:defRPr>
            </a:lvl6pPr>
            <a:lvl7pPr lvl="6">
              <a:spcBef>
                <a:spcPts val="0"/>
              </a:spcBef>
              <a:spcAft>
                <a:spcPts val="0"/>
              </a:spcAft>
              <a:buNone/>
              <a:defRPr sz="2000">
                <a:latin typeface="Nunito Sans"/>
                <a:ea typeface="Nunito Sans"/>
                <a:cs typeface="Nunito Sans"/>
                <a:sym typeface="Nunito Sans"/>
              </a:defRPr>
            </a:lvl7pPr>
            <a:lvl8pPr lvl="7">
              <a:spcBef>
                <a:spcPts val="0"/>
              </a:spcBef>
              <a:spcAft>
                <a:spcPts val="0"/>
              </a:spcAft>
              <a:buNone/>
              <a:defRPr sz="2000">
                <a:latin typeface="Nunito Sans"/>
                <a:ea typeface="Nunito Sans"/>
                <a:cs typeface="Nunito Sans"/>
                <a:sym typeface="Nunito Sans"/>
              </a:defRPr>
            </a:lvl8pPr>
            <a:lvl9pPr lvl="8">
              <a:spcBef>
                <a:spcPts val="0"/>
              </a:spcBef>
              <a:spcAft>
                <a:spcPts val="0"/>
              </a:spcAft>
              <a:buNone/>
              <a:defRPr sz="2000">
                <a:latin typeface="Nunito Sans"/>
                <a:ea typeface="Nunito Sans"/>
                <a:cs typeface="Nunito Sans"/>
                <a:sym typeface="Nunito Sans"/>
              </a:defRPr>
            </a:lvl9pPr>
          </a:lstStyle>
          <a:p/>
        </p:txBody>
      </p:sp>
      <p:sp>
        <p:nvSpPr>
          <p:cNvPr id="596" name="Google Shape;596;p66"/>
          <p:cNvSpPr/>
          <p:nvPr>
            <p:ph idx="5" type="pic"/>
          </p:nvPr>
        </p:nvSpPr>
        <p:spPr>
          <a:xfrm>
            <a:off x="309350" y="1425725"/>
            <a:ext cx="1409700" cy="1409700"/>
          </a:xfrm>
          <a:prstGeom prst="roundRect">
            <a:avLst>
              <a:gd fmla="val 16667" name="adj"/>
            </a:avLst>
          </a:prstGeom>
          <a:noFill/>
          <a:ln>
            <a:noFill/>
          </a:ln>
        </p:spPr>
      </p:sp>
      <p:pic>
        <p:nvPicPr>
          <p:cNvPr id="597" name="Google Shape;597;p66"/>
          <p:cNvPicPr preferRelativeResize="0"/>
          <p:nvPr/>
        </p:nvPicPr>
        <p:blipFill rotWithShape="1">
          <a:blip r:embed="rId3">
            <a:alphaModFix/>
          </a:blip>
          <a:srcRect b="0" l="0" r="49117" t="49683"/>
          <a:stretch/>
        </p:blipFill>
        <p:spPr>
          <a:xfrm>
            <a:off x="7392192" y="-1"/>
            <a:ext cx="1751812" cy="1732300"/>
          </a:xfrm>
          <a:prstGeom prst="rect">
            <a:avLst/>
          </a:prstGeom>
          <a:noFill/>
          <a:ln>
            <a:noFill/>
          </a:ln>
        </p:spPr>
      </p:pic>
      <p:sp>
        <p:nvSpPr>
          <p:cNvPr id="598" name="Google Shape;598;p66"/>
          <p:cNvSpPr txBox="1"/>
          <p:nvPr>
            <p:ph idx="6" type="title"/>
          </p:nvPr>
        </p:nvSpPr>
        <p:spPr>
          <a:xfrm>
            <a:off x="228600" y="228600"/>
            <a:ext cx="57606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sz="2000"/>
            </a:lvl1pPr>
            <a:lvl2pPr lvl="1">
              <a:spcBef>
                <a:spcPts val="0"/>
              </a:spcBef>
              <a:spcAft>
                <a:spcPts val="0"/>
              </a:spcAft>
              <a:buNone/>
              <a:defRPr sz="2000">
                <a:latin typeface="Poppins SemiBold"/>
                <a:ea typeface="Poppins SemiBold"/>
                <a:cs typeface="Poppins SemiBold"/>
                <a:sym typeface="Poppins SemiBold"/>
              </a:defRPr>
            </a:lvl2pPr>
            <a:lvl3pPr lvl="2">
              <a:spcBef>
                <a:spcPts val="0"/>
              </a:spcBef>
              <a:spcAft>
                <a:spcPts val="0"/>
              </a:spcAft>
              <a:buNone/>
              <a:defRPr sz="2000">
                <a:latin typeface="Poppins SemiBold"/>
                <a:ea typeface="Poppins SemiBold"/>
                <a:cs typeface="Poppins SemiBold"/>
                <a:sym typeface="Poppins SemiBold"/>
              </a:defRPr>
            </a:lvl3pPr>
            <a:lvl4pPr lvl="3">
              <a:spcBef>
                <a:spcPts val="0"/>
              </a:spcBef>
              <a:spcAft>
                <a:spcPts val="0"/>
              </a:spcAft>
              <a:buNone/>
              <a:defRPr sz="2000">
                <a:latin typeface="Poppins SemiBold"/>
                <a:ea typeface="Poppins SemiBold"/>
                <a:cs typeface="Poppins SemiBold"/>
                <a:sym typeface="Poppins SemiBold"/>
              </a:defRPr>
            </a:lvl4pPr>
            <a:lvl5pPr lvl="4">
              <a:spcBef>
                <a:spcPts val="0"/>
              </a:spcBef>
              <a:spcAft>
                <a:spcPts val="0"/>
              </a:spcAft>
              <a:buNone/>
              <a:defRPr sz="2000">
                <a:latin typeface="Poppins SemiBold"/>
                <a:ea typeface="Poppins SemiBold"/>
                <a:cs typeface="Poppins SemiBold"/>
                <a:sym typeface="Poppins SemiBold"/>
              </a:defRPr>
            </a:lvl5pPr>
            <a:lvl6pPr lvl="5">
              <a:spcBef>
                <a:spcPts val="0"/>
              </a:spcBef>
              <a:spcAft>
                <a:spcPts val="0"/>
              </a:spcAft>
              <a:buNone/>
              <a:defRPr sz="2000">
                <a:latin typeface="Poppins SemiBold"/>
                <a:ea typeface="Poppins SemiBold"/>
                <a:cs typeface="Poppins SemiBold"/>
                <a:sym typeface="Poppins SemiBold"/>
              </a:defRPr>
            </a:lvl6pPr>
            <a:lvl7pPr lvl="6">
              <a:spcBef>
                <a:spcPts val="0"/>
              </a:spcBef>
              <a:spcAft>
                <a:spcPts val="0"/>
              </a:spcAft>
              <a:buNone/>
              <a:defRPr sz="2000">
                <a:latin typeface="Poppins SemiBold"/>
                <a:ea typeface="Poppins SemiBold"/>
                <a:cs typeface="Poppins SemiBold"/>
                <a:sym typeface="Poppins SemiBold"/>
              </a:defRPr>
            </a:lvl7pPr>
            <a:lvl8pPr lvl="7">
              <a:spcBef>
                <a:spcPts val="0"/>
              </a:spcBef>
              <a:spcAft>
                <a:spcPts val="0"/>
              </a:spcAft>
              <a:buNone/>
              <a:defRPr sz="2000">
                <a:latin typeface="Poppins SemiBold"/>
                <a:ea typeface="Poppins SemiBold"/>
                <a:cs typeface="Poppins SemiBold"/>
                <a:sym typeface="Poppins SemiBold"/>
              </a:defRPr>
            </a:lvl8pPr>
            <a:lvl9pPr lvl="8">
              <a:spcBef>
                <a:spcPts val="0"/>
              </a:spcBef>
              <a:spcAft>
                <a:spcPts val="0"/>
              </a:spcAft>
              <a:buNone/>
              <a:defRPr sz="2000">
                <a:latin typeface="Poppins SemiBold"/>
                <a:ea typeface="Poppins SemiBold"/>
                <a:cs typeface="Poppins SemiBold"/>
                <a:sym typeface="Poppins SemiBold"/>
              </a:defRPr>
            </a:lvl9pPr>
          </a:lstStyle>
          <a:p/>
        </p:txBody>
      </p:sp>
      <p:sp>
        <p:nvSpPr>
          <p:cNvPr id="599" name="Google Shape;599;p66"/>
          <p:cNvSpPr/>
          <p:nvPr/>
        </p:nvSpPr>
        <p:spPr>
          <a:xfrm>
            <a:off x="7302102" y="-1"/>
            <a:ext cx="1841902" cy="1572524"/>
          </a:xfrm>
          <a:custGeom>
            <a:rect b="b" l="l" r="r" t="t"/>
            <a:pathLst>
              <a:path extrusionOk="0" h="56257" w="65894">
                <a:moveTo>
                  <a:pt x="33226" y="18827"/>
                </a:moveTo>
                <a:lnTo>
                  <a:pt x="33115" y="20538"/>
                </a:lnTo>
                <a:lnTo>
                  <a:pt x="32966" y="22250"/>
                </a:lnTo>
                <a:lnTo>
                  <a:pt x="32743" y="23924"/>
                </a:lnTo>
                <a:lnTo>
                  <a:pt x="32445" y="25561"/>
                </a:lnTo>
                <a:lnTo>
                  <a:pt x="32110" y="27161"/>
                </a:lnTo>
                <a:lnTo>
                  <a:pt x="31701" y="28761"/>
                </a:lnTo>
                <a:lnTo>
                  <a:pt x="31217" y="30324"/>
                </a:lnTo>
                <a:lnTo>
                  <a:pt x="30696" y="31886"/>
                </a:lnTo>
                <a:lnTo>
                  <a:pt x="30212" y="33114"/>
                </a:lnTo>
                <a:lnTo>
                  <a:pt x="29692" y="34379"/>
                </a:lnTo>
                <a:lnTo>
                  <a:pt x="29133" y="35570"/>
                </a:lnTo>
                <a:lnTo>
                  <a:pt x="28538" y="36798"/>
                </a:lnTo>
                <a:lnTo>
                  <a:pt x="27868" y="37951"/>
                </a:lnTo>
                <a:lnTo>
                  <a:pt x="27199" y="39105"/>
                </a:lnTo>
                <a:lnTo>
                  <a:pt x="26455" y="40258"/>
                </a:lnTo>
                <a:lnTo>
                  <a:pt x="25673" y="41374"/>
                </a:lnTo>
                <a:lnTo>
                  <a:pt x="24855" y="42453"/>
                </a:lnTo>
                <a:lnTo>
                  <a:pt x="23999" y="43532"/>
                </a:lnTo>
                <a:lnTo>
                  <a:pt x="23143" y="44574"/>
                </a:lnTo>
                <a:lnTo>
                  <a:pt x="22176" y="45616"/>
                </a:lnTo>
                <a:lnTo>
                  <a:pt x="21208" y="46620"/>
                </a:lnTo>
                <a:lnTo>
                  <a:pt x="20204" y="47588"/>
                </a:lnTo>
                <a:lnTo>
                  <a:pt x="19162" y="48555"/>
                </a:lnTo>
                <a:lnTo>
                  <a:pt x="18083" y="49485"/>
                </a:lnTo>
                <a:lnTo>
                  <a:pt x="16520" y="50750"/>
                </a:lnTo>
                <a:lnTo>
                  <a:pt x="15069" y="51829"/>
                </a:lnTo>
                <a:lnTo>
                  <a:pt x="13693" y="52722"/>
                </a:lnTo>
                <a:lnTo>
                  <a:pt x="12428" y="53504"/>
                </a:lnTo>
                <a:lnTo>
                  <a:pt x="11237" y="54136"/>
                </a:lnTo>
                <a:lnTo>
                  <a:pt x="10158" y="54657"/>
                </a:lnTo>
                <a:lnTo>
                  <a:pt x="9153" y="55029"/>
                </a:lnTo>
                <a:lnTo>
                  <a:pt x="8223" y="55327"/>
                </a:lnTo>
                <a:lnTo>
                  <a:pt x="7367" y="55513"/>
                </a:lnTo>
                <a:lnTo>
                  <a:pt x="6586" y="55624"/>
                </a:lnTo>
                <a:lnTo>
                  <a:pt x="5879" y="55662"/>
                </a:lnTo>
                <a:lnTo>
                  <a:pt x="5247" y="55662"/>
                </a:lnTo>
                <a:lnTo>
                  <a:pt x="4688" y="55550"/>
                </a:lnTo>
                <a:lnTo>
                  <a:pt x="4205" y="55438"/>
                </a:lnTo>
                <a:lnTo>
                  <a:pt x="3758" y="55290"/>
                </a:lnTo>
                <a:lnTo>
                  <a:pt x="3386" y="55141"/>
                </a:lnTo>
                <a:lnTo>
                  <a:pt x="3014" y="54917"/>
                </a:lnTo>
                <a:lnTo>
                  <a:pt x="2679" y="54657"/>
                </a:lnTo>
                <a:lnTo>
                  <a:pt x="2344" y="54359"/>
                </a:lnTo>
                <a:lnTo>
                  <a:pt x="2047" y="54024"/>
                </a:lnTo>
                <a:lnTo>
                  <a:pt x="1786" y="53652"/>
                </a:lnTo>
                <a:lnTo>
                  <a:pt x="1526" y="53280"/>
                </a:lnTo>
                <a:lnTo>
                  <a:pt x="1303" y="52834"/>
                </a:lnTo>
                <a:lnTo>
                  <a:pt x="1117" y="52387"/>
                </a:lnTo>
                <a:lnTo>
                  <a:pt x="968" y="51904"/>
                </a:lnTo>
                <a:lnTo>
                  <a:pt x="819" y="51383"/>
                </a:lnTo>
                <a:lnTo>
                  <a:pt x="744" y="50825"/>
                </a:lnTo>
                <a:lnTo>
                  <a:pt x="670" y="50267"/>
                </a:lnTo>
                <a:lnTo>
                  <a:pt x="596" y="49671"/>
                </a:lnTo>
                <a:lnTo>
                  <a:pt x="596" y="49076"/>
                </a:lnTo>
                <a:lnTo>
                  <a:pt x="596" y="48406"/>
                </a:lnTo>
                <a:lnTo>
                  <a:pt x="633" y="47737"/>
                </a:lnTo>
                <a:lnTo>
                  <a:pt x="744" y="46844"/>
                </a:lnTo>
                <a:lnTo>
                  <a:pt x="893" y="45951"/>
                </a:lnTo>
                <a:lnTo>
                  <a:pt x="1117" y="45020"/>
                </a:lnTo>
                <a:lnTo>
                  <a:pt x="1340" y="44053"/>
                </a:lnTo>
                <a:lnTo>
                  <a:pt x="1637" y="43123"/>
                </a:lnTo>
                <a:lnTo>
                  <a:pt x="1972" y="42155"/>
                </a:lnTo>
                <a:lnTo>
                  <a:pt x="2344" y="41188"/>
                </a:lnTo>
                <a:lnTo>
                  <a:pt x="2754" y="40258"/>
                </a:lnTo>
                <a:lnTo>
                  <a:pt x="3237" y="39291"/>
                </a:lnTo>
                <a:lnTo>
                  <a:pt x="3721" y="38323"/>
                </a:lnTo>
                <a:lnTo>
                  <a:pt x="4279" y="37356"/>
                </a:lnTo>
                <a:lnTo>
                  <a:pt x="4837" y="36426"/>
                </a:lnTo>
                <a:lnTo>
                  <a:pt x="5470" y="35458"/>
                </a:lnTo>
                <a:lnTo>
                  <a:pt x="6102" y="34528"/>
                </a:lnTo>
                <a:lnTo>
                  <a:pt x="6809" y="33635"/>
                </a:lnTo>
                <a:lnTo>
                  <a:pt x="7553" y="32705"/>
                </a:lnTo>
                <a:lnTo>
                  <a:pt x="8186" y="31961"/>
                </a:lnTo>
                <a:lnTo>
                  <a:pt x="8893" y="31142"/>
                </a:lnTo>
                <a:lnTo>
                  <a:pt x="9674" y="30361"/>
                </a:lnTo>
                <a:lnTo>
                  <a:pt x="10530" y="29505"/>
                </a:lnTo>
                <a:lnTo>
                  <a:pt x="11423" y="28687"/>
                </a:lnTo>
                <a:lnTo>
                  <a:pt x="12390" y="27831"/>
                </a:lnTo>
                <a:lnTo>
                  <a:pt x="13432" y="26975"/>
                </a:lnTo>
                <a:lnTo>
                  <a:pt x="14548" y="26156"/>
                </a:lnTo>
                <a:lnTo>
                  <a:pt x="15702" y="25338"/>
                </a:lnTo>
                <a:lnTo>
                  <a:pt x="16967" y="24519"/>
                </a:lnTo>
                <a:lnTo>
                  <a:pt x="18269" y="23738"/>
                </a:lnTo>
                <a:lnTo>
                  <a:pt x="19683" y="22994"/>
                </a:lnTo>
                <a:lnTo>
                  <a:pt x="21134" y="22287"/>
                </a:lnTo>
                <a:lnTo>
                  <a:pt x="22697" y="21580"/>
                </a:lnTo>
                <a:lnTo>
                  <a:pt x="24297" y="20948"/>
                </a:lnTo>
                <a:lnTo>
                  <a:pt x="26008" y="20389"/>
                </a:lnTo>
                <a:lnTo>
                  <a:pt x="26938" y="20092"/>
                </a:lnTo>
                <a:lnTo>
                  <a:pt x="27831" y="19831"/>
                </a:lnTo>
                <a:lnTo>
                  <a:pt x="28761" y="19608"/>
                </a:lnTo>
                <a:lnTo>
                  <a:pt x="29654" y="19422"/>
                </a:lnTo>
                <a:lnTo>
                  <a:pt x="30547" y="19236"/>
                </a:lnTo>
                <a:lnTo>
                  <a:pt x="31440" y="19087"/>
                </a:lnTo>
                <a:lnTo>
                  <a:pt x="32333" y="18938"/>
                </a:lnTo>
                <a:lnTo>
                  <a:pt x="33226" y="18827"/>
                </a:lnTo>
                <a:close/>
                <a:moveTo>
                  <a:pt x="30696" y="0"/>
                </a:moveTo>
                <a:lnTo>
                  <a:pt x="31105" y="1377"/>
                </a:lnTo>
                <a:lnTo>
                  <a:pt x="31515" y="2865"/>
                </a:lnTo>
                <a:lnTo>
                  <a:pt x="31887" y="4502"/>
                </a:lnTo>
                <a:lnTo>
                  <a:pt x="32259" y="6251"/>
                </a:lnTo>
                <a:lnTo>
                  <a:pt x="32557" y="8074"/>
                </a:lnTo>
                <a:lnTo>
                  <a:pt x="32854" y="10009"/>
                </a:lnTo>
                <a:lnTo>
                  <a:pt x="33077" y="12055"/>
                </a:lnTo>
                <a:lnTo>
                  <a:pt x="33226" y="14139"/>
                </a:lnTo>
                <a:lnTo>
                  <a:pt x="33263" y="16222"/>
                </a:lnTo>
                <a:lnTo>
                  <a:pt x="33263" y="18231"/>
                </a:lnTo>
                <a:lnTo>
                  <a:pt x="32333" y="18343"/>
                </a:lnTo>
                <a:lnTo>
                  <a:pt x="31440" y="18492"/>
                </a:lnTo>
                <a:lnTo>
                  <a:pt x="30510" y="18641"/>
                </a:lnTo>
                <a:lnTo>
                  <a:pt x="29580" y="18827"/>
                </a:lnTo>
                <a:lnTo>
                  <a:pt x="28650" y="19013"/>
                </a:lnTo>
                <a:lnTo>
                  <a:pt x="27720" y="19273"/>
                </a:lnTo>
                <a:lnTo>
                  <a:pt x="26789" y="19534"/>
                </a:lnTo>
                <a:lnTo>
                  <a:pt x="25822" y="19831"/>
                </a:lnTo>
                <a:lnTo>
                  <a:pt x="24111" y="20389"/>
                </a:lnTo>
                <a:lnTo>
                  <a:pt x="22436" y="21059"/>
                </a:lnTo>
                <a:lnTo>
                  <a:pt x="20874" y="21729"/>
                </a:lnTo>
                <a:lnTo>
                  <a:pt x="19385" y="22473"/>
                </a:lnTo>
                <a:lnTo>
                  <a:pt x="17971" y="23217"/>
                </a:lnTo>
                <a:lnTo>
                  <a:pt x="16632" y="24036"/>
                </a:lnTo>
                <a:lnTo>
                  <a:pt x="15367" y="24854"/>
                </a:lnTo>
                <a:lnTo>
                  <a:pt x="14176" y="25673"/>
                </a:lnTo>
                <a:lnTo>
                  <a:pt x="13060" y="26529"/>
                </a:lnTo>
                <a:lnTo>
                  <a:pt x="12018" y="27384"/>
                </a:lnTo>
                <a:lnTo>
                  <a:pt x="11014" y="28240"/>
                </a:lnTo>
                <a:lnTo>
                  <a:pt x="10083" y="29096"/>
                </a:lnTo>
                <a:lnTo>
                  <a:pt x="9265" y="29914"/>
                </a:lnTo>
                <a:lnTo>
                  <a:pt x="8446" y="30770"/>
                </a:lnTo>
                <a:lnTo>
                  <a:pt x="7739" y="31551"/>
                </a:lnTo>
                <a:lnTo>
                  <a:pt x="7070" y="32333"/>
                </a:lnTo>
                <a:lnTo>
                  <a:pt x="6326" y="33263"/>
                </a:lnTo>
                <a:lnTo>
                  <a:pt x="5619" y="34193"/>
                </a:lnTo>
                <a:lnTo>
                  <a:pt x="4949" y="35161"/>
                </a:lnTo>
                <a:lnTo>
                  <a:pt x="4354" y="36091"/>
                </a:lnTo>
                <a:lnTo>
                  <a:pt x="3758" y="37095"/>
                </a:lnTo>
                <a:lnTo>
                  <a:pt x="3200" y="38063"/>
                </a:lnTo>
                <a:lnTo>
                  <a:pt x="2679" y="39030"/>
                </a:lnTo>
                <a:lnTo>
                  <a:pt x="2196" y="40035"/>
                </a:lnTo>
                <a:lnTo>
                  <a:pt x="1786" y="41002"/>
                </a:lnTo>
                <a:lnTo>
                  <a:pt x="1414" y="41969"/>
                </a:lnTo>
                <a:lnTo>
                  <a:pt x="1042" y="42974"/>
                </a:lnTo>
                <a:lnTo>
                  <a:pt x="782" y="43941"/>
                </a:lnTo>
                <a:lnTo>
                  <a:pt x="521" y="44872"/>
                </a:lnTo>
                <a:lnTo>
                  <a:pt x="298" y="45839"/>
                </a:lnTo>
                <a:lnTo>
                  <a:pt x="149" y="46769"/>
                </a:lnTo>
                <a:lnTo>
                  <a:pt x="38" y="47699"/>
                </a:lnTo>
                <a:lnTo>
                  <a:pt x="0" y="48406"/>
                </a:lnTo>
                <a:lnTo>
                  <a:pt x="0" y="49113"/>
                </a:lnTo>
                <a:lnTo>
                  <a:pt x="0" y="49746"/>
                </a:lnTo>
                <a:lnTo>
                  <a:pt x="75" y="50415"/>
                </a:lnTo>
                <a:lnTo>
                  <a:pt x="149" y="51011"/>
                </a:lnTo>
                <a:lnTo>
                  <a:pt x="261" y="51606"/>
                </a:lnTo>
                <a:lnTo>
                  <a:pt x="410" y="52164"/>
                </a:lnTo>
                <a:lnTo>
                  <a:pt x="596" y="52685"/>
                </a:lnTo>
                <a:lnTo>
                  <a:pt x="819" y="53169"/>
                </a:lnTo>
                <a:lnTo>
                  <a:pt x="1042" y="53615"/>
                </a:lnTo>
                <a:lnTo>
                  <a:pt x="1340" y="54062"/>
                </a:lnTo>
                <a:lnTo>
                  <a:pt x="1637" y="54434"/>
                </a:lnTo>
                <a:lnTo>
                  <a:pt x="1972" y="54806"/>
                </a:lnTo>
                <a:lnTo>
                  <a:pt x="2307" y="55141"/>
                </a:lnTo>
                <a:lnTo>
                  <a:pt x="2716" y="55401"/>
                </a:lnTo>
                <a:lnTo>
                  <a:pt x="3126" y="55662"/>
                </a:lnTo>
                <a:lnTo>
                  <a:pt x="3721" y="55922"/>
                </a:lnTo>
                <a:lnTo>
                  <a:pt x="4391" y="56108"/>
                </a:lnTo>
                <a:lnTo>
                  <a:pt x="5098" y="56220"/>
                </a:lnTo>
                <a:lnTo>
                  <a:pt x="5842" y="56257"/>
                </a:lnTo>
                <a:lnTo>
                  <a:pt x="6437" y="56257"/>
                </a:lnTo>
                <a:lnTo>
                  <a:pt x="7107" y="56182"/>
                </a:lnTo>
                <a:lnTo>
                  <a:pt x="7777" y="56034"/>
                </a:lnTo>
                <a:lnTo>
                  <a:pt x="8484" y="55885"/>
                </a:lnTo>
                <a:lnTo>
                  <a:pt x="9190" y="55624"/>
                </a:lnTo>
                <a:lnTo>
                  <a:pt x="9935" y="55364"/>
                </a:lnTo>
                <a:lnTo>
                  <a:pt x="10716" y="55029"/>
                </a:lnTo>
                <a:lnTo>
                  <a:pt x="11497" y="54657"/>
                </a:lnTo>
                <a:lnTo>
                  <a:pt x="12316" y="54248"/>
                </a:lnTo>
                <a:lnTo>
                  <a:pt x="13134" y="53764"/>
                </a:lnTo>
                <a:lnTo>
                  <a:pt x="13990" y="53243"/>
                </a:lnTo>
                <a:lnTo>
                  <a:pt x="14846" y="52685"/>
                </a:lnTo>
                <a:lnTo>
                  <a:pt x="15702" y="52090"/>
                </a:lnTo>
                <a:lnTo>
                  <a:pt x="16595" y="51420"/>
                </a:lnTo>
                <a:lnTo>
                  <a:pt x="17525" y="50713"/>
                </a:lnTo>
                <a:lnTo>
                  <a:pt x="18455" y="49969"/>
                </a:lnTo>
                <a:lnTo>
                  <a:pt x="19571" y="49002"/>
                </a:lnTo>
                <a:lnTo>
                  <a:pt x="20613" y="48034"/>
                </a:lnTo>
                <a:lnTo>
                  <a:pt x="21655" y="47030"/>
                </a:lnTo>
                <a:lnTo>
                  <a:pt x="22622" y="46025"/>
                </a:lnTo>
                <a:lnTo>
                  <a:pt x="23590" y="44983"/>
                </a:lnTo>
                <a:lnTo>
                  <a:pt x="24483" y="43904"/>
                </a:lnTo>
                <a:lnTo>
                  <a:pt x="25338" y="42825"/>
                </a:lnTo>
                <a:lnTo>
                  <a:pt x="26157" y="41709"/>
                </a:lnTo>
                <a:lnTo>
                  <a:pt x="26938" y="40593"/>
                </a:lnTo>
                <a:lnTo>
                  <a:pt x="27682" y="39439"/>
                </a:lnTo>
                <a:lnTo>
                  <a:pt x="28389" y="38249"/>
                </a:lnTo>
                <a:lnTo>
                  <a:pt x="29059" y="37058"/>
                </a:lnTo>
                <a:lnTo>
                  <a:pt x="29654" y="35830"/>
                </a:lnTo>
                <a:lnTo>
                  <a:pt x="30250" y="34602"/>
                </a:lnTo>
                <a:lnTo>
                  <a:pt x="30771" y="33337"/>
                </a:lnTo>
                <a:lnTo>
                  <a:pt x="31254" y="32072"/>
                </a:lnTo>
                <a:lnTo>
                  <a:pt x="31812" y="30510"/>
                </a:lnTo>
                <a:lnTo>
                  <a:pt x="32259" y="28910"/>
                </a:lnTo>
                <a:lnTo>
                  <a:pt x="32705" y="27273"/>
                </a:lnTo>
                <a:lnTo>
                  <a:pt x="33040" y="25636"/>
                </a:lnTo>
                <a:lnTo>
                  <a:pt x="33338" y="23961"/>
                </a:lnTo>
                <a:lnTo>
                  <a:pt x="33561" y="22250"/>
                </a:lnTo>
                <a:lnTo>
                  <a:pt x="33710" y="20538"/>
                </a:lnTo>
                <a:lnTo>
                  <a:pt x="33822" y="18790"/>
                </a:lnTo>
                <a:lnTo>
                  <a:pt x="35421" y="18678"/>
                </a:lnTo>
                <a:lnTo>
                  <a:pt x="36947" y="18678"/>
                </a:lnTo>
                <a:lnTo>
                  <a:pt x="38510" y="18752"/>
                </a:lnTo>
                <a:lnTo>
                  <a:pt x="40035" y="18901"/>
                </a:lnTo>
                <a:lnTo>
                  <a:pt x="41523" y="19124"/>
                </a:lnTo>
                <a:lnTo>
                  <a:pt x="43012" y="19422"/>
                </a:lnTo>
                <a:lnTo>
                  <a:pt x="44463" y="19831"/>
                </a:lnTo>
                <a:lnTo>
                  <a:pt x="45877" y="20315"/>
                </a:lnTo>
                <a:lnTo>
                  <a:pt x="46807" y="20650"/>
                </a:lnTo>
                <a:lnTo>
                  <a:pt x="47700" y="21022"/>
                </a:lnTo>
                <a:lnTo>
                  <a:pt x="48556" y="21431"/>
                </a:lnTo>
                <a:lnTo>
                  <a:pt x="49449" y="21878"/>
                </a:lnTo>
                <a:lnTo>
                  <a:pt x="50304" y="22361"/>
                </a:lnTo>
                <a:lnTo>
                  <a:pt x="51160" y="22882"/>
                </a:lnTo>
                <a:lnTo>
                  <a:pt x="52016" y="23440"/>
                </a:lnTo>
                <a:lnTo>
                  <a:pt x="52872" y="24036"/>
                </a:lnTo>
                <a:lnTo>
                  <a:pt x="53690" y="24631"/>
                </a:lnTo>
                <a:lnTo>
                  <a:pt x="54509" y="25264"/>
                </a:lnTo>
                <a:lnTo>
                  <a:pt x="55327" y="25933"/>
                </a:lnTo>
                <a:lnTo>
                  <a:pt x="56109" y="26677"/>
                </a:lnTo>
                <a:lnTo>
                  <a:pt x="56890" y="27384"/>
                </a:lnTo>
                <a:lnTo>
                  <a:pt x="57671" y="28166"/>
                </a:lnTo>
                <a:lnTo>
                  <a:pt x="58415" y="28984"/>
                </a:lnTo>
                <a:lnTo>
                  <a:pt x="59160" y="29803"/>
                </a:lnTo>
                <a:lnTo>
                  <a:pt x="60239" y="31068"/>
                </a:lnTo>
                <a:lnTo>
                  <a:pt x="61243" y="32370"/>
                </a:lnTo>
                <a:lnTo>
                  <a:pt x="62173" y="33635"/>
                </a:lnTo>
                <a:lnTo>
                  <a:pt x="63029" y="34937"/>
                </a:lnTo>
                <a:lnTo>
                  <a:pt x="63848" y="36202"/>
                </a:lnTo>
                <a:lnTo>
                  <a:pt x="64592" y="37430"/>
                </a:lnTo>
                <a:lnTo>
                  <a:pt x="65261" y="38621"/>
                </a:lnTo>
                <a:lnTo>
                  <a:pt x="65894" y="39811"/>
                </a:lnTo>
                <a:lnTo>
                  <a:pt x="65894" y="38546"/>
                </a:lnTo>
                <a:lnTo>
                  <a:pt x="65299" y="37467"/>
                </a:lnTo>
                <a:lnTo>
                  <a:pt x="64629" y="36351"/>
                </a:lnTo>
                <a:lnTo>
                  <a:pt x="63922" y="35198"/>
                </a:lnTo>
                <a:lnTo>
                  <a:pt x="63178" y="34044"/>
                </a:lnTo>
                <a:lnTo>
                  <a:pt x="62359" y="32891"/>
                </a:lnTo>
                <a:lnTo>
                  <a:pt x="61504" y="31738"/>
                </a:lnTo>
                <a:lnTo>
                  <a:pt x="60611" y="30584"/>
                </a:lnTo>
                <a:lnTo>
                  <a:pt x="59643" y="29431"/>
                </a:lnTo>
                <a:lnTo>
                  <a:pt x="58862" y="28575"/>
                </a:lnTo>
                <a:lnTo>
                  <a:pt x="58081" y="27756"/>
                </a:lnTo>
                <a:lnTo>
                  <a:pt x="57299" y="26975"/>
                </a:lnTo>
                <a:lnTo>
                  <a:pt x="56518" y="26231"/>
                </a:lnTo>
                <a:lnTo>
                  <a:pt x="55699" y="25487"/>
                </a:lnTo>
                <a:lnTo>
                  <a:pt x="54881" y="24817"/>
                </a:lnTo>
                <a:lnTo>
                  <a:pt x="54062" y="24147"/>
                </a:lnTo>
                <a:lnTo>
                  <a:pt x="53206" y="23552"/>
                </a:lnTo>
                <a:lnTo>
                  <a:pt x="52351" y="22957"/>
                </a:lnTo>
                <a:lnTo>
                  <a:pt x="51495" y="22399"/>
                </a:lnTo>
                <a:lnTo>
                  <a:pt x="50602" y="21878"/>
                </a:lnTo>
                <a:lnTo>
                  <a:pt x="49746" y="21357"/>
                </a:lnTo>
                <a:lnTo>
                  <a:pt x="48853" y="20910"/>
                </a:lnTo>
                <a:lnTo>
                  <a:pt x="47923" y="20501"/>
                </a:lnTo>
                <a:lnTo>
                  <a:pt x="47030" y="20092"/>
                </a:lnTo>
                <a:lnTo>
                  <a:pt x="46100" y="19757"/>
                </a:lnTo>
                <a:lnTo>
                  <a:pt x="44649" y="19273"/>
                </a:lnTo>
                <a:lnTo>
                  <a:pt x="43161" y="18864"/>
                </a:lnTo>
                <a:lnTo>
                  <a:pt x="41672" y="18529"/>
                </a:lnTo>
                <a:lnTo>
                  <a:pt x="40147" y="18306"/>
                </a:lnTo>
                <a:lnTo>
                  <a:pt x="38584" y="18157"/>
                </a:lnTo>
                <a:lnTo>
                  <a:pt x="37021" y="18083"/>
                </a:lnTo>
                <a:lnTo>
                  <a:pt x="35459" y="18083"/>
                </a:lnTo>
                <a:lnTo>
                  <a:pt x="33859" y="18194"/>
                </a:lnTo>
                <a:lnTo>
                  <a:pt x="33859" y="16148"/>
                </a:lnTo>
                <a:lnTo>
                  <a:pt x="33822" y="14101"/>
                </a:lnTo>
                <a:lnTo>
                  <a:pt x="33673" y="12018"/>
                </a:lnTo>
                <a:lnTo>
                  <a:pt x="33449" y="10009"/>
                </a:lnTo>
                <a:lnTo>
                  <a:pt x="33189" y="8074"/>
                </a:lnTo>
                <a:lnTo>
                  <a:pt x="32854" y="6251"/>
                </a:lnTo>
                <a:lnTo>
                  <a:pt x="32482" y="4502"/>
                </a:lnTo>
                <a:lnTo>
                  <a:pt x="32110" y="2865"/>
                </a:lnTo>
                <a:lnTo>
                  <a:pt x="31738" y="1377"/>
                </a:lnTo>
                <a:lnTo>
                  <a:pt x="3132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600" name="Google Shape;600;p66"/>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601" name="Google Shape;601;p66"/>
          <p:cNvSpPr txBox="1"/>
          <p:nvPr>
            <p:ph idx="7"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3">
  <p:cSld name="BLANK_1_1_1_1_1_1_1_1_1_1_1_1_1_1_2">
    <p:spTree>
      <p:nvGrpSpPr>
        <p:cNvPr id="602" name="Shape 602"/>
        <p:cNvGrpSpPr/>
        <p:nvPr/>
      </p:nvGrpSpPr>
      <p:grpSpPr>
        <a:xfrm>
          <a:off x="0" y="0"/>
          <a:ext cx="0" cy="0"/>
          <a:chOff x="0" y="0"/>
          <a:chExt cx="0" cy="0"/>
        </a:xfrm>
      </p:grpSpPr>
      <p:pic>
        <p:nvPicPr>
          <p:cNvPr id="603" name="Google Shape;603;p67"/>
          <p:cNvPicPr preferRelativeResize="0"/>
          <p:nvPr/>
        </p:nvPicPr>
        <p:blipFill rotWithShape="1">
          <a:blip r:embed="rId2">
            <a:alphaModFix/>
          </a:blip>
          <a:srcRect b="0" l="535" r="33362" t="71891"/>
          <a:stretch/>
        </p:blipFill>
        <p:spPr>
          <a:xfrm>
            <a:off x="5624200" y="0"/>
            <a:ext cx="3519800" cy="1496699"/>
          </a:xfrm>
          <a:prstGeom prst="rect">
            <a:avLst/>
          </a:prstGeom>
          <a:noFill/>
          <a:ln>
            <a:noFill/>
          </a:ln>
        </p:spPr>
      </p:pic>
      <p:sp>
        <p:nvSpPr>
          <p:cNvPr id="604" name="Google Shape;604;p67"/>
          <p:cNvSpPr txBox="1"/>
          <p:nvPr>
            <p:ph idx="1" type="body"/>
          </p:nvPr>
        </p:nvSpPr>
        <p:spPr>
          <a:xfrm>
            <a:off x="1238400" y="1312275"/>
            <a:ext cx="1204200" cy="514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05" name="Google Shape;605;p67"/>
          <p:cNvSpPr txBox="1"/>
          <p:nvPr>
            <p:ph idx="2" type="body"/>
          </p:nvPr>
        </p:nvSpPr>
        <p:spPr>
          <a:xfrm>
            <a:off x="2459068" y="1312275"/>
            <a:ext cx="1204200" cy="514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06" name="Google Shape;606;p67"/>
          <p:cNvSpPr txBox="1"/>
          <p:nvPr>
            <p:ph idx="3" type="body"/>
          </p:nvPr>
        </p:nvSpPr>
        <p:spPr>
          <a:xfrm>
            <a:off x="3833097" y="1312275"/>
            <a:ext cx="1204200" cy="514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07" name="Google Shape;607;p67"/>
          <p:cNvSpPr txBox="1"/>
          <p:nvPr>
            <p:ph idx="4" type="body"/>
          </p:nvPr>
        </p:nvSpPr>
        <p:spPr>
          <a:xfrm>
            <a:off x="5053765" y="1312275"/>
            <a:ext cx="1204200" cy="514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08" name="Google Shape;608;p67"/>
          <p:cNvSpPr txBox="1"/>
          <p:nvPr>
            <p:ph idx="5" type="body"/>
          </p:nvPr>
        </p:nvSpPr>
        <p:spPr>
          <a:xfrm>
            <a:off x="6427794" y="1312275"/>
            <a:ext cx="1204200" cy="514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09" name="Google Shape;609;p67"/>
          <p:cNvSpPr txBox="1"/>
          <p:nvPr>
            <p:ph idx="6" type="body"/>
          </p:nvPr>
        </p:nvSpPr>
        <p:spPr>
          <a:xfrm>
            <a:off x="7648462" y="1312275"/>
            <a:ext cx="1204200" cy="514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10" name="Google Shape;610;p67"/>
          <p:cNvSpPr txBox="1"/>
          <p:nvPr>
            <p:ph idx="7" type="body"/>
          </p:nvPr>
        </p:nvSpPr>
        <p:spPr>
          <a:xfrm>
            <a:off x="6399275" y="3502850"/>
            <a:ext cx="2463900" cy="658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11" name="Google Shape;611;p67"/>
          <p:cNvSpPr txBox="1"/>
          <p:nvPr>
            <p:ph idx="8" type="body"/>
          </p:nvPr>
        </p:nvSpPr>
        <p:spPr>
          <a:xfrm>
            <a:off x="6399275" y="2816000"/>
            <a:ext cx="2463900" cy="658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12" name="Google Shape;612;p67"/>
          <p:cNvSpPr txBox="1"/>
          <p:nvPr>
            <p:ph idx="9" type="body"/>
          </p:nvPr>
        </p:nvSpPr>
        <p:spPr>
          <a:xfrm>
            <a:off x="3833097" y="4189700"/>
            <a:ext cx="2463900" cy="658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13" name="Google Shape;613;p67"/>
          <p:cNvSpPr txBox="1"/>
          <p:nvPr>
            <p:ph idx="13" type="body"/>
          </p:nvPr>
        </p:nvSpPr>
        <p:spPr>
          <a:xfrm>
            <a:off x="3833097" y="3502850"/>
            <a:ext cx="2463900" cy="658800"/>
          </a:xfrm>
          <a:prstGeom prst="rect">
            <a:avLst/>
          </a:prstGeom>
        </p:spPr>
        <p:txBody>
          <a:bodyPr anchorCtr="0" anchor="t" bIns="91425" lIns="91425" spcFirstLastPara="1" rIns="91425" wrap="square" tIns="91425">
            <a:spAutoFit/>
          </a:bodyPr>
          <a:lstStyle>
            <a:lvl1pPr indent="-269875" lvl="0" marL="457200">
              <a:spcBef>
                <a:spcPts val="0"/>
              </a:spcBef>
              <a:spcAft>
                <a:spcPts val="0"/>
              </a:spcAft>
              <a:buSzPts val="650"/>
              <a:buFont typeface="Nunito Sans"/>
              <a:buChar char="●"/>
              <a:defRPr sz="650"/>
            </a:lvl1pPr>
            <a:lvl2pPr indent="-269875" lvl="1" marL="914400">
              <a:spcBef>
                <a:spcPts val="0"/>
              </a:spcBef>
              <a:spcAft>
                <a:spcPts val="0"/>
              </a:spcAft>
              <a:buSzPts val="650"/>
              <a:buFont typeface="Nunito Sans"/>
              <a:buChar char="○"/>
              <a:defRPr sz="650"/>
            </a:lvl2pPr>
            <a:lvl3pPr indent="-269875" lvl="2" marL="1371600">
              <a:spcBef>
                <a:spcPts val="0"/>
              </a:spcBef>
              <a:spcAft>
                <a:spcPts val="0"/>
              </a:spcAft>
              <a:buSzPts val="650"/>
              <a:buFont typeface="Nunito Sans"/>
              <a:buChar char="■"/>
              <a:defRPr sz="650"/>
            </a:lvl3pPr>
            <a:lvl4pPr indent="-269875" lvl="3" marL="1828800">
              <a:spcBef>
                <a:spcPts val="0"/>
              </a:spcBef>
              <a:spcAft>
                <a:spcPts val="0"/>
              </a:spcAft>
              <a:buSzPts val="650"/>
              <a:buFont typeface="Nunito Sans"/>
              <a:buChar char="●"/>
              <a:defRPr sz="650"/>
            </a:lvl4pPr>
            <a:lvl5pPr indent="-269875" lvl="4" marL="2286000">
              <a:spcBef>
                <a:spcPts val="0"/>
              </a:spcBef>
              <a:spcAft>
                <a:spcPts val="0"/>
              </a:spcAft>
              <a:buSzPts val="650"/>
              <a:buFont typeface="Nunito Sans"/>
              <a:buChar char="○"/>
              <a:defRPr sz="650"/>
            </a:lvl5pPr>
            <a:lvl6pPr indent="-269875" lvl="5" marL="2743200">
              <a:spcBef>
                <a:spcPts val="0"/>
              </a:spcBef>
              <a:spcAft>
                <a:spcPts val="0"/>
              </a:spcAft>
              <a:buSzPts val="650"/>
              <a:buFont typeface="Nunito Sans"/>
              <a:buChar char="■"/>
              <a:defRPr sz="650"/>
            </a:lvl6pPr>
            <a:lvl7pPr indent="-269875" lvl="6" marL="3200400">
              <a:spcBef>
                <a:spcPts val="0"/>
              </a:spcBef>
              <a:spcAft>
                <a:spcPts val="0"/>
              </a:spcAft>
              <a:buSzPts val="650"/>
              <a:buFont typeface="Nunito Sans"/>
              <a:buChar char="●"/>
              <a:defRPr sz="650"/>
            </a:lvl7pPr>
            <a:lvl8pPr indent="-269875" lvl="7" marL="3657600">
              <a:spcBef>
                <a:spcPts val="0"/>
              </a:spcBef>
              <a:spcAft>
                <a:spcPts val="0"/>
              </a:spcAft>
              <a:buSzPts val="650"/>
              <a:buFont typeface="Nunito Sans"/>
              <a:buChar char="○"/>
              <a:defRPr sz="650"/>
            </a:lvl8pPr>
            <a:lvl9pPr indent="-269875" lvl="8" marL="4114800">
              <a:spcBef>
                <a:spcPts val="0"/>
              </a:spcBef>
              <a:spcAft>
                <a:spcPts val="0"/>
              </a:spcAft>
              <a:buSzPts val="650"/>
              <a:buFont typeface="Nunito Sans"/>
              <a:buChar char="■"/>
              <a:defRPr sz="650"/>
            </a:lvl9pPr>
          </a:lstStyle>
          <a:p/>
        </p:txBody>
      </p:sp>
      <p:sp>
        <p:nvSpPr>
          <p:cNvPr id="614" name="Google Shape;614;p67"/>
          <p:cNvSpPr txBox="1"/>
          <p:nvPr>
            <p:ph idx="14" type="body"/>
          </p:nvPr>
        </p:nvSpPr>
        <p:spPr>
          <a:xfrm>
            <a:off x="3833097" y="2816000"/>
            <a:ext cx="2463900" cy="658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15" name="Google Shape;615;p67"/>
          <p:cNvSpPr txBox="1"/>
          <p:nvPr>
            <p:ph idx="15" type="body"/>
          </p:nvPr>
        </p:nvSpPr>
        <p:spPr>
          <a:xfrm>
            <a:off x="1238400" y="4189700"/>
            <a:ext cx="2463900" cy="658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16" name="Google Shape;616;p67"/>
          <p:cNvSpPr txBox="1"/>
          <p:nvPr>
            <p:ph idx="16" type="body"/>
          </p:nvPr>
        </p:nvSpPr>
        <p:spPr>
          <a:xfrm>
            <a:off x="1238400" y="3502850"/>
            <a:ext cx="2463900" cy="658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17" name="Google Shape;617;p67"/>
          <p:cNvSpPr txBox="1"/>
          <p:nvPr>
            <p:ph idx="17" type="body"/>
          </p:nvPr>
        </p:nvSpPr>
        <p:spPr>
          <a:xfrm>
            <a:off x="1238400" y="2816000"/>
            <a:ext cx="2463900" cy="658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18" name="Google Shape;618;p67"/>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619" name="Google Shape;619;p67"/>
          <p:cNvSpPr txBox="1"/>
          <p:nvPr>
            <p:ph idx="18" type="title"/>
          </p:nvPr>
        </p:nvSpPr>
        <p:spPr>
          <a:xfrm>
            <a:off x="228600" y="2817305"/>
            <a:ext cx="1009800" cy="307800"/>
          </a:xfrm>
          <a:prstGeom prst="rect">
            <a:avLst/>
          </a:prstGeom>
        </p:spPr>
        <p:txBody>
          <a:bodyPr anchorCtr="0" anchor="t" bIns="91425" lIns="91425" spcFirstLastPara="1" rIns="91425" wrap="square" tIns="91425">
            <a:spAutoFit/>
          </a:bodyPr>
          <a:lstStyle>
            <a:lvl1pPr lvl="0">
              <a:spcBef>
                <a:spcPts val="0"/>
              </a:spcBef>
              <a:spcAft>
                <a:spcPts val="0"/>
              </a:spcAft>
              <a:buNone/>
              <a:defRPr sz="8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20" name="Google Shape;620;p67"/>
          <p:cNvSpPr txBox="1"/>
          <p:nvPr>
            <p:ph idx="19" type="title"/>
          </p:nvPr>
        </p:nvSpPr>
        <p:spPr>
          <a:xfrm>
            <a:off x="228600" y="1887327"/>
            <a:ext cx="1009800" cy="307800"/>
          </a:xfrm>
          <a:prstGeom prst="rect">
            <a:avLst/>
          </a:prstGeom>
        </p:spPr>
        <p:txBody>
          <a:bodyPr anchorCtr="0" anchor="t" bIns="91425" lIns="91425" spcFirstLastPara="1" rIns="91425" wrap="square" tIns="91425">
            <a:spAutoFit/>
          </a:bodyPr>
          <a:lstStyle>
            <a:lvl1pPr lvl="0">
              <a:spcBef>
                <a:spcPts val="0"/>
              </a:spcBef>
              <a:spcAft>
                <a:spcPts val="0"/>
              </a:spcAft>
              <a:buNone/>
              <a:defRPr sz="8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21" name="Google Shape;621;p67"/>
          <p:cNvSpPr txBox="1"/>
          <p:nvPr>
            <p:ph idx="20" type="title"/>
          </p:nvPr>
        </p:nvSpPr>
        <p:spPr>
          <a:xfrm>
            <a:off x="228600" y="1312276"/>
            <a:ext cx="1009800" cy="307800"/>
          </a:xfrm>
          <a:prstGeom prst="rect">
            <a:avLst/>
          </a:prstGeom>
        </p:spPr>
        <p:txBody>
          <a:bodyPr anchorCtr="0" anchor="t" bIns="91425" lIns="91425" spcFirstLastPara="1" rIns="91425" wrap="square" tIns="91425">
            <a:spAutoFit/>
          </a:bodyPr>
          <a:lstStyle>
            <a:lvl1pPr lvl="0">
              <a:spcBef>
                <a:spcPts val="0"/>
              </a:spcBef>
              <a:spcAft>
                <a:spcPts val="0"/>
              </a:spcAft>
              <a:buNone/>
              <a:defRPr sz="8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22" name="Google Shape;622;p67"/>
          <p:cNvSpPr txBox="1"/>
          <p:nvPr>
            <p:ph idx="21" type="title"/>
          </p:nvPr>
        </p:nvSpPr>
        <p:spPr>
          <a:xfrm>
            <a:off x="228600" y="924550"/>
            <a:ext cx="1009800" cy="307800"/>
          </a:xfrm>
          <a:prstGeom prst="rect">
            <a:avLst/>
          </a:prstGeom>
        </p:spPr>
        <p:txBody>
          <a:bodyPr anchorCtr="0" anchor="t" bIns="91425" lIns="91425" spcFirstLastPara="1" rIns="91425" wrap="square" tIns="91425">
            <a:spAutoFit/>
          </a:bodyPr>
          <a:lstStyle>
            <a:lvl1pPr lvl="0">
              <a:spcBef>
                <a:spcPts val="0"/>
              </a:spcBef>
              <a:spcAft>
                <a:spcPts val="0"/>
              </a:spcAft>
              <a:buNone/>
              <a:defRPr sz="8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23" name="Google Shape;623;p67"/>
          <p:cNvSpPr txBox="1"/>
          <p:nvPr>
            <p:ph idx="22" type="title"/>
          </p:nvPr>
        </p:nvSpPr>
        <p:spPr>
          <a:xfrm>
            <a:off x="228600" y="3509306"/>
            <a:ext cx="1009800" cy="307800"/>
          </a:xfrm>
          <a:prstGeom prst="rect">
            <a:avLst/>
          </a:prstGeom>
        </p:spPr>
        <p:txBody>
          <a:bodyPr anchorCtr="0" anchor="t" bIns="91425" lIns="91425" spcFirstLastPara="1" rIns="91425" wrap="square" tIns="91425">
            <a:spAutoFit/>
          </a:bodyPr>
          <a:lstStyle>
            <a:lvl1pPr lvl="0">
              <a:spcBef>
                <a:spcPts val="0"/>
              </a:spcBef>
              <a:spcAft>
                <a:spcPts val="0"/>
              </a:spcAft>
              <a:buNone/>
              <a:defRPr sz="8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24" name="Google Shape;624;p67"/>
          <p:cNvSpPr txBox="1"/>
          <p:nvPr>
            <p:ph idx="23" type="title"/>
          </p:nvPr>
        </p:nvSpPr>
        <p:spPr>
          <a:xfrm>
            <a:off x="228600" y="4189724"/>
            <a:ext cx="1009800" cy="307800"/>
          </a:xfrm>
          <a:prstGeom prst="rect">
            <a:avLst/>
          </a:prstGeom>
        </p:spPr>
        <p:txBody>
          <a:bodyPr anchorCtr="0" anchor="t" bIns="91425" lIns="91425" spcFirstLastPara="1" rIns="91425" wrap="square" tIns="91425">
            <a:spAutoFit/>
          </a:bodyPr>
          <a:lstStyle>
            <a:lvl1pPr lvl="0">
              <a:spcBef>
                <a:spcPts val="0"/>
              </a:spcBef>
              <a:spcAft>
                <a:spcPts val="0"/>
              </a:spcAft>
              <a:buNone/>
              <a:defRPr sz="8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25" name="Google Shape;625;p67"/>
          <p:cNvSpPr txBox="1"/>
          <p:nvPr>
            <p:ph idx="24" type="subTitle"/>
          </p:nvPr>
        </p:nvSpPr>
        <p:spPr>
          <a:xfrm>
            <a:off x="1430832" y="957275"/>
            <a:ext cx="2040000" cy="241500"/>
          </a:xfrm>
          <a:prstGeom prst="rect">
            <a:avLst/>
          </a:prstGeom>
        </p:spPr>
        <p:txBody>
          <a:bodyPr anchorCtr="0" anchor="ctr" bIns="0" lIns="274300" spcFirstLastPara="1" rIns="274300" wrap="square" tIns="0">
            <a:noAutofit/>
          </a:bodyPr>
          <a:lstStyle>
            <a:lvl1pPr lvl="0" algn="ctr">
              <a:spcBef>
                <a:spcPts val="0"/>
              </a:spcBef>
              <a:spcAft>
                <a:spcPts val="0"/>
              </a:spcAft>
              <a:buNone/>
              <a:defRPr sz="8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626" name="Google Shape;626;p67"/>
          <p:cNvSpPr txBox="1"/>
          <p:nvPr>
            <p:ph idx="25" type="subTitle"/>
          </p:nvPr>
        </p:nvSpPr>
        <p:spPr>
          <a:xfrm>
            <a:off x="4025506" y="957275"/>
            <a:ext cx="2040000" cy="241500"/>
          </a:xfrm>
          <a:prstGeom prst="rect">
            <a:avLst/>
          </a:prstGeom>
        </p:spPr>
        <p:txBody>
          <a:bodyPr anchorCtr="0" anchor="ctr" bIns="0" lIns="274300" spcFirstLastPara="1" rIns="274300" wrap="square" tIns="0">
            <a:noAutofit/>
          </a:bodyPr>
          <a:lstStyle>
            <a:lvl1pPr lvl="0" algn="ctr">
              <a:spcBef>
                <a:spcPts val="0"/>
              </a:spcBef>
              <a:spcAft>
                <a:spcPts val="0"/>
              </a:spcAft>
              <a:buNone/>
              <a:defRPr sz="8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627" name="Google Shape;627;p67"/>
          <p:cNvSpPr txBox="1"/>
          <p:nvPr>
            <p:ph idx="26" type="body"/>
          </p:nvPr>
        </p:nvSpPr>
        <p:spPr>
          <a:xfrm>
            <a:off x="6399275" y="4189700"/>
            <a:ext cx="2463900" cy="658800"/>
          </a:xfrm>
          <a:prstGeom prst="rect">
            <a:avLst/>
          </a:prstGeom>
        </p:spPr>
        <p:txBody>
          <a:bodyPr anchorCtr="0" anchor="t" bIns="91425" lIns="91425" spcFirstLastPara="1" rIns="91425" wrap="square" tIns="91425">
            <a:spAutoFit/>
          </a:bodyPr>
          <a:lstStyle>
            <a:lvl1pPr indent="-269875" lvl="0" marL="457200">
              <a:lnSpc>
                <a:spcPct val="115000"/>
              </a:lnSpc>
              <a:spcBef>
                <a:spcPts val="0"/>
              </a:spcBef>
              <a:spcAft>
                <a:spcPts val="0"/>
              </a:spcAft>
              <a:buClr>
                <a:schemeClr val="dk1"/>
              </a:buClr>
              <a:buSzPts val="650"/>
              <a:buFont typeface="Nunito Sans"/>
              <a:buChar char="●"/>
              <a:defRPr sz="650"/>
            </a:lvl1pPr>
            <a:lvl2pPr indent="-269875" lvl="1" marL="914400">
              <a:lnSpc>
                <a:spcPct val="115000"/>
              </a:lnSpc>
              <a:spcBef>
                <a:spcPts val="0"/>
              </a:spcBef>
              <a:spcAft>
                <a:spcPts val="0"/>
              </a:spcAft>
              <a:buClr>
                <a:schemeClr val="dk1"/>
              </a:buClr>
              <a:buSzPts val="650"/>
              <a:buFont typeface="Nunito Sans"/>
              <a:buChar char="○"/>
              <a:defRPr sz="650"/>
            </a:lvl2pPr>
            <a:lvl3pPr indent="-269875" lvl="2" marL="1371600">
              <a:lnSpc>
                <a:spcPct val="115000"/>
              </a:lnSpc>
              <a:spcBef>
                <a:spcPts val="0"/>
              </a:spcBef>
              <a:spcAft>
                <a:spcPts val="0"/>
              </a:spcAft>
              <a:buClr>
                <a:schemeClr val="dk1"/>
              </a:buClr>
              <a:buSzPts val="650"/>
              <a:buFont typeface="Nunito Sans"/>
              <a:buChar char="■"/>
              <a:defRPr sz="650"/>
            </a:lvl3pPr>
            <a:lvl4pPr indent="-269875" lvl="3" marL="1828800">
              <a:lnSpc>
                <a:spcPct val="115000"/>
              </a:lnSpc>
              <a:spcBef>
                <a:spcPts val="0"/>
              </a:spcBef>
              <a:spcAft>
                <a:spcPts val="0"/>
              </a:spcAft>
              <a:buClr>
                <a:schemeClr val="dk1"/>
              </a:buClr>
              <a:buSzPts val="650"/>
              <a:buFont typeface="Nunito Sans"/>
              <a:buChar char="●"/>
              <a:defRPr sz="650"/>
            </a:lvl4pPr>
            <a:lvl5pPr indent="-269875" lvl="4" marL="2286000">
              <a:lnSpc>
                <a:spcPct val="115000"/>
              </a:lnSpc>
              <a:spcBef>
                <a:spcPts val="0"/>
              </a:spcBef>
              <a:spcAft>
                <a:spcPts val="0"/>
              </a:spcAft>
              <a:buClr>
                <a:schemeClr val="dk1"/>
              </a:buClr>
              <a:buSzPts val="650"/>
              <a:buFont typeface="Nunito Sans"/>
              <a:buChar char="○"/>
              <a:defRPr sz="650"/>
            </a:lvl5pPr>
            <a:lvl6pPr indent="-269875" lvl="5" marL="2743200">
              <a:lnSpc>
                <a:spcPct val="115000"/>
              </a:lnSpc>
              <a:spcBef>
                <a:spcPts val="0"/>
              </a:spcBef>
              <a:spcAft>
                <a:spcPts val="0"/>
              </a:spcAft>
              <a:buClr>
                <a:schemeClr val="dk1"/>
              </a:buClr>
              <a:buSzPts val="650"/>
              <a:buFont typeface="Nunito Sans"/>
              <a:buChar char="■"/>
              <a:defRPr sz="650"/>
            </a:lvl6pPr>
            <a:lvl7pPr indent="-269875" lvl="6" marL="3200400">
              <a:lnSpc>
                <a:spcPct val="115000"/>
              </a:lnSpc>
              <a:spcBef>
                <a:spcPts val="0"/>
              </a:spcBef>
              <a:spcAft>
                <a:spcPts val="0"/>
              </a:spcAft>
              <a:buClr>
                <a:schemeClr val="dk1"/>
              </a:buClr>
              <a:buSzPts val="650"/>
              <a:buFont typeface="Nunito Sans"/>
              <a:buChar char="●"/>
              <a:defRPr sz="650"/>
            </a:lvl7pPr>
            <a:lvl8pPr indent="-269875" lvl="7" marL="3657600">
              <a:lnSpc>
                <a:spcPct val="115000"/>
              </a:lnSpc>
              <a:spcBef>
                <a:spcPts val="0"/>
              </a:spcBef>
              <a:spcAft>
                <a:spcPts val="0"/>
              </a:spcAft>
              <a:buClr>
                <a:schemeClr val="dk1"/>
              </a:buClr>
              <a:buSzPts val="650"/>
              <a:buFont typeface="Nunito Sans"/>
              <a:buChar char="○"/>
              <a:defRPr sz="650"/>
            </a:lvl8pPr>
            <a:lvl9pPr indent="-269875" lvl="8" marL="4114800">
              <a:lnSpc>
                <a:spcPct val="115000"/>
              </a:lnSpc>
              <a:spcBef>
                <a:spcPts val="0"/>
              </a:spcBef>
              <a:spcAft>
                <a:spcPts val="0"/>
              </a:spcAft>
              <a:buClr>
                <a:schemeClr val="dk1"/>
              </a:buClr>
              <a:buSzPts val="650"/>
              <a:buFont typeface="Nunito Sans"/>
              <a:buChar char="■"/>
              <a:defRPr sz="650"/>
            </a:lvl9pPr>
          </a:lstStyle>
          <a:p/>
        </p:txBody>
      </p:sp>
      <p:sp>
        <p:nvSpPr>
          <p:cNvPr id="628" name="Google Shape;628;p67"/>
          <p:cNvSpPr txBox="1"/>
          <p:nvPr>
            <p:ph idx="27" type="subTitle"/>
          </p:nvPr>
        </p:nvSpPr>
        <p:spPr>
          <a:xfrm>
            <a:off x="6620203" y="957275"/>
            <a:ext cx="2040000" cy="241500"/>
          </a:xfrm>
          <a:prstGeom prst="rect">
            <a:avLst/>
          </a:prstGeom>
        </p:spPr>
        <p:txBody>
          <a:bodyPr anchorCtr="0" anchor="ctr" bIns="0" lIns="274300" spcFirstLastPara="1" rIns="274300" wrap="square" tIns="0">
            <a:noAutofit/>
          </a:bodyPr>
          <a:lstStyle>
            <a:lvl1pPr lvl="0" algn="ctr">
              <a:spcBef>
                <a:spcPts val="0"/>
              </a:spcBef>
              <a:spcAft>
                <a:spcPts val="0"/>
              </a:spcAft>
              <a:buNone/>
              <a:defRPr sz="8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629" name="Google Shape;629;p67"/>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630" name="Google Shape;630;p67"/>
          <p:cNvSpPr txBox="1"/>
          <p:nvPr>
            <p:ph idx="28"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ersona">
  <p:cSld name="BLANK_1_1_1_1_2_1_2_1">
    <p:spTree>
      <p:nvGrpSpPr>
        <p:cNvPr id="631" name="Shape 631"/>
        <p:cNvGrpSpPr/>
        <p:nvPr/>
      </p:nvGrpSpPr>
      <p:grpSpPr>
        <a:xfrm>
          <a:off x="0" y="0"/>
          <a:ext cx="0" cy="0"/>
          <a:chOff x="0" y="0"/>
          <a:chExt cx="0" cy="0"/>
        </a:xfrm>
      </p:grpSpPr>
      <p:pic>
        <p:nvPicPr>
          <p:cNvPr id="632" name="Google Shape;632;p68"/>
          <p:cNvPicPr preferRelativeResize="0"/>
          <p:nvPr/>
        </p:nvPicPr>
        <p:blipFill rotWithShape="1">
          <a:blip r:embed="rId2">
            <a:alphaModFix/>
          </a:blip>
          <a:srcRect b="0" l="535" r="33362" t="71891"/>
          <a:stretch/>
        </p:blipFill>
        <p:spPr>
          <a:xfrm>
            <a:off x="5624200" y="0"/>
            <a:ext cx="3519800" cy="1496699"/>
          </a:xfrm>
          <a:prstGeom prst="rect">
            <a:avLst/>
          </a:prstGeom>
          <a:noFill/>
          <a:ln>
            <a:noFill/>
          </a:ln>
        </p:spPr>
      </p:pic>
      <p:sp>
        <p:nvSpPr>
          <p:cNvPr id="633" name="Google Shape;633;p68"/>
          <p:cNvSpPr txBox="1"/>
          <p:nvPr>
            <p:ph idx="1" type="body"/>
          </p:nvPr>
        </p:nvSpPr>
        <p:spPr>
          <a:xfrm>
            <a:off x="6080825" y="2545247"/>
            <a:ext cx="2834700" cy="703800"/>
          </a:xfrm>
          <a:prstGeom prst="rect">
            <a:avLst/>
          </a:prstGeom>
        </p:spPr>
        <p:txBody>
          <a:bodyPr anchorCtr="0" anchor="t" bIns="91425" lIns="91425" spcFirstLastPara="1" rIns="91425" wrap="square" tIns="91425">
            <a:spAutoFit/>
          </a:bodyPr>
          <a:lstStyle>
            <a:lvl1pPr indent="-292100" lvl="0" marL="457200">
              <a:lnSpc>
                <a:spcPct val="115000"/>
              </a:lnSpc>
              <a:spcBef>
                <a:spcPts val="0"/>
              </a:spcBef>
              <a:spcAft>
                <a:spcPts val="0"/>
              </a:spcAft>
              <a:buClr>
                <a:schemeClr val="dk1"/>
              </a:buClr>
              <a:buSzPts val="1000"/>
              <a:buFont typeface="Nunito Sans"/>
              <a:buChar char="●"/>
              <a:defRPr sz="1000"/>
            </a:lvl1pPr>
            <a:lvl2pPr indent="-292100" lvl="1" marL="914400">
              <a:lnSpc>
                <a:spcPct val="115000"/>
              </a:lnSpc>
              <a:spcBef>
                <a:spcPts val="0"/>
              </a:spcBef>
              <a:spcAft>
                <a:spcPts val="0"/>
              </a:spcAft>
              <a:buClr>
                <a:schemeClr val="dk1"/>
              </a:buClr>
              <a:buSzPts val="1000"/>
              <a:buFont typeface="Nunito Sans"/>
              <a:buChar char="○"/>
              <a:defRPr sz="1000"/>
            </a:lvl2pPr>
            <a:lvl3pPr indent="-292100" lvl="2" marL="1371600">
              <a:lnSpc>
                <a:spcPct val="115000"/>
              </a:lnSpc>
              <a:spcBef>
                <a:spcPts val="0"/>
              </a:spcBef>
              <a:spcAft>
                <a:spcPts val="0"/>
              </a:spcAft>
              <a:buClr>
                <a:schemeClr val="dk1"/>
              </a:buClr>
              <a:buSzPts val="1000"/>
              <a:buFont typeface="Nunito Sans"/>
              <a:buChar char="■"/>
              <a:defRPr sz="1000"/>
            </a:lvl3pPr>
            <a:lvl4pPr indent="-292100" lvl="3" marL="1828800">
              <a:lnSpc>
                <a:spcPct val="115000"/>
              </a:lnSpc>
              <a:spcBef>
                <a:spcPts val="0"/>
              </a:spcBef>
              <a:spcAft>
                <a:spcPts val="0"/>
              </a:spcAft>
              <a:buClr>
                <a:schemeClr val="dk1"/>
              </a:buClr>
              <a:buSzPts val="1000"/>
              <a:buFont typeface="Nunito Sans"/>
              <a:buChar char="●"/>
              <a:defRPr sz="1000"/>
            </a:lvl4pPr>
            <a:lvl5pPr indent="-292100" lvl="4" marL="2286000">
              <a:lnSpc>
                <a:spcPct val="115000"/>
              </a:lnSpc>
              <a:spcBef>
                <a:spcPts val="0"/>
              </a:spcBef>
              <a:spcAft>
                <a:spcPts val="0"/>
              </a:spcAft>
              <a:buClr>
                <a:schemeClr val="dk1"/>
              </a:buClr>
              <a:buSzPts val="1000"/>
              <a:buFont typeface="Nunito Sans"/>
              <a:buChar char="○"/>
              <a:defRPr sz="1000"/>
            </a:lvl5pPr>
            <a:lvl6pPr indent="-292100" lvl="5" marL="2743200">
              <a:lnSpc>
                <a:spcPct val="115000"/>
              </a:lnSpc>
              <a:spcBef>
                <a:spcPts val="0"/>
              </a:spcBef>
              <a:spcAft>
                <a:spcPts val="0"/>
              </a:spcAft>
              <a:buClr>
                <a:schemeClr val="dk1"/>
              </a:buClr>
              <a:buSzPts val="1000"/>
              <a:buFont typeface="Nunito Sans"/>
              <a:buChar char="■"/>
              <a:defRPr sz="1000"/>
            </a:lvl6pPr>
            <a:lvl7pPr indent="-292100" lvl="6" marL="3200400">
              <a:lnSpc>
                <a:spcPct val="115000"/>
              </a:lnSpc>
              <a:spcBef>
                <a:spcPts val="0"/>
              </a:spcBef>
              <a:spcAft>
                <a:spcPts val="0"/>
              </a:spcAft>
              <a:buClr>
                <a:schemeClr val="dk1"/>
              </a:buClr>
              <a:buSzPts val="1000"/>
              <a:buFont typeface="Nunito Sans"/>
              <a:buChar char="●"/>
              <a:defRPr sz="1000"/>
            </a:lvl7pPr>
            <a:lvl8pPr indent="-292100" lvl="7" marL="3657600">
              <a:lnSpc>
                <a:spcPct val="115000"/>
              </a:lnSpc>
              <a:spcBef>
                <a:spcPts val="0"/>
              </a:spcBef>
              <a:spcAft>
                <a:spcPts val="0"/>
              </a:spcAft>
              <a:buClr>
                <a:schemeClr val="dk1"/>
              </a:buClr>
              <a:buSzPts val="1000"/>
              <a:buFont typeface="Nunito Sans"/>
              <a:buChar char="○"/>
              <a:defRPr sz="1000"/>
            </a:lvl8pPr>
            <a:lvl9pPr indent="-292100" lvl="8" marL="4114800">
              <a:lnSpc>
                <a:spcPct val="115000"/>
              </a:lnSpc>
              <a:spcBef>
                <a:spcPts val="0"/>
              </a:spcBef>
              <a:spcAft>
                <a:spcPts val="0"/>
              </a:spcAft>
              <a:buClr>
                <a:schemeClr val="dk1"/>
              </a:buClr>
              <a:buSzPts val="1000"/>
              <a:buFont typeface="Nunito Sans"/>
              <a:buChar char="■"/>
              <a:defRPr sz="1000"/>
            </a:lvl9pPr>
          </a:lstStyle>
          <a:p/>
        </p:txBody>
      </p:sp>
      <p:sp>
        <p:nvSpPr>
          <p:cNvPr id="634" name="Google Shape;634;p68"/>
          <p:cNvSpPr txBox="1"/>
          <p:nvPr>
            <p:ph type="title"/>
          </p:nvPr>
        </p:nvSpPr>
        <p:spPr>
          <a:xfrm>
            <a:off x="6080825" y="2228204"/>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35" name="Google Shape;635;p68"/>
          <p:cNvSpPr txBox="1"/>
          <p:nvPr>
            <p:ph idx="2" type="body"/>
          </p:nvPr>
        </p:nvSpPr>
        <p:spPr>
          <a:xfrm>
            <a:off x="6080825" y="3561500"/>
            <a:ext cx="2834700" cy="7038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Clr>
                <a:schemeClr val="dk1"/>
              </a:buClr>
              <a:buSzPts val="1000"/>
              <a:buFont typeface="Nunito Sans"/>
              <a:buChar char="●"/>
              <a:defRPr sz="1000"/>
            </a:lvl1pPr>
            <a:lvl2pPr indent="-292100" lvl="1" marL="914400">
              <a:spcBef>
                <a:spcPts val="0"/>
              </a:spcBef>
              <a:spcAft>
                <a:spcPts val="0"/>
              </a:spcAft>
              <a:buClr>
                <a:schemeClr val="dk1"/>
              </a:buClr>
              <a:buSzPts val="1000"/>
              <a:buFont typeface="Nunito Sans"/>
              <a:buChar char="○"/>
              <a:defRPr sz="1000"/>
            </a:lvl2pPr>
            <a:lvl3pPr indent="-292100" lvl="2" marL="1371600">
              <a:spcBef>
                <a:spcPts val="0"/>
              </a:spcBef>
              <a:spcAft>
                <a:spcPts val="0"/>
              </a:spcAft>
              <a:buClr>
                <a:schemeClr val="dk1"/>
              </a:buClr>
              <a:buSzPts val="1000"/>
              <a:buFont typeface="Nunito Sans"/>
              <a:buChar char="■"/>
              <a:defRPr sz="1000"/>
            </a:lvl3pPr>
            <a:lvl4pPr indent="-292100" lvl="3" marL="1828800">
              <a:spcBef>
                <a:spcPts val="0"/>
              </a:spcBef>
              <a:spcAft>
                <a:spcPts val="0"/>
              </a:spcAft>
              <a:buClr>
                <a:schemeClr val="dk1"/>
              </a:buClr>
              <a:buSzPts val="1000"/>
              <a:buFont typeface="Nunito Sans"/>
              <a:buChar char="●"/>
              <a:defRPr sz="1000"/>
            </a:lvl4pPr>
            <a:lvl5pPr indent="-292100" lvl="4" marL="2286000">
              <a:spcBef>
                <a:spcPts val="0"/>
              </a:spcBef>
              <a:spcAft>
                <a:spcPts val="0"/>
              </a:spcAft>
              <a:buClr>
                <a:schemeClr val="dk1"/>
              </a:buClr>
              <a:buSzPts val="1000"/>
              <a:buFont typeface="Nunito Sans"/>
              <a:buChar char="○"/>
              <a:defRPr sz="1000"/>
            </a:lvl5pPr>
            <a:lvl6pPr indent="-292100" lvl="5" marL="2743200">
              <a:spcBef>
                <a:spcPts val="0"/>
              </a:spcBef>
              <a:spcAft>
                <a:spcPts val="0"/>
              </a:spcAft>
              <a:buClr>
                <a:schemeClr val="dk1"/>
              </a:buClr>
              <a:buSzPts val="1000"/>
              <a:buFont typeface="Nunito Sans"/>
              <a:buChar char="■"/>
              <a:defRPr sz="1000"/>
            </a:lvl6pPr>
            <a:lvl7pPr indent="-292100" lvl="6" marL="3200400">
              <a:spcBef>
                <a:spcPts val="0"/>
              </a:spcBef>
              <a:spcAft>
                <a:spcPts val="0"/>
              </a:spcAft>
              <a:buClr>
                <a:schemeClr val="dk1"/>
              </a:buClr>
              <a:buSzPts val="1000"/>
              <a:buFont typeface="Nunito Sans"/>
              <a:buChar char="●"/>
              <a:defRPr sz="1000"/>
            </a:lvl7pPr>
            <a:lvl8pPr indent="-292100" lvl="7" marL="3657600">
              <a:spcBef>
                <a:spcPts val="0"/>
              </a:spcBef>
              <a:spcAft>
                <a:spcPts val="0"/>
              </a:spcAft>
              <a:buClr>
                <a:schemeClr val="dk1"/>
              </a:buClr>
              <a:buSzPts val="1000"/>
              <a:buFont typeface="Nunito Sans"/>
              <a:buChar char="○"/>
              <a:defRPr sz="1000"/>
            </a:lvl8pPr>
            <a:lvl9pPr indent="-292100" lvl="8" marL="4114800">
              <a:spcBef>
                <a:spcPts val="0"/>
              </a:spcBef>
              <a:spcAft>
                <a:spcPts val="0"/>
              </a:spcAft>
              <a:buClr>
                <a:schemeClr val="dk1"/>
              </a:buClr>
              <a:buSzPts val="1000"/>
              <a:buFont typeface="Nunito Sans"/>
              <a:buChar char="■"/>
              <a:defRPr sz="1000"/>
            </a:lvl9pPr>
          </a:lstStyle>
          <a:p/>
        </p:txBody>
      </p:sp>
      <p:sp>
        <p:nvSpPr>
          <p:cNvPr id="636" name="Google Shape;636;p68"/>
          <p:cNvSpPr txBox="1"/>
          <p:nvPr>
            <p:ph idx="3" type="title"/>
          </p:nvPr>
        </p:nvSpPr>
        <p:spPr>
          <a:xfrm>
            <a:off x="6080825" y="3244458"/>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37" name="Google Shape;637;p68"/>
          <p:cNvSpPr txBox="1"/>
          <p:nvPr>
            <p:ph idx="4" type="body"/>
          </p:nvPr>
        </p:nvSpPr>
        <p:spPr>
          <a:xfrm>
            <a:off x="3154650" y="3026423"/>
            <a:ext cx="2834700" cy="1346100"/>
          </a:xfrm>
          <a:prstGeom prst="rect">
            <a:avLst/>
          </a:prstGeom>
        </p:spPr>
        <p:txBody>
          <a:bodyPr anchorCtr="0" anchor="t" bIns="91425" lIns="91425" spcFirstLastPara="1" rIns="91425" wrap="square" tIns="91425">
            <a:spAutoFit/>
          </a:bodyPr>
          <a:lstStyle>
            <a:lvl1pPr indent="-292100" lvl="0" marL="457200">
              <a:lnSpc>
                <a:spcPct val="115000"/>
              </a:lnSpc>
              <a:spcBef>
                <a:spcPts val="0"/>
              </a:spcBef>
              <a:spcAft>
                <a:spcPts val="0"/>
              </a:spcAft>
              <a:buClr>
                <a:schemeClr val="dk1"/>
              </a:buClr>
              <a:buSzPts val="1000"/>
              <a:buFont typeface="Nunito Sans"/>
              <a:buChar char="●"/>
              <a:defRPr sz="1000"/>
            </a:lvl1pPr>
            <a:lvl2pPr indent="-292100" lvl="1" marL="914400">
              <a:lnSpc>
                <a:spcPct val="115000"/>
              </a:lnSpc>
              <a:spcBef>
                <a:spcPts val="0"/>
              </a:spcBef>
              <a:spcAft>
                <a:spcPts val="0"/>
              </a:spcAft>
              <a:buClr>
                <a:schemeClr val="dk1"/>
              </a:buClr>
              <a:buSzPts val="1000"/>
              <a:buFont typeface="Nunito Sans"/>
              <a:buChar char="○"/>
              <a:defRPr sz="1000"/>
            </a:lvl2pPr>
            <a:lvl3pPr indent="-292100" lvl="2" marL="1371600">
              <a:lnSpc>
                <a:spcPct val="115000"/>
              </a:lnSpc>
              <a:spcBef>
                <a:spcPts val="0"/>
              </a:spcBef>
              <a:spcAft>
                <a:spcPts val="0"/>
              </a:spcAft>
              <a:buClr>
                <a:schemeClr val="dk1"/>
              </a:buClr>
              <a:buSzPts val="1000"/>
              <a:buFont typeface="Nunito Sans"/>
              <a:buChar char="■"/>
              <a:defRPr sz="1000"/>
            </a:lvl3pPr>
            <a:lvl4pPr indent="-292100" lvl="3" marL="1828800">
              <a:lnSpc>
                <a:spcPct val="115000"/>
              </a:lnSpc>
              <a:spcBef>
                <a:spcPts val="0"/>
              </a:spcBef>
              <a:spcAft>
                <a:spcPts val="0"/>
              </a:spcAft>
              <a:buClr>
                <a:schemeClr val="dk1"/>
              </a:buClr>
              <a:buSzPts val="1000"/>
              <a:buFont typeface="Nunito Sans"/>
              <a:buChar char="●"/>
              <a:defRPr sz="1000"/>
            </a:lvl4pPr>
            <a:lvl5pPr indent="-292100" lvl="4" marL="2286000">
              <a:lnSpc>
                <a:spcPct val="115000"/>
              </a:lnSpc>
              <a:spcBef>
                <a:spcPts val="0"/>
              </a:spcBef>
              <a:spcAft>
                <a:spcPts val="0"/>
              </a:spcAft>
              <a:buClr>
                <a:schemeClr val="dk1"/>
              </a:buClr>
              <a:buSzPts val="1000"/>
              <a:buFont typeface="Nunito Sans"/>
              <a:buChar char="○"/>
              <a:defRPr sz="1000"/>
            </a:lvl5pPr>
            <a:lvl6pPr indent="-292100" lvl="5" marL="2743200">
              <a:lnSpc>
                <a:spcPct val="115000"/>
              </a:lnSpc>
              <a:spcBef>
                <a:spcPts val="0"/>
              </a:spcBef>
              <a:spcAft>
                <a:spcPts val="0"/>
              </a:spcAft>
              <a:buClr>
                <a:schemeClr val="dk1"/>
              </a:buClr>
              <a:buSzPts val="1000"/>
              <a:buFont typeface="Nunito Sans"/>
              <a:buChar char="■"/>
              <a:defRPr sz="1000"/>
            </a:lvl6pPr>
            <a:lvl7pPr indent="-292100" lvl="6" marL="3200400">
              <a:lnSpc>
                <a:spcPct val="115000"/>
              </a:lnSpc>
              <a:spcBef>
                <a:spcPts val="0"/>
              </a:spcBef>
              <a:spcAft>
                <a:spcPts val="0"/>
              </a:spcAft>
              <a:buClr>
                <a:schemeClr val="dk1"/>
              </a:buClr>
              <a:buSzPts val="1000"/>
              <a:buFont typeface="Nunito Sans"/>
              <a:buChar char="●"/>
              <a:defRPr sz="1000"/>
            </a:lvl7pPr>
            <a:lvl8pPr indent="-292100" lvl="7" marL="3657600">
              <a:lnSpc>
                <a:spcPct val="115000"/>
              </a:lnSpc>
              <a:spcBef>
                <a:spcPts val="0"/>
              </a:spcBef>
              <a:spcAft>
                <a:spcPts val="0"/>
              </a:spcAft>
              <a:buClr>
                <a:schemeClr val="dk1"/>
              </a:buClr>
              <a:buSzPts val="1000"/>
              <a:buFont typeface="Nunito Sans"/>
              <a:buChar char="○"/>
              <a:defRPr sz="1000"/>
            </a:lvl8pPr>
            <a:lvl9pPr indent="-292100" lvl="8" marL="4114800">
              <a:lnSpc>
                <a:spcPct val="115000"/>
              </a:lnSpc>
              <a:spcBef>
                <a:spcPts val="0"/>
              </a:spcBef>
              <a:spcAft>
                <a:spcPts val="0"/>
              </a:spcAft>
              <a:buClr>
                <a:schemeClr val="dk1"/>
              </a:buClr>
              <a:buSzPts val="1000"/>
              <a:buFont typeface="Nunito Sans"/>
              <a:buChar char="■"/>
              <a:defRPr sz="1000"/>
            </a:lvl9pPr>
          </a:lstStyle>
          <a:p/>
        </p:txBody>
      </p:sp>
      <p:sp>
        <p:nvSpPr>
          <p:cNvPr id="638" name="Google Shape;638;p68"/>
          <p:cNvSpPr/>
          <p:nvPr>
            <p:ph idx="5" type="pic"/>
          </p:nvPr>
        </p:nvSpPr>
        <p:spPr>
          <a:xfrm>
            <a:off x="309350" y="952800"/>
            <a:ext cx="2754000" cy="1634100"/>
          </a:xfrm>
          <a:prstGeom prst="roundRect">
            <a:avLst>
              <a:gd fmla="val 16667" name="adj"/>
            </a:avLst>
          </a:prstGeom>
          <a:noFill/>
          <a:ln>
            <a:noFill/>
          </a:ln>
        </p:spPr>
      </p:sp>
      <p:sp>
        <p:nvSpPr>
          <p:cNvPr id="639" name="Google Shape;639;p68"/>
          <p:cNvSpPr txBox="1"/>
          <p:nvPr>
            <p:ph idx="6" type="title"/>
          </p:nvPr>
        </p:nvSpPr>
        <p:spPr>
          <a:xfrm>
            <a:off x="3154650" y="2709375"/>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40" name="Google Shape;640;p68"/>
          <p:cNvSpPr txBox="1"/>
          <p:nvPr>
            <p:ph idx="7" type="title"/>
          </p:nvPr>
        </p:nvSpPr>
        <p:spPr>
          <a:xfrm>
            <a:off x="3154650" y="858000"/>
            <a:ext cx="2834700" cy="742200"/>
          </a:xfrm>
          <a:prstGeom prst="rect">
            <a:avLst/>
          </a:prstGeom>
        </p:spPr>
        <p:txBody>
          <a:bodyPr anchorCtr="0" anchor="t" bIns="91425" lIns="91425" spcFirstLastPara="1" rIns="91425" wrap="square" tIns="91425">
            <a:spAutoFit/>
          </a:bodyPr>
          <a:lstStyle>
            <a:lvl1pPr lvl="0">
              <a:lnSpc>
                <a:spcPct val="115000"/>
              </a:lnSpc>
              <a:spcBef>
                <a:spcPts val="0"/>
              </a:spcBef>
              <a:spcAft>
                <a:spcPts val="0"/>
              </a:spcAft>
              <a:buNone/>
              <a:defRPr b="0" sz="1400">
                <a:latin typeface="Poppins Medium"/>
                <a:ea typeface="Poppins Medium"/>
                <a:cs typeface="Poppins Medium"/>
                <a:sym typeface="Poppins Medium"/>
              </a:defRPr>
            </a:lvl1pPr>
            <a:lvl2pPr lvl="1">
              <a:spcBef>
                <a:spcPts val="0"/>
              </a:spcBef>
              <a:spcAft>
                <a:spcPts val="0"/>
              </a:spcAft>
              <a:buNone/>
              <a:defRPr sz="2000">
                <a:latin typeface="Nunito Sans"/>
                <a:ea typeface="Nunito Sans"/>
                <a:cs typeface="Nunito Sans"/>
                <a:sym typeface="Nunito Sans"/>
              </a:defRPr>
            </a:lvl2pPr>
            <a:lvl3pPr lvl="2">
              <a:spcBef>
                <a:spcPts val="0"/>
              </a:spcBef>
              <a:spcAft>
                <a:spcPts val="0"/>
              </a:spcAft>
              <a:buNone/>
              <a:defRPr sz="2000">
                <a:latin typeface="Nunito Sans"/>
                <a:ea typeface="Nunito Sans"/>
                <a:cs typeface="Nunito Sans"/>
                <a:sym typeface="Nunito Sans"/>
              </a:defRPr>
            </a:lvl3pPr>
            <a:lvl4pPr lvl="3">
              <a:spcBef>
                <a:spcPts val="0"/>
              </a:spcBef>
              <a:spcAft>
                <a:spcPts val="0"/>
              </a:spcAft>
              <a:buNone/>
              <a:defRPr sz="2000">
                <a:latin typeface="Nunito Sans"/>
                <a:ea typeface="Nunito Sans"/>
                <a:cs typeface="Nunito Sans"/>
                <a:sym typeface="Nunito Sans"/>
              </a:defRPr>
            </a:lvl4pPr>
            <a:lvl5pPr lvl="4">
              <a:spcBef>
                <a:spcPts val="0"/>
              </a:spcBef>
              <a:spcAft>
                <a:spcPts val="0"/>
              </a:spcAft>
              <a:buNone/>
              <a:defRPr sz="2000">
                <a:latin typeface="Nunito Sans"/>
                <a:ea typeface="Nunito Sans"/>
                <a:cs typeface="Nunito Sans"/>
                <a:sym typeface="Nunito Sans"/>
              </a:defRPr>
            </a:lvl5pPr>
            <a:lvl6pPr lvl="5">
              <a:spcBef>
                <a:spcPts val="0"/>
              </a:spcBef>
              <a:spcAft>
                <a:spcPts val="0"/>
              </a:spcAft>
              <a:buNone/>
              <a:defRPr sz="2000">
                <a:latin typeface="Nunito Sans"/>
                <a:ea typeface="Nunito Sans"/>
                <a:cs typeface="Nunito Sans"/>
                <a:sym typeface="Nunito Sans"/>
              </a:defRPr>
            </a:lvl6pPr>
            <a:lvl7pPr lvl="6">
              <a:spcBef>
                <a:spcPts val="0"/>
              </a:spcBef>
              <a:spcAft>
                <a:spcPts val="0"/>
              </a:spcAft>
              <a:buNone/>
              <a:defRPr sz="2000">
                <a:latin typeface="Nunito Sans"/>
                <a:ea typeface="Nunito Sans"/>
                <a:cs typeface="Nunito Sans"/>
                <a:sym typeface="Nunito Sans"/>
              </a:defRPr>
            </a:lvl7pPr>
            <a:lvl8pPr lvl="7">
              <a:spcBef>
                <a:spcPts val="0"/>
              </a:spcBef>
              <a:spcAft>
                <a:spcPts val="0"/>
              </a:spcAft>
              <a:buNone/>
              <a:defRPr sz="2000">
                <a:latin typeface="Nunito Sans"/>
                <a:ea typeface="Nunito Sans"/>
                <a:cs typeface="Nunito Sans"/>
                <a:sym typeface="Nunito Sans"/>
              </a:defRPr>
            </a:lvl8pPr>
            <a:lvl9pPr lvl="8">
              <a:spcBef>
                <a:spcPts val="0"/>
              </a:spcBef>
              <a:spcAft>
                <a:spcPts val="0"/>
              </a:spcAft>
              <a:buNone/>
              <a:defRPr sz="2000">
                <a:latin typeface="Nunito Sans"/>
                <a:ea typeface="Nunito Sans"/>
                <a:cs typeface="Nunito Sans"/>
                <a:sym typeface="Nunito Sans"/>
              </a:defRPr>
            </a:lvl9pPr>
          </a:lstStyle>
          <a:p/>
        </p:txBody>
      </p:sp>
      <p:sp>
        <p:nvSpPr>
          <p:cNvPr id="641" name="Google Shape;641;p68"/>
          <p:cNvSpPr txBox="1"/>
          <p:nvPr>
            <p:ph idx="8" type="title"/>
          </p:nvPr>
        </p:nvSpPr>
        <p:spPr>
          <a:xfrm>
            <a:off x="228600" y="228600"/>
            <a:ext cx="5760600" cy="652200"/>
          </a:xfrm>
          <a:prstGeom prst="rect">
            <a:avLst/>
          </a:prstGeom>
        </p:spPr>
        <p:txBody>
          <a:bodyPr anchorCtr="0" anchor="t" bIns="91425" lIns="91425" spcFirstLastPara="1" rIns="91425" wrap="square" tIns="91425">
            <a:spAutoFit/>
          </a:bodyPr>
          <a:lstStyle>
            <a:lvl1pPr lvl="0">
              <a:spcBef>
                <a:spcPts val="0"/>
              </a:spcBef>
              <a:spcAft>
                <a:spcPts val="0"/>
              </a:spcAft>
              <a:buNone/>
              <a:defRPr sz="2400">
                <a:solidFill>
                  <a:schemeClr val="accent1"/>
                </a:solidFill>
              </a:defRPr>
            </a:lvl1pPr>
            <a:lvl2pPr lvl="1">
              <a:spcBef>
                <a:spcPts val="0"/>
              </a:spcBef>
              <a:spcAft>
                <a:spcPts val="0"/>
              </a:spcAft>
              <a:buNone/>
              <a:defRPr sz="2400">
                <a:solidFill>
                  <a:schemeClr val="accent1"/>
                </a:solidFill>
                <a:latin typeface="Poppins SemiBold"/>
                <a:ea typeface="Poppins SemiBold"/>
                <a:cs typeface="Poppins SemiBold"/>
                <a:sym typeface="Poppins SemiBold"/>
              </a:defRPr>
            </a:lvl2pPr>
            <a:lvl3pPr lvl="2">
              <a:spcBef>
                <a:spcPts val="0"/>
              </a:spcBef>
              <a:spcAft>
                <a:spcPts val="0"/>
              </a:spcAft>
              <a:buNone/>
              <a:defRPr sz="2400">
                <a:solidFill>
                  <a:schemeClr val="accent1"/>
                </a:solidFill>
                <a:latin typeface="Poppins SemiBold"/>
                <a:ea typeface="Poppins SemiBold"/>
                <a:cs typeface="Poppins SemiBold"/>
                <a:sym typeface="Poppins SemiBold"/>
              </a:defRPr>
            </a:lvl3pPr>
            <a:lvl4pPr lvl="3">
              <a:spcBef>
                <a:spcPts val="0"/>
              </a:spcBef>
              <a:spcAft>
                <a:spcPts val="0"/>
              </a:spcAft>
              <a:buNone/>
              <a:defRPr sz="2400">
                <a:solidFill>
                  <a:schemeClr val="accent1"/>
                </a:solidFill>
                <a:latin typeface="Poppins SemiBold"/>
                <a:ea typeface="Poppins SemiBold"/>
                <a:cs typeface="Poppins SemiBold"/>
                <a:sym typeface="Poppins SemiBold"/>
              </a:defRPr>
            </a:lvl4pPr>
            <a:lvl5pPr lvl="4">
              <a:spcBef>
                <a:spcPts val="0"/>
              </a:spcBef>
              <a:spcAft>
                <a:spcPts val="0"/>
              </a:spcAft>
              <a:buNone/>
              <a:defRPr sz="2400">
                <a:solidFill>
                  <a:schemeClr val="accent1"/>
                </a:solidFill>
                <a:latin typeface="Poppins SemiBold"/>
                <a:ea typeface="Poppins SemiBold"/>
                <a:cs typeface="Poppins SemiBold"/>
                <a:sym typeface="Poppins SemiBold"/>
              </a:defRPr>
            </a:lvl5pPr>
            <a:lvl6pPr lvl="5">
              <a:spcBef>
                <a:spcPts val="0"/>
              </a:spcBef>
              <a:spcAft>
                <a:spcPts val="0"/>
              </a:spcAft>
              <a:buNone/>
              <a:defRPr sz="2400">
                <a:solidFill>
                  <a:schemeClr val="accent1"/>
                </a:solidFill>
                <a:latin typeface="Poppins SemiBold"/>
                <a:ea typeface="Poppins SemiBold"/>
                <a:cs typeface="Poppins SemiBold"/>
                <a:sym typeface="Poppins SemiBold"/>
              </a:defRPr>
            </a:lvl6pPr>
            <a:lvl7pPr lvl="6">
              <a:spcBef>
                <a:spcPts val="0"/>
              </a:spcBef>
              <a:spcAft>
                <a:spcPts val="0"/>
              </a:spcAft>
              <a:buNone/>
              <a:defRPr sz="2400">
                <a:solidFill>
                  <a:schemeClr val="accent1"/>
                </a:solidFill>
                <a:latin typeface="Poppins SemiBold"/>
                <a:ea typeface="Poppins SemiBold"/>
                <a:cs typeface="Poppins SemiBold"/>
                <a:sym typeface="Poppins SemiBold"/>
              </a:defRPr>
            </a:lvl7pPr>
            <a:lvl8pPr lvl="7">
              <a:spcBef>
                <a:spcPts val="0"/>
              </a:spcBef>
              <a:spcAft>
                <a:spcPts val="0"/>
              </a:spcAft>
              <a:buNone/>
              <a:defRPr sz="2400">
                <a:solidFill>
                  <a:schemeClr val="accent1"/>
                </a:solidFill>
                <a:latin typeface="Poppins SemiBold"/>
                <a:ea typeface="Poppins SemiBold"/>
                <a:cs typeface="Poppins SemiBold"/>
                <a:sym typeface="Poppins SemiBold"/>
              </a:defRPr>
            </a:lvl8pPr>
            <a:lvl9pPr lvl="8">
              <a:spcBef>
                <a:spcPts val="0"/>
              </a:spcBef>
              <a:spcAft>
                <a:spcPts val="0"/>
              </a:spcAft>
              <a:buNone/>
              <a:defRPr sz="2400">
                <a:solidFill>
                  <a:schemeClr val="accent1"/>
                </a:solidFill>
                <a:latin typeface="Poppins SemiBold"/>
                <a:ea typeface="Poppins SemiBold"/>
                <a:cs typeface="Poppins SemiBold"/>
                <a:sym typeface="Poppins SemiBold"/>
              </a:defRPr>
            </a:lvl9pPr>
          </a:lstStyle>
          <a:p/>
        </p:txBody>
      </p:sp>
      <p:sp>
        <p:nvSpPr>
          <p:cNvPr id="642" name="Google Shape;642;p68"/>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643" name="Google Shape;643;p68"/>
          <p:cNvSpPr txBox="1"/>
          <p:nvPr>
            <p:ph idx="9" type="title"/>
          </p:nvPr>
        </p:nvSpPr>
        <p:spPr>
          <a:xfrm>
            <a:off x="6080825" y="858000"/>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44" name="Google Shape;644;p68"/>
          <p:cNvSpPr txBox="1"/>
          <p:nvPr>
            <p:ph idx="13"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ersona - Alt 1">
  <p:cSld name="BLANK_1_1_1_1_2_1_2_1_1">
    <p:spTree>
      <p:nvGrpSpPr>
        <p:cNvPr id="645" name="Shape 645"/>
        <p:cNvGrpSpPr/>
        <p:nvPr/>
      </p:nvGrpSpPr>
      <p:grpSpPr>
        <a:xfrm>
          <a:off x="0" y="0"/>
          <a:ext cx="0" cy="0"/>
          <a:chOff x="0" y="0"/>
          <a:chExt cx="0" cy="0"/>
        </a:xfrm>
      </p:grpSpPr>
      <p:pic>
        <p:nvPicPr>
          <p:cNvPr id="646" name="Google Shape;646;p69"/>
          <p:cNvPicPr preferRelativeResize="0"/>
          <p:nvPr/>
        </p:nvPicPr>
        <p:blipFill rotWithShape="1">
          <a:blip r:embed="rId2">
            <a:alphaModFix/>
          </a:blip>
          <a:srcRect b="0" l="535" r="33362" t="71891"/>
          <a:stretch/>
        </p:blipFill>
        <p:spPr>
          <a:xfrm>
            <a:off x="5624200" y="0"/>
            <a:ext cx="3519800" cy="1496699"/>
          </a:xfrm>
          <a:prstGeom prst="rect">
            <a:avLst/>
          </a:prstGeom>
          <a:noFill/>
          <a:ln>
            <a:noFill/>
          </a:ln>
        </p:spPr>
      </p:pic>
      <p:sp>
        <p:nvSpPr>
          <p:cNvPr id="647" name="Google Shape;647;p69"/>
          <p:cNvSpPr txBox="1"/>
          <p:nvPr>
            <p:ph idx="1" type="body"/>
          </p:nvPr>
        </p:nvSpPr>
        <p:spPr>
          <a:xfrm>
            <a:off x="3154650" y="1167124"/>
            <a:ext cx="2834700" cy="728400"/>
          </a:xfrm>
          <a:prstGeom prst="rect">
            <a:avLst/>
          </a:prstGeom>
        </p:spPr>
        <p:txBody>
          <a:bodyPr anchorCtr="0" anchor="t" bIns="91425" lIns="91425" spcFirstLastPara="1" rIns="91425" wrap="square" tIns="91425">
            <a:spAutoFit/>
          </a:bodyPr>
          <a:lstStyle>
            <a:lvl1pPr indent="-292100" lvl="0" marL="457200">
              <a:lnSpc>
                <a:spcPct val="115000"/>
              </a:lnSpc>
              <a:spcBef>
                <a:spcPts val="0"/>
              </a:spcBef>
              <a:spcAft>
                <a:spcPts val="0"/>
              </a:spcAft>
              <a:buClr>
                <a:schemeClr val="dk1"/>
              </a:buClr>
              <a:buSzPts val="1000"/>
              <a:buFont typeface="Nunito Sans"/>
              <a:buChar char="●"/>
              <a:defRPr sz="1000"/>
            </a:lvl1pPr>
            <a:lvl2pPr indent="-292100" lvl="1" marL="914400">
              <a:lnSpc>
                <a:spcPct val="115000"/>
              </a:lnSpc>
              <a:spcBef>
                <a:spcPts val="0"/>
              </a:spcBef>
              <a:spcAft>
                <a:spcPts val="0"/>
              </a:spcAft>
              <a:buClr>
                <a:schemeClr val="dk1"/>
              </a:buClr>
              <a:buSzPts val="1000"/>
              <a:buFont typeface="Nunito Sans"/>
              <a:buChar char="○"/>
              <a:defRPr sz="1000"/>
            </a:lvl2pPr>
            <a:lvl3pPr indent="-292100" lvl="2" marL="1371600">
              <a:lnSpc>
                <a:spcPct val="115000"/>
              </a:lnSpc>
              <a:spcBef>
                <a:spcPts val="0"/>
              </a:spcBef>
              <a:spcAft>
                <a:spcPts val="0"/>
              </a:spcAft>
              <a:buClr>
                <a:schemeClr val="dk1"/>
              </a:buClr>
              <a:buSzPts val="1000"/>
              <a:buFont typeface="Nunito Sans"/>
              <a:buChar char="■"/>
              <a:defRPr sz="1000"/>
            </a:lvl3pPr>
            <a:lvl4pPr indent="-292100" lvl="3" marL="1828800">
              <a:lnSpc>
                <a:spcPct val="115000"/>
              </a:lnSpc>
              <a:spcBef>
                <a:spcPts val="0"/>
              </a:spcBef>
              <a:spcAft>
                <a:spcPts val="0"/>
              </a:spcAft>
              <a:buClr>
                <a:schemeClr val="dk1"/>
              </a:buClr>
              <a:buSzPts val="1000"/>
              <a:buFont typeface="Nunito Sans"/>
              <a:buChar char="●"/>
              <a:defRPr sz="1000"/>
            </a:lvl4pPr>
            <a:lvl5pPr indent="-292100" lvl="4" marL="2286000">
              <a:lnSpc>
                <a:spcPct val="115000"/>
              </a:lnSpc>
              <a:spcBef>
                <a:spcPts val="0"/>
              </a:spcBef>
              <a:spcAft>
                <a:spcPts val="0"/>
              </a:spcAft>
              <a:buClr>
                <a:schemeClr val="dk1"/>
              </a:buClr>
              <a:buSzPts val="1000"/>
              <a:buFont typeface="Nunito Sans"/>
              <a:buChar char="○"/>
              <a:defRPr sz="1000"/>
            </a:lvl5pPr>
            <a:lvl6pPr indent="-292100" lvl="5" marL="2743200">
              <a:lnSpc>
                <a:spcPct val="115000"/>
              </a:lnSpc>
              <a:spcBef>
                <a:spcPts val="0"/>
              </a:spcBef>
              <a:spcAft>
                <a:spcPts val="0"/>
              </a:spcAft>
              <a:buClr>
                <a:schemeClr val="dk1"/>
              </a:buClr>
              <a:buSzPts val="1000"/>
              <a:buFont typeface="Nunito Sans"/>
              <a:buChar char="■"/>
              <a:defRPr sz="1000"/>
            </a:lvl6pPr>
            <a:lvl7pPr indent="-292100" lvl="6" marL="3200400">
              <a:lnSpc>
                <a:spcPct val="115000"/>
              </a:lnSpc>
              <a:spcBef>
                <a:spcPts val="0"/>
              </a:spcBef>
              <a:spcAft>
                <a:spcPts val="0"/>
              </a:spcAft>
              <a:buClr>
                <a:schemeClr val="dk1"/>
              </a:buClr>
              <a:buSzPts val="1000"/>
              <a:buFont typeface="Nunito Sans"/>
              <a:buChar char="●"/>
              <a:defRPr sz="1000"/>
            </a:lvl7pPr>
            <a:lvl8pPr indent="-292100" lvl="7" marL="3657600">
              <a:lnSpc>
                <a:spcPct val="115000"/>
              </a:lnSpc>
              <a:spcBef>
                <a:spcPts val="0"/>
              </a:spcBef>
              <a:spcAft>
                <a:spcPts val="0"/>
              </a:spcAft>
              <a:buClr>
                <a:schemeClr val="dk1"/>
              </a:buClr>
              <a:buSzPts val="1000"/>
              <a:buFont typeface="Nunito Sans"/>
              <a:buChar char="○"/>
              <a:defRPr sz="1000"/>
            </a:lvl8pPr>
            <a:lvl9pPr indent="-292100" lvl="8" marL="4114800">
              <a:lnSpc>
                <a:spcPct val="115000"/>
              </a:lnSpc>
              <a:spcBef>
                <a:spcPts val="0"/>
              </a:spcBef>
              <a:spcAft>
                <a:spcPts val="0"/>
              </a:spcAft>
              <a:buClr>
                <a:schemeClr val="dk1"/>
              </a:buClr>
              <a:buSzPts val="1000"/>
              <a:buFont typeface="Nunito Sans"/>
              <a:buChar char="■"/>
              <a:defRPr sz="1000"/>
            </a:lvl9pPr>
          </a:lstStyle>
          <a:p/>
        </p:txBody>
      </p:sp>
      <p:sp>
        <p:nvSpPr>
          <p:cNvPr id="648" name="Google Shape;648;p69"/>
          <p:cNvSpPr txBox="1"/>
          <p:nvPr>
            <p:ph idx="2" type="body"/>
          </p:nvPr>
        </p:nvSpPr>
        <p:spPr>
          <a:xfrm>
            <a:off x="228600" y="1167124"/>
            <a:ext cx="2834700" cy="728400"/>
          </a:xfrm>
          <a:prstGeom prst="rect">
            <a:avLst/>
          </a:prstGeom>
        </p:spPr>
        <p:txBody>
          <a:bodyPr anchorCtr="0" anchor="t" bIns="91425" lIns="91425" spcFirstLastPara="1" rIns="91425" wrap="square" tIns="91425">
            <a:spAutoFit/>
          </a:bodyPr>
          <a:lstStyle>
            <a:lvl1pPr indent="-292100" lvl="0" marL="457200">
              <a:lnSpc>
                <a:spcPct val="115000"/>
              </a:lnSpc>
              <a:spcBef>
                <a:spcPts val="0"/>
              </a:spcBef>
              <a:spcAft>
                <a:spcPts val="0"/>
              </a:spcAft>
              <a:buClr>
                <a:schemeClr val="dk1"/>
              </a:buClr>
              <a:buSzPts val="1000"/>
              <a:buFont typeface="Nunito Sans"/>
              <a:buChar char="●"/>
              <a:defRPr sz="1000"/>
            </a:lvl1pPr>
            <a:lvl2pPr indent="-292100" lvl="1" marL="914400">
              <a:lnSpc>
                <a:spcPct val="115000"/>
              </a:lnSpc>
              <a:spcBef>
                <a:spcPts val="0"/>
              </a:spcBef>
              <a:spcAft>
                <a:spcPts val="0"/>
              </a:spcAft>
              <a:buClr>
                <a:schemeClr val="dk1"/>
              </a:buClr>
              <a:buSzPts val="1000"/>
              <a:buFont typeface="Nunito Sans"/>
              <a:buChar char="○"/>
              <a:defRPr sz="1000"/>
            </a:lvl2pPr>
            <a:lvl3pPr indent="-292100" lvl="2" marL="1371600">
              <a:lnSpc>
                <a:spcPct val="115000"/>
              </a:lnSpc>
              <a:spcBef>
                <a:spcPts val="0"/>
              </a:spcBef>
              <a:spcAft>
                <a:spcPts val="0"/>
              </a:spcAft>
              <a:buClr>
                <a:schemeClr val="dk1"/>
              </a:buClr>
              <a:buSzPts val="1000"/>
              <a:buFont typeface="Nunito Sans"/>
              <a:buChar char="■"/>
              <a:defRPr sz="1000"/>
            </a:lvl3pPr>
            <a:lvl4pPr indent="-292100" lvl="3" marL="1828800">
              <a:lnSpc>
                <a:spcPct val="115000"/>
              </a:lnSpc>
              <a:spcBef>
                <a:spcPts val="0"/>
              </a:spcBef>
              <a:spcAft>
                <a:spcPts val="0"/>
              </a:spcAft>
              <a:buClr>
                <a:schemeClr val="dk1"/>
              </a:buClr>
              <a:buSzPts val="1000"/>
              <a:buFont typeface="Nunito Sans"/>
              <a:buChar char="●"/>
              <a:defRPr sz="1000"/>
            </a:lvl4pPr>
            <a:lvl5pPr indent="-292100" lvl="4" marL="2286000">
              <a:lnSpc>
                <a:spcPct val="115000"/>
              </a:lnSpc>
              <a:spcBef>
                <a:spcPts val="0"/>
              </a:spcBef>
              <a:spcAft>
                <a:spcPts val="0"/>
              </a:spcAft>
              <a:buClr>
                <a:schemeClr val="dk1"/>
              </a:buClr>
              <a:buSzPts val="1000"/>
              <a:buFont typeface="Nunito Sans"/>
              <a:buChar char="○"/>
              <a:defRPr sz="1000"/>
            </a:lvl5pPr>
            <a:lvl6pPr indent="-292100" lvl="5" marL="2743200">
              <a:lnSpc>
                <a:spcPct val="115000"/>
              </a:lnSpc>
              <a:spcBef>
                <a:spcPts val="0"/>
              </a:spcBef>
              <a:spcAft>
                <a:spcPts val="0"/>
              </a:spcAft>
              <a:buClr>
                <a:schemeClr val="dk1"/>
              </a:buClr>
              <a:buSzPts val="1000"/>
              <a:buFont typeface="Nunito Sans"/>
              <a:buChar char="■"/>
              <a:defRPr sz="1000"/>
            </a:lvl6pPr>
            <a:lvl7pPr indent="-292100" lvl="6" marL="3200400">
              <a:lnSpc>
                <a:spcPct val="115000"/>
              </a:lnSpc>
              <a:spcBef>
                <a:spcPts val="0"/>
              </a:spcBef>
              <a:spcAft>
                <a:spcPts val="0"/>
              </a:spcAft>
              <a:buClr>
                <a:schemeClr val="dk1"/>
              </a:buClr>
              <a:buSzPts val="1000"/>
              <a:buFont typeface="Nunito Sans"/>
              <a:buChar char="●"/>
              <a:defRPr sz="1000"/>
            </a:lvl7pPr>
            <a:lvl8pPr indent="-292100" lvl="7" marL="3657600">
              <a:lnSpc>
                <a:spcPct val="115000"/>
              </a:lnSpc>
              <a:spcBef>
                <a:spcPts val="0"/>
              </a:spcBef>
              <a:spcAft>
                <a:spcPts val="0"/>
              </a:spcAft>
              <a:buClr>
                <a:schemeClr val="dk1"/>
              </a:buClr>
              <a:buSzPts val="1000"/>
              <a:buFont typeface="Nunito Sans"/>
              <a:buChar char="○"/>
              <a:defRPr sz="1000"/>
            </a:lvl8pPr>
            <a:lvl9pPr indent="-292100" lvl="8" marL="4114800">
              <a:lnSpc>
                <a:spcPct val="115000"/>
              </a:lnSpc>
              <a:spcBef>
                <a:spcPts val="0"/>
              </a:spcBef>
              <a:spcAft>
                <a:spcPts val="0"/>
              </a:spcAft>
              <a:buClr>
                <a:schemeClr val="dk1"/>
              </a:buClr>
              <a:buSzPts val="1000"/>
              <a:buFont typeface="Nunito Sans"/>
              <a:buChar char="■"/>
              <a:defRPr sz="1000"/>
            </a:lvl9pPr>
          </a:lstStyle>
          <a:p/>
        </p:txBody>
      </p:sp>
      <p:sp>
        <p:nvSpPr>
          <p:cNvPr id="649" name="Google Shape;649;p69"/>
          <p:cNvSpPr txBox="1"/>
          <p:nvPr>
            <p:ph type="title"/>
          </p:nvPr>
        </p:nvSpPr>
        <p:spPr>
          <a:xfrm>
            <a:off x="1843500" y="2984230"/>
            <a:ext cx="1219800" cy="126900"/>
          </a:xfrm>
          <a:prstGeom prst="rect">
            <a:avLst/>
          </a:prstGeom>
        </p:spPr>
        <p:txBody>
          <a:bodyPr anchorCtr="0" anchor="ctr" bIns="0" lIns="91425" spcFirstLastPara="1" rIns="91425" wrap="square" tIns="0">
            <a:noAutofit/>
          </a:bodyPr>
          <a:lstStyle>
            <a:lvl1pPr lvl="0" algn="r">
              <a:spcBef>
                <a:spcPts val="0"/>
              </a:spcBef>
              <a:spcAft>
                <a:spcPts val="0"/>
              </a:spcAft>
              <a:buNone/>
              <a:defRPr b="0" sz="700">
                <a:latin typeface="Nunito Sans"/>
                <a:ea typeface="Nunito Sans"/>
                <a:cs typeface="Nunito Sans"/>
                <a:sym typeface="Nunito Sans"/>
              </a:defRPr>
            </a:lvl1pPr>
            <a:lvl2pPr lvl="1" algn="r">
              <a:spcBef>
                <a:spcPts val="0"/>
              </a:spcBef>
              <a:spcAft>
                <a:spcPts val="0"/>
              </a:spcAft>
              <a:buNone/>
              <a:defRPr sz="900">
                <a:latin typeface="Nunito Sans"/>
                <a:ea typeface="Nunito Sans"/>
                <a:cs typeface="Nunito Sans"/>
                <a:sym typeface="Nunito Sans"/>
              </a:defRPr>
            </a:lvl2pPr>
            <a:lvl3pPr lvl="2" algn="r">
              <a:spcBef>
                <a:spcPts val="0"/>
              </a:spcBef>
              <a:spcAft>
                <a:spcPts val="0"/>
              </a:spcAft>
              <a:buNone/>
              <a:defRPr sz="900">
                <a:latin typeface="Nunito Sans"/>
                <a:ea typeface="Nunito Sans"/>
                <a:cs typeface="Nunito Sans"/>
                <a:sym typeface="Nunito Sans"/>
              </a:defRPr>
            </a:lvl3pPr>
            <a:lvl4pPr lvl="3" algn="r">
              <a:spcBef>
                <a:spcPts val="0"/>
              </a:spcBef>
              <a:spcAft>
                <a:spcPts val="0"/>
              </a:spcAft>
              <a:buNone/>
              <a:defRPr sz="900">
                <a:latin typeface="Nunito Sans"/>
                <a:ea typeface="Nunito Sans"/>
                <a:cs typeface="Nunito Sans"/>
                <a:sym typeface="Nunito Sans"/>
              </a:defRPr>
            </a:lvl4pPr>
            <a:lvl5pPr lvl="4" algn="r">
              <a:spcBef>
                <a:spcPts val="0"/>
              </a:spcBef>
              <a:spcAft>
                <a:spcPts val="0"/>
              </a:spcAft>
              <a:buNone/>
              <a:defRPr sz="900">
                <a:latin typeface="Nunito Sans"/>
                <a:ea typeface="Nunito Sans"/>
                <a:cs typeface="Nunito Sans"/>
                <a:sym typeface="Nunito Sans"/>
              </a:defRPr>
            </a:lvl5pPr>
            <a:lvl6pPr lvl="5" algn="r">
              <a:spcBef>
                <a:spcPts val="0"/>
              </a:spcBef>
              <a:spcAft>
                <a:spcPts val="0"/>
              </a:spcAft>
              <a:buNone/>
              <a:defRPr sz="900">
                <a:latin typeface="Nunito Sans"/>
                <a:ea typeface="Nunito Sans"/>
                <a:cs typeface="Nunito Sans"/>
                <a:sym typeface="Nunito Sans"/>
              </a:defRPr>
            </a:lvl6pPr>
            <a:lvl7pPr lvl="6" algn="r">
              <a:spcBef>
                <a:spcPts val="0"/>
              </a:spcBef>
              <a:spcAft>
                <a:spcPts val="0"/>
              </a:spcAft>
              <a:buNone/>
              <a:defRPr sz="900">
                <a:latin typeface="Nunito Sans"/>
                <a:ea typeface="Nunito Sans"/>
                <a:cs typeface="Nunito Sans"/>
                <a:sym typeface="Nunito Sans"/>
              </a:defRPr>
            </a:lvl7pPr>
            <a:lvl8pPr lvl="7" algn="r">
              <a:spcBef>
                <a:spcPts val="0"/>
              </a:spcBef>
              <a:spcAft>
                <a:spcPts val="0"/>
              </a:spcAft>
              <a:buNone/>
              <a:defRPr sz="900">
                <a:latin typeface="Nunito Sans"/>
                <a:ea typeface="Nunito Sans"/>
                <a:cs typeface="Nunito Sans"/>
                <a:sym typeface="Nunito Sans"/>
              </a:defRPr>
            </a:lvl8pPr>
            <a:lvl9pPr lvl="8" algn="r">
              <a:spcBef>
                <a:spcPts val="0"/>
              </a:spcBef>
              <a:spcAft>
                <a:spcPts val="0"/>
              </a:spcAft>
              <a:buNone/>
              <a:defRPr sz="900">
                <a:latin typeface="Nunito Sans"/>
                <a:ea typeface="Nunito Sans"/>
                <a:cs typeface="Nunito Sans"/>
                <a:sym typeface="Nunito Sans"/>
              </a:defRPr>
            </a:lvl9pPr>
          </a:lstStyle>
          <a:p/>
        </p:txBody>
      </p:sp>
      <p:sp>
        <p:nvSpPr>
          <p:cNvPr id="650" name="Google Shape;650;p69"/>
          <p:cNvSpPr txBox="1"/>
          <p:nvPr>
            <p:ph idx="3" type="title"/>
          </p:nvPr>
        </p:nvSpPr>
        <p:spPr>
          <a:xfrm>
            <a:off x="3154650" y="1955684"/>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51" name="Google Shape;651;p69"/>
          <p:cNvSpPr txBox="1"/>
          <p:nvPr>
            <p:ph idx="4" type="title"/>
          </p:nvPr>
        </p:nvSpPr>
        <p:spPr>
          <a:xfrm>
            <a:off x="3154650" y="850081"/>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52" name="Google Shape;652;p69"/>
          <p:cNvSpPr txBox="1"/>
          <p:nvPr>
            <p:ph idx="5" type="title"/>
          </p:nvPr>
        </p:nvSpPr>
        <p:spPr>
          <a:xfrm>
            <a:off x="228600" y="850081"/>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53" name="Google Shape;653;p69"/>
          <p:cNvSpPr txBox="1"/>
          <p:nvPr>
            <p:ph idx="6" type="title"/>
          </p:nvPr>
        </p:nvSpPr>
        <p:spPr>
          <a:xfrm>
            <a:off x="6080825" y="850081"/>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54" name="Google Shape;654;p69"/>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655" name="Google Shape;655;p69"/>
          <p:cNvSpPr txBox="1"/>
          <p:nvPr>
            <p:ph idx="7" type="title"/>
          </p:nvPr>
        </p:nvSpPr>
        <p:spPr>
          <a:xfrm>
            <a:off x="6080825" y="2600385"/>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56" name="Google Shape;656;p69"/>
          <p:cNvSpPr txBox="1"/>
          <p:nvPr>
            <p:ph idx="8" type="title"/>
          </p:nvPr>
        </p:nvSpPr>
        <p:spPr>
          <a:xfrm>
            <a:off x="228600" y="1955684"/>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57" name="Google Shape;657;p69"/>
          <p:cNvSpPr txBox="1"/>
          <p:nvPr>
            <p:ph idx="9" type="title"/>
          </p:nvPr>
        </p:nvSpPr>
        <p:spPr>
          <a:xfrm>
            <a:off x="3154650" y="3394161"/>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58" name="Google Shape;658;p69"/>
          <p:cNvSpPr txBox="1"/>
          <p:nvPr>
            <p:ph idx="13" type="title"/>
          </p:nvPr>
        </p:nvSpPr>
        <p:spPr>
          <a:xfrm>
            <a:off x="228600" y="3394161"/>
            <a:ext cx="2834700" cy="292500"/>
          </a:xfrm>
          <a:prstGeom prst="rect">
            <a:avLst/>
          </a:prstGeom>
        </p:spPr>
        <p:txBody>
          <a:bodyPr anchorCtr="0" anchor="t" bIns="0" lIns="91425" spcFirstLastPara="1" rIns="91425" wrap="square" tIns="91425">
            <a:spAutoFit/>
          </a:bodyPr>
          <a:lstStyle>
            <a:lvl1pPr lvl="0">
              <a:spcBef>
                <a:spcPts val="0"/>
              </a:spcBef>
              <a:spcAft>
                <a:spcPts val="0"/>
              </a:spcAft>
              <a:buNone/>
              <a:defRPr sz="900">
                <a:solidFill>
                  <a:schemeClr val="accent1"/>
                </a:solidFill>
                <a:latin typeface="Nunito Sans"/>
                <a:ea typeface="Nunito Sans"/>
                <a:cs typeface="Nunito Sans"/>
                <a:sym typeface="Nunito Sans"/>
              </a:defRPr>
            </a:lvl1pPr>
            <a:lvl2pPr lvl="1">
              <a:spcBef>
                <a:spcPts val="0"/>
              </a:spcBef>
              <a:spcAft>
                <a:spcPts val="0"/>
              </a:spcAft>
              <a:buNone/>
              <a:defRPr sz="900">
                <a:solidFill>
                  <a:schemeClr val="accent1"/>
                </a:solidFill>
                <a:latin typeface="Nunito Sans"/>
                <a:ea typeface="Nunito Sans"/>
                <a:cs typeface="Nunito Sans"/>
                <a:sym typeface="Nunito Sans"/>
              </a:defRPr>
            </a:lvl2pPr>
            <a:lvl3pPr lvl="2">
              <a:spcBef>
                <a:spcPts val="0"/>
              </a:spcBef>
              <a:spcAft>
                <a:spcPts val="0"/>
              </a:spcAft>
              <a:buNone/>
              <a:defRPr sz="900">
                <a:solidFill>
                  <a:schemeClr val="accent1"/>
                </a:solidFill>
                <a:latin typeface="Nunito Sans"/>
                <a:ea typeface="Nunito Sans"/>
                <a:cs typeface="Nunito Sans"/>
                <a:sym typeface="Nunito Sans"/>
              </a:defRPr>
            </a:lvl3pPr>
            <a:lvl4pPr lvl="3">
              <a:spcBef>
                <a:spcPts val="0"/>
              </a:spcBef>
              <a:spcAft>
                <a:spcPts val="0"/>
              </a:spcAft>
              <a:buNone/>
              <a:defRPr sz="900">
                <a:solidFill>
                  <a:schemeClr val="accent1"/>
                </a:solidFill>
                <a:latin typeface="Nunito Sans"/>
                <a:ea typeface="Nunito Sans"/>
                <a:cs typeface="Nunito Sans"/>
                <a:sym typeface="Nunito Sans"/>
              </a:defRPr>
            </a:lvl4pPr>
            <a:lvl5pPr lvl="4">
              <a:spcBef>
                <a:spcPts val="0"/>
              </a:spcBef>
              <a:spcAft>
                <a:spcPts val="0"/>
              </a:spcAft>
              <a:buNone/>
              <a:defRPr sz="900">
                <a:solidFill>
                  <a:schemeClr val="accent1"/>
                </a:solidFill>
                <a:latin typeface="Nunito Sans"/>
                <a:ea typeface="Nunito Sans"/>
                <a:cs typeface="Nunito Sans"/>
                <a:sym typeface="Nunito Sans"/>
              </a:defRPr>
            </a:lvl5pPr>
            <a:lvl6pPr lvl="5">
              <a:spcBef>
                <a:spcPts val="0"/>
              </a:spcBef>
              <a:spcAft>
                <a:spcPts val="0"/>
              </a:spcAft>
              <a:buNone/>
              <a:defRPr sz="900">
                <a:solidFill>
                  <a:schemeClr val="accent1"/>
                </a:solidFill>
                <a:latin typeface="Nunito Sans"/>
                <a:ea typeface="Nunito Sans"/>
                <a:cs typeface="Nunito Sans"/>
                <a:sym typeface="Nunito Sans"/>
              </a:defRPr>
            </a:lvl6pPr>
            <a:lvl7pPr lvl="6">
              <a:spcBef>
                <a:spcPts val="0"/>
              </a:spcBef>
              <a:spcAft>
                <a:spcPts val="0"/>
              </a:spcAft>
              <a:buNone/>
              <a:defRPr sz="900">
                <a:solidFill>
                  <a:schemeClr val="accent1"/>
                </a:solidFill>
                <a:latin typeface="Nunito Sans"/>
                <a:ea typeface="Nunito Sans"/>
                <a:cs typeface="Nunito Sans"/>
                <a:sym typeface="Nunito Sans"/>
              </a:defRPr>
            </a:lvl7pPr>
            <a:lvl8pPr lvl="7">
              <a:spcBef>
                <a:spcPts val="0"/>
              </a:spcBef>
              <a:spcAft>
                <a:spcPts val="0"/>
              </a:spcAft>
              <a:buNone/>
              <a:defRPr sz="900">
                <a:solidFill>
                  <a:schemeClr val="accent1"/>
                </a:solidFill>
                <a:latin typeface="Nunito Sans"/>
                <a:ea typeface="Nunito Sans"/>
                <a:cs typeface="Nunito Sans"/>
                <a:sym typeface="Nunito Sans"/>
              </a:defRPr>
            </a:lvl8pPr>
            <a:lvl9pPr lvl="8">
              <a:spcBef>
                <a:spcPts val="0"/>
              </a:spcBef>
              <a:spcAft>
                <a:spcPts val="0"/>
              </a:spcAft>
              <a:buNone/>
              <a:defRPr sz="900">
                <a:solidFill>
                  <a:schemeClr val="accent1"/>
                </a:solidFill>
                <a:latin typeface="Nunito Sans"/>
                <a:ea typeface="Nunito Sans"/>
                <a:cs typeface="Nunito Sans"/>
                <a:sym typeface="Nunito Sans"/>
              </a:defRPr>
            </a:lvl9pPr>
          </a:lstStyle>
          <a:p/>
        </p:txBody>
      </p:sp>
      <p:sp>
        <p:nvSpPr>
          <p:cNvPr id="659" name="Google Shape;659;p69"/>
          <p:cNvSpPr txBox="1"/>
          <p:nvPr>
            <p:ph idx="14" type="title"/>
          </p:nvPr>
        </p:nvSpPr>
        <p:spPr>
          <a:xfrm>
            <a:off x="6080825" y="1257775"/>
            <a:ext cx="1311900" cy="1566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60" name="Google Shape;660;p69"/>
          <p:cNvSpPr txBox="1"/>
          <p:nvPr>
            <p:ph idx="15" type="title"/>
          </p:nvPr>
        </p:nvSpPr>
        <p:spPr>
          <a:xfrm>
            <a:off x="6080825" y="1510744"/>
            <a:ext cx="1311900" cy="1566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61" name="Google Shape;661;p69"/>
          <p:cNvSpPr txBox="1"/>
          <p:nvPr>
            <p:ph idx="16" type="title"/>
          </p:nvPr>
        </p:nvSpPr>
        <p:spPr>
          <a:xfrm>
            <a:off x="6080825" y="1763713"/>
            <a:ext cx="1311900" cy="1566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62" name="Google Shape;662;p69"/>
          <p:cNvSpPr txBox="1"/>
          <p:nvPr>
            <p:ph idx="17" type="title"/>
          </p:nvPr>
        </p:nvSpPr>
        <p:spPr>
          <a:xfrm>
            <a:off x="6080825" y="2016681"/>
            <a:ext cx="1311900" cy="1566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63" name="Google Shape;663;p69"/>
          <p:cNvSpPr txBox="1"/>
          <p:nvPr>
            <p:ph idx="18" type="title"/>
          </p:nvPr>
        </p:nvSpPr>
        <p:spPr>
          <a:xfrm>
            <a:off x="6080825" y="2269650"/>
            <a:ext cx="1311900" cy="1566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64" name="Google Shape;664;p69"/>
          <p:cNvSpPr txBox="1"/>
          <p:nvPr>
            <p:ph idx="19" type="title"/>
          </p:nvPr>
        </p:nvSpPr>
        <p:spPr>
          <a:xfrm>
            <a:off x="228600" y="228600"/>
            <a:ext cx="5760600" cy="652200"/>
          </a:xfrm>
          <a:prstGeom prst="rect">
            <a:avLst/>
          </a:prstGeom>
        </p:spPr>
        <p:txBody>
          <a:bodyPr anchorCtr="0" anchor="t" bIns="91425" lIns="91425" spcFirstLastPara="1" rIns="91425" wrap="square" tIns="91425">
            <a:spAutoFit/>
          </a:bodyPr>
          <a:lstStyle>
            <a:lvl1pPr lvl="0">
              <a:spcBef>
                <a:spcPts val="0"/>
              </a:spcBef>
              <a:spcAft>
                <a:spcPts val="0"/>
              </a:spcAft>
              <a:buNone/>
              <a:defRPr sz="2400">
                <a:solidFill>
                  <a:schemeClr val="lt2"/>
                </a:solidFill>
              </a:defRPr>
            </a:lvl1pPr>
            <a:lvl2pPr lvl="1">
              <a:spcBef>
                <a:spcPts val="0"/>
              </a:spcBef>
              <a:spcAft>
                <a:spcPts val="0"/>
              </a:spcAft>
              <a:buNone/>
              <a:defRPr sz="2400">
                <a:solidFill>
                  <a:schemeClr val="lt2"/>
                </a:solidFill>
                <a:latin typeface="Poppins SemiBold"/>
                <a:ea typeface="Poppins SemiBold"/>
                <a:cs typeface="Poppins SemiBold"/>
                <a:sym typeface="Poppins SemiBold"/>
              </a:defRPr>
            </a:lvl2pPr>
            <a:lvl3pPr lvl="2">
              <a:spcBef>
                <a:spcPts val="0"/>
              </a:spcBef>
              <a:spcAft>
                <a:spcPts val="0"/>
              </a:spcAft>
              <a:buNone/>
              <a:defRPr sz="2400">
                <a:solidFill>
                  <a:schemeClr val="lt2"/>
                </a:solidFill>
                <a:latin typeface="Poppins SemiBold"/>
                <a:ea typeface="Poppins SemiBold"/>
                <a:cs typeface="Poppins SemiBold"/>
                <a:sym typeface="Poppins SemiBold"/>
              </a:defRPr>
            </a:lvl3pPr>
            <a:lvl4pPr lvl="3">
              <a:spcBef>
                <a:spcPts val="0"/>
              </a:spcBef>
              <a:spcAft>
                <a:spcPts val="0"/>
              </a:spcAft>
              <a:buNone/>
              <a:defRPr sz="2400">
                <a:solidFill>
                  <a:schemeClr val="lt2"/>
                </a:solidFill>
                <a:latin typeface="Poppins SemiBold"/>
                <a:ea typeface="Poppins SemiBold"/>
                <a:cs typeface="Poppins SemiBold"/>
                <a:sym typeface="Poppins SemiBold"/>
              </a:defRPr>
            </a:lvl4pPr>
            <a:lvl5pPr lvl="4">
              <a:spcBef>
                <a:spcPts val="0"/>
              </a:spcBef>
              <a:spcAft>
                <a:spcPts val="0"/>
              </a:spcAft>
              <a:buNone/>
              <a:defRPr sz="2400">
                <a:solidFill>
                  <a:schemeClr val="lt2"/>
                </a:solidFill>
                <a:latin typeface="Poppins SemiBold"/>
                <a:ea typeface="Poppins SemiBold"/>
                <a:cs typeface="Poppins SemiBold"/>
                <a:sym typeface="Poppins SemiBold"/>
              </a:defRPr>
            </a:lvl5pPr>
            <a:lvl6pPr lvl="5">
              <a:spcBef>
                <a:spcPts val="0"/>
              </a:spcBef>
              <a:spcAft>
                <a:spcPts val="0"/>
              </a:spcAft>
              <a:buNone/>
              <a:defRPr sz="2400">
                <a:solidFill>
                  <a:schemeClr val="lt2"/>
                </a:solidFill>
                <a:latin typeface="Poppins SemiBold"/>
                <a:ea typeface="Poppins SemiBold"/>
                <a:cs typeface="Poppins SemiBold"/>
                <a:sym typeface="Poppins SemiBold"/>
              </a:defRPr>
            </a:lvl6pPr>
            <a:lvl7pPr lvl="6">
              <a:spcBef>
                <a:spcPts val="0"/>
              </a:spcBef>
              <a:spcAft>
                <a:spcPts val="0"/>
              </a:spcAft>
              <a:buNone/>
              <a:defRPr sz="2400">
                <a:solidFill>
                  <a:schemeClr val="lt2"/>
                </a:solidFill>
                <a:latin typeface="Poppins SemiBold"/>
                <a:ea typeface="Poppins SemiBold"/>
                <a:cs typeface="Poppins SemiBold"/>
                <a:sym typeface="Poppins SemiBold"/>
              </a:defRPr>
            </a:lvl7pPr>
            <a:lvl8pPr lvl="7">
              <a:spcBef>
                <a:spcPts val="0"/>
              </a:spcBef>
              <a:spcAft>
                <a:spcPts val="0"/>
              </a:spcAft>
              <a:buNone/>
              <a:defRPr sz="2400">
                <a:solidFill>
                  <a:schemeClr val="lt2"/>
                </a:solidFill>
                <a:latin typeface="Poppins SemiBold"/>
                <a:ea typeface="Poppins SemiBold"/>
                <a:cs typeface="Poppins SemiBold"/>
                <a:sym typeface="Poppins SemiBold"/>
              </a:defRPr>
            </a:lvl8pPr>
            <a:lvl9pPr lvl="8">
              <a:spcBef>
                <a:spcPts val="0"/>
              </a:spcBef>
              <a:spcAft>
                <a:spcPts val="0"/>
              </a:spcAft>
              <a:buNone/>
              <a:defRPr sz="2400">
                <a:solidFill>
                  <a:schemeClr val="lt2"/>
                </a:solidFill>
                <a:latin typeface="Poppins SemiBold"/>
                <a:ea typeface="Poppins SemiBold"/>
                <a:cs typeface="Poppins SemiBold"/>
                <a:sym typeface="Poppins SemiBold"/>
              </a:defRPr>
            </a:lvl9pPr>
          </a:lstStyle>
          <a:p/>
        </p:txBody>
      </p:sp>
      <p:sp>
        <p:nvSpPr>
          <p:cNvPr id="665" name="Google Shape;665;p69"/>
          <p:cNvSpPr txBox="1"/>
          <p:nvPr>
            <p:ph idx="20" type="title"/>
          </p:nvPr>
        </p:nvSpPr>
        <p:spPr>
          <a:xfrm>
            <a:off x="228600" y="2347950"/>
            <a:ext cx="1219800" cy="1269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66" name="Google Shape;666;p69"/>
          <p:cNvSpPr txBox="1"/>
          <p:nvPr>
            <p:ph idx="21" type="title"/>
          </p:nvPr>
        </p:nvSpPr>
        <p:spPr>
          <a:xfrm>
            <a:off x="1843500" y="2347950"/>
            <a:ext cx="1219800" cy="126900"/>
          </a:xfrm>
          <a:prstGeom prst="rect">
            <a:avLst/>
          </a:prstGeom>
        </p:spPr>
        <p:txBody>
          <a:bodyPr anchorCtr="0" anchor="ctr" bIns="0" lIns="91425" spcFirstLastPara="1" rIns="91425" wrap="square" tIns="0">
            <a:noAutofit/>
          </a:bodyPr>
          <a:lstStyle>
            <a:lvl1pPr lvl="0" algn="r">
              <a:spcBef>
                <a:spcPts val="0"/>
              </a:spcBef>
              <a:spcAft>
                <a:spcPts val="0"/>
              </a:spcAft>
              <a:buNone/>
              <a:defRPr b="0" sz="700">
                <a:latin typeface="Nunito Sans"/>
                <a:ea typeface="Nunito Sans"/>
                <a:cs typeface="Nunito Sans"/>
                <a:sym typeface="Nunito Sans"/>
              </a:defRPr>
            </a:lvl1pPr>
            <a:lvl2pPr lvl="1" algn="r">
              <a:spcBef>
                <a:spcPts val="0"/>
              </a:spcBef>
              <a:spcAft>
                <a:spcPts val="0"/>
              </a:spcAft>
              <a:buNone/>
              <a:defRPr sz="900">
                <a:latin typeface="Nunito Sans"/>
                <a:ea typeface="Nunito Sans"/>
                <a:cs typeface="Nunito Sans"/>
                <a:sym typeface="Nunito Sans"/>
              </a:defRPr>
            </a:lvl2pPr>
            <a:lvl3pPr lvl="2" algn="r">
              <a:spcBef>
                <a:spcPts val="0"/>
              </a:spcBef>
              <a:spcAft>
                <a:spcPts val="0"/>
              </a:spcAft>
              <a:buNone/>
              <a:defRPr sz="900">
                <a:latin typeface="Nunito Sans"/>
                <a:ea typeface="Nunito Sans"/>
                <a:cs typeface="Nunito Sans"/>
                <a:sym typeface="Nunito Sans"/>
              </a:defRPr>
            </a:lvl3pPr>
            <a:lvl4pPr lvl="3" algn="r">
              <a:spcBef>
                <a:spcPts val="0"/>
              </a:spcBef>
              <a:spcAft>
                <a:spcPts val="0"/>
              </a:spcAft>
              <a:buNone/>
              <a:defRPr sz="900">
                <a:latin typeface="Nunito Sans"/>
                <a:ea typeface="Nunito Sans"/>
                <a:cs typeface="Nunito Sans"/>
                <a:sym typeface="Nunito Sans"/>
              </a:defRPr>
            </a:lvl4pPr>
            <a:lvl5pPr lvl="4" algn="r">
              <a:spcBef>
                <a:spcPts val="0"/>
              </a:spcBef>
              <a:spcAft>
                <a:spcPts val="0"/>
              </a:spcAft>
              <a:buNone/>
              <a:defRPr sz="900">
                <a:latin typeface="Nunito Sans"/>
                <a:ea typeface="Nunito Sans"/>
                <a:cs typeface="Nunito Sans"/>
                <a:sym typeface="Nunito Sans"/>
              </a:defRPr>
            </a:lvl5pPr>
            <a:lvl6pPr lvl="5" algn="r">
              <a:spcBef>
                <a:spcPts val="0"/>
              </a:spcBef>
              <a:spcAft>
                <a:spcPts val="0"/>
              </a:spcAft>
              <a:buNone/>
              <a:defRPr sz="900">
                <a:latin typeface="Nunito Sans"/>
                <a:ea typeface="Nunito Sans"/>
                <a:cs typeface="Nunito Sans"/>
                <a:sym typeface="Nunito Sans"/>
              </a:defRPr>
            </a:lvl6pPr>
            <a:lvl7pPr lvl="6" algn="r">
              <a:spcBef>
                <a:spcPts val="0"/>
              </a:spcBef>
              <a:spcAft>
                <a:spcPts val="0"/>
              </a:spcAft>
              <a:buNone/>
              <a:defRPr sz="900">
                <a:latin typeface="Nunito Sans"/>
                <a:ea typeface="Nunito Sans"/>
                <a:cs typeface="Nunito Sans"/>
                <a:sym typeface="Nunito Sans"/>
              </a:defRPr>
            </a:lvl7pPr>
            <a:lvl8pPr lvl="7" algn="r">
              <a:spcBef>
                <a:spcPts val="0"/>
              </a:spcBef>
              <a:spcAft>
                <a:spcPts val="0"/>
              </a:spcAft>
              <a:buNone/>
              <a:defRPr sz="900">
                <a:latin typeface="Nunito Sans"/>
                <a:ea typeface="Nunito Sans"/>
                <a:cs typeface="Nunito Sans"/>
                <a:sym typeface="Nunito Sans"/>
              </a:defRPr>
            </a:lvl8pPr>
            <a:lvl9pPr lvl="8" algn="r">
              <a:spcBef>
                <a:spcPts val="0"/>
              </a:spcBef>
              <a:spcAft>
                <a:spcPts val="0"/>
              </a:spcAft>
              <a:buNone/>
              <a:defRPr sz="900">
                <a:latin typeface="Nunito Sans"/>
                <a:ea typeface="Nunito Sans"/>
                <a:cs typeface="Nunito Sans"/>
                <a:sym typeface="Nunito Sans"/>
              </a:defRPr>
            </a:lvl9pPr>
          </a:lstStyle>
          <a:p/>
        </p:txBody>
      </p:sp>
      <p:sp>
        <p:nvSpPr>
          <p:cNvPr id="667" name="Google Shape;667;p69"/>
          <p:cNvSpPr txBox="1"/>
          <p:nvPr>
            <p:ph idx="22" type="title"/>
          </p:nvPr>
        </p:nvSpPr>
        <p:spPr>
          <a:xfrm>
            <a:off x="228600" y="2666090"/>
            <a:ext cx="1219800" cy="1269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68" name="Google Shape;668;p69"/>
          <p:cNvSpPr txBox="1"/>
          <p:nvPr>
            <p:ph idx="23" type="title"/>
          </p:nvPr>
        </p:nvSpPr>
        <p:spPr>
          <a:xfrm>
            <a:off x="1843500" y="2666090"/>
            <a:ext cx="1219800" cy="126900"/>
          </a:xfrm>
          <a:prstGeom prst="rect">
            <a:avLst/>
          </a:prstGeom>
        </p:spPr>
        <p:txBody>
          <a:bodyPr anchorCtr="0" anchor="ctr" bIns="0" lIns="91425" spcFirstLastPara="1" rIns="91425" wrap="square" tIns="0">
            <a:noAutofit/>
          </a:bodyPr>
          <a:lstStyle>
            <a:lvl1pPr lvl="0" algn="r">
              <a:spcBef>
                <a:spcPts val="0"/>
              </a:spcBef>
              <a:spcAft>
                <a:spcPts val="0"/>
              </a:spcAft>
              <a:buNone/>
              <a:defRPr b="0" sz="700">
                <a:latin typeface="Nunito Sans"/>
                <a:ea typeface="Nunito Sans"/>
                <a:cs typeface="Nunito Sans"/>
                <a:sym typeface="Nunito Sans"/>
              </a:defRPr>
            </a:lvl1pPr>
            <a:lvl2pPr lvl="1" algn="r">
              <a:spcBef>
                <a:spcPts val="0"/>
              </a:spcBef>
              <a:spcAft>
                <a:spcPts val="0"/>
              </a:spcAft>
              <a:buNone/>
              <a:defRPr sz="900">
                <a:latin typeface="Nunito Sans"/>
                <a:ea typeface="Nunito Sans"/>
                <a:cs typeface="Nunito Sans"/>
                <a:sym typeface="Nunito Sans"/>
              </a:defRPr>
            </a:lvl2pPr>
            <a:lvl3pPr lvl="2" algn="r">
              <a:spcBef>
                <a:spcPts val="0"/>
              </a:spcBef>
              <a:spcAft>
                <a:spcPts val="0"/>
              </a:spcAft>
              <a:buNone/>
              <a:defRPr sz="900">
                <a:latin typeface="Nunito Sans"/>
                <a:ea typeface="Nunito Sans"/>
                <a:cs typeface="Nunito Sans"/>
                <a:sym typeface="Nunito Sans"/>
              </a:defRPr>
            </a:lvl3pPr>
            <a:lvl4pPr lvl="3" algn="r">
              <a:spcBef>
                <a:spcPts val="0"/>
              </a:spcBef>
              <a:spcAft>
                <a:spcPts val="0"/>
              </a:spcAft>
              <a:buNone/>
              <a:defRPr sz="900">
                <a:latin typeface="Nunito Sans"/>
                <a:ea typeface="Nunito Sans"/>
                <a:cs typeface="Nunito Sans"/>
                <a:sym typeface="Nunito Sans"/>
              </a:defRPr>
            </a:lvl4pPr>
            <a:lvl5pPr lvl="4" algn="r">
              <a:spcBef>
                <a:spcPts val="0"/>
              </a:spcBef>
              <a:spcAft>
                <a:spcPts val="0"/>
              </a:spcAft>
              <a:buNone/>
              <a:defRPr sz="900">
                <a:latin typeface="Nunito Sans"/>
                <a:ea typeface="Nunito Sans"/>
                <a:cs typeface="Nunito Sans"/>
                <a:sym typeface="Nunito Sans"/>
              </a:defRPr>
            </a:lvl5pPr>
            <a:lvl6pPr lvl="5" algn="r">
              <a:spcBef>
                <a:spcPts val="0"/>
              </a:spcBef>
              <a:spcAft>
                <a:spcPts val="0"/>
              </a:spcAft>
              <a:buNone/>
              <a:defRPr sz="900">
                <a:latin typeface="Nunito Sans"/>
                <a:ea typeface="Nunito Sans"/>
                <a:cs typeface="Nunito Sans"/>
                <a:sym typeface="Nunito Sans"/>
              </a:defRPr>
            </a:lvl6pPr>
            <a:lvl7pPr lvl="6" algn="r">
              <a:spcBef>
                <a:spcPts val="0"/>
              </a:spcBef>
              <a:spcAft>
                <a:spcPts val="0"/>
              </a:spcAft>
              <a:buNone/>
              <a:defRPr sz="900">
                <a:latin typeface="Nunito Sans"/>
                <a:ea typeface="Nunito Sans"/>
                <a:cs typeface="Nunito Sans"/>
                <a:sym typeface="Nunito Sans"/>
              </a:defRPr>
            </a:lvl7pPr>
            <a:lvl8pPr lvl="7" algn="r">
              <a:spcBef>
                <a:spcPts val="0"/>
              </a:spcBef>
              <a:spcAft>
                <a:spcPts val="0"/>
              </a:spcAft>
              <a:buNone/>
              <a:defRPr sz="900">
                <a:latin typeface="Nunito Sans"/>
                <a:ea typeface="Nunito Sans"/>
                <a:cs typeface="Nunito Sans"/>
                <a:sym typeface="Nunito Sans"/>
              </a:defRPr>
            </a:lvl8pPr>
            <a:lvl9pPr lvl="8" algn="r">
              <a:spcBef>
                <a:spcPts val="0"/>
              </a:spcBef>
              <a:spcAft>
                <a:spcPts val="0"/>
              </a:spcAft>
              <a:buNone/>
              <a:defRPr sz="900">
                <a:latin typeface="Nunito Sans"/>
                <a:ea typeface="Nunito Sans"/>
                <a:cs typeface="Nunito Sans"/>
                <a:sym typeface="Nunito Sans"/>
              </a:defRPr>
            </a:lvl9pPr>
          </a:lstStyle>
          <a:p/>
        </p:txBody>
      </p:sp>
      <p:sp>
        <p:nvSpPr>
          <p:cNvPr id="669" name="Google Shape;669;p69"/>
          <p:cNvSpPr txBox="1"/>
          <p:nvPr>
            <p:ph idx="24" type="title"/>
          </p:nvPr>
        </p:nvSpPr>
        <p:spPr>
          <a:xfrm>
            <a:off x="228600" y="2984230"/>
            <a:ext cx="1219800" cy="1269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70" name="Google Shape;670;p69"/>
          <p:cNvSpPr txBox="1"/>
          <p:nvPr>
            <p:ph idx="25" type="title"/>
          </p:nvPr>
        </p:nvSpPr>
        <p:spPr>
          <a:xfrm>
            <a:off x="3154713" y="2347950"/>
            <a:ext cx="1219800" cy="1269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71" name="Google Shape;671;p69"/>
          <p:cNvSpPr txBox="1"/>
          <p:nvPr>
            <p:ph idx="26" type="title"/>
          </p:nvPr>
        </p:nvSpPr>
        <p:spPr>
          <a:xfrm>
            <a:off x="3154713" y="2666090"/>
            <a:ext cx="1219800" cy="1269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72" name="Google Shape;672;p69"/>
          <p:cNvSpPr txBox="1"/>
          <p:nvPr>
            <p:ph idx="27" type="title"/>
          </p:nvPr>
        </p:nvSpPr>
        <p:spPr>
          <a:xfrm>
            <a:off x="3154713" y="2984230"/>
            <a:ext cx="1219800" cy="126900"/>
          </a:xfrm>
          <a:prstGeom prst="rect">
            <a:avLst/>
          </a:prstGeom>
        </p:spPr>
        <p:txBody>
          <a:bodyPr anchorCtr="0" anchor="ctr" bIns="0" lIns="91425" spcFirstLastPara="1" rIns="91425" wrap="square" tIns="0">
            <a:no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73" name="Google Shape;673;p69"/>
          <p:cNvSpPr txBox="1"/>
          <p:nvPr>
            <p:ph idx="28"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1">
  <p:cSld name="BLANK_1_1_1_1_1_1_1_1_1_1_1_1_1_1_1">
    <p:spTree>
      <p:nvGrpSpPr>
        <p:cNvPr id="674" name="Shape 674"/>
        <p:cNvGrpSpPr/>
        <p:nvPr/>
      </p:nvGrpSpPr>
      <p:grpSpPr>
        <a:xfrm>
          <a:off x="0" y="0"/>
          <a:ext cx="0" cy="0"/>
          <a:chOff x="0" y="0"/>
          <a:chExt cx="0" cy="0"/>
        </a:xfrm>
      </p:grpSpPr>
      <p:sp>
        <p:nvSpPr>
          <p:cNvPr id="675" name="Google Shape;675;p70"/>
          <p:cNvSpPr txBox="1"/>
          <p:nvPr>
            <p:ph idx="1" type="subTitle"/>
          </p:nvPr>
        </p:nvSpPr>
        <p:spPr>
          <a:xfrm>
            <a:off x="228600" y="1872350"/>
            <a:ext cx="2039100" cy="347400"/>
          </a:xfrm>
          <a:prstGeom prst="rect">
            <a:avLst/>
          </a:prstGeom>
        </p:spPr>
        <p:txBody>
          <a:bodyPr anchorCtr="0" anchor="ctr" bIns="0" lIns="182875" spcFirstLastPara="1" rIns="182875" wrap="square" tIns="0">
            <a:noAutofit/>
          </a:bodyPr>
          <a:lstStyle>
            <a:lvl1pPr lvl="0">
              <a:lnSpc>
                <a:spcPct val="90000"/>
              </a:lnSpc>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676" name="Google Shape;676;p70"/>
          <p:cNvSpPr txBox="1"/>
          <p:nvPr>
            <p:ph idx="2" type="subTitle"/>
          </p:nvPr>
        </p:nvSpPr>
        <p:spPr>
          <a:xfrm>
            <a:off x="2423700" y="1872350"/>
            <a:ext cx="2061300" cy="347400"/>
          </a:xfrm>
          <a:prstGeom prst="rect">
            <a:avLst/>
          </a:prstGeom>
        </p:spPr>
        <p:txBody>
          <a:bodyPr anchorCtr="0" anchor="ctr" bIns="0" lIns="182875" spcFirstLastPara="1" rIns="182875" wrap="square" tIns="0">
            <a:noAutofit/>
          </a:bodyPr>
          <a:lstStyle>
            <a:lvl1pPr lvl="0">
              <a:lnSpc>
                <a:spcPct val="90000"/>
              </a:lnSpc>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677" name="Google Shape;677;p70"/>
          <p:cNvSpPr txBox="1"/>
          <p:nvPr>
            <p:ph idx="3" type="subTitle"/>
          </p:nvPr>
        </p:nvSpPr>
        <p:spPr>
          <a:xfrm>
            <a:off x="6811650" y="1872350"/>
            <a:ext cx="2039100" cy="347400"/>
          </a:xfrm>
          <a:prstGeom prst="rect">
            <a:avLst/>
          </a:prstGeom>
        </p:spPr>
        <p:txBody>
          <a:bodyPr anchorCtr="0" anchor="ctr" bIns="0" lIns="182875" spcFirstLastPara="1" rIns="182875" wrap="square" tIns="0">
            <a:noAutofit/>
          </a:bodyPr>
          <a:lstStyle>
            <a:lvl1pPr lvl="0">
              <a:lnSpc>
                <a:spcPct val="90000"/>
              </a:lnSpc>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678" name="Google Shape;678;p70"/>
          <p:cNvSpPr txBox="1"/>
          <p:nvPr>
            <p:ph idx="4" type="subTitle"/>
          </p:nvPr>
        </p:nvSpPr>
        <p:spPr>
          <a:xfrm>
            <a:off x="4615425" y="1872350"/>
            <a:ext cx="2039100" cy="347400"/>
          </a:xfrm>
          <a:prstGeom prst="rect">
            <a:avLst/>
          </a:prstGeom>
        </p:spPr>
        <p:txBody>
          <a:bodyPr anchorCtr="0" anchor="ctr" bIns="0" lIns="182875" spcFirstLastPara="1" rIns="182875" wrap="square" tIns="0">
            <a:noAutofit/>
          </a:bodyPr>
          <a:lstStyle>
            <a:lvl1pPr lvl="0">
              <a:lnSpc>
                <a:spcPct val="90000"/>
              </a:lnSpc>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pic>
        <p:nvPicPr>
          <p:cNvPr id="679" name="Google Shape;679;p70"/>
          <p:cNvPicPr preferRelativeResize="0"/>
          <p:nvPr/>
        </p:nvPicPr>
        <p:blipFill rotWithShape="1">
          <a:blip r:embed="rId2">
            <a:alphaModFix/>
          </a:blip>
          <a:srcRect b="0" l="535" r="33362" t="71891"/>
          <a:stretch/>
        </p:blipFill>
        <p:spPr>
          <a:xfrm>
            <a:off x="5624200" y="0"/>
            <a:ext cx="3519800" cy="1496699"/>
          </a:xfrm>
          <a:prstGeom prst="rect">
            <a:avLst/>
          </a:prstGeom>
          <a:noFill/>
          <a:ln>
            <a:noFill/>
          </a:ln>
        </p:spPr>
      </p:pic>
      <p:sp>
        <p:nvSpPr>
          <p:cNvPr id="680" name="Google Shape;680;p70"/>
          <p:cNvSpPr txBox="1"/>
          <p:nvPr>
            <p:ph idx="5" type="body"/>
          </p:nvPr>
        </p:nvSpPr>
        <p:spPr>
          <a:xfrm>
            <a:off x="228600" y="2266758"/>
            <a:ext cx="2039100" cy="722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Clr>
                <a:schemeClr val="dk1"/>
              </a:buClr>
              <a:buSzPts val="900"/>
              <a:buFont typeface="Nunito Sans"/>
              <a:buChar char="●"/>
              <a:defRPr sz="900"/>
            </a:lvl1pPr>
            <a:lvl2pPr indent="-285750" lvl="1" marL="914400">
              <a:spcBef>
                <a:spcPts val="800"/>
              </a:spcBef>
              <a:spcAft>
                <a:spcPts val="0"/>
              </a:spcAft>
              <a:buClr>
                <a:schemeClr val="dk1"/>
              </a:buClr>
              <a:buSzPts val="900"/>
              <a:buFont typeface="Nunito Sans"/>
              <a:buChar char="○"/>
              <a:defRPr sz="900"/>
            </a:lvl2pPr>
            <a:lvl3pPr indent="-285750" lvl="2" marL="1371600">
              <a:spcBef>
                <a:spcPts val="800"/>
              </a:spcBef>
              <a:spcAft>
                <a:spcPts val="0"/>
              </a:spcAft>
              <a:buClr>
                <a:schemeClr val="dk1"/>
              </a:buClr>
              <a:buSzPts val="900"/>
              <a:buFont typeface="Nunito Sans"/>
              <a:buChar char="■"/>
              <a:defRPr sz="900"/>
            </a:lvl3pPr>
            <a:lvl4pPr indent="-285750" lvl="3" marL="1828800">
              <a:spcBef>
                <a:spcPts val="800"/>
              </a:spcBef>
              <a:spcAft>
                <a:spcPts val="0"/>
              </a:spcAft>
              <a:buClr>
                <a:schemeClr val="dk1"/>
              </a:buClr>
              <a:buSzPts val="900"/>
              <a:buFont typeface="Nunito Sans"/>
              <a:buChar char="●"/>
              <a:defRPr sz="900"/>
            </a:lvl4pPr>
            <a:lvl5pPr indent="-285750" lvl="4" marL="2286000">
              <a:spcBef>
                <a:spcPts val="800"/>
              </a:spcBef>
              <a:spcAft>
                <a:spcPts val="0"/>
              </a:spcAft>
              <a:buClr>
                <a:schemeClr val="dk1"/>
              </a:buClr>
              <a:buSzPts val="900"/>
              <a:buFont typeface="Nunito Sans"/>
              <a:buChar char="○"/>
              <a:defRPr sz="900"/>
            </a:lvl5pPr>
            <a:lvl6pPr indent="-285750" lvl="5" marL="2743200">
              <a:spcBef>
                <a:spcPts val="800"/>
              </a:spcBef>
              <a:spcAft>
                <a:spcPts val="0"/>
              </a:spcAft>
              <a:buClr>
                <a:schemeClr val="dk1"/>
              </a:buClr>
              <a:buSzPts val="900"/>
              <a:buFont typeface="Nunito Sans"/>
              <a:buChar char="■"/>
              <a:defRPr sz="900"/>
            </a:lvl6pPr>
            <a:lvl7pPr indent="-285750" lvl="6" marL="3200400">
              <a:spcBef>
                <a:spcPts val="800"/>
              </a:spcBef>
              <a:spcAft>
                <a:spcPts val="0"/>
              </a:spcAft>
              <a:buClr>
                <a:schemeClr val="dk1"/>
              </a:buClr>
              <a:buSzPts val="900"/>
              <a:buFont typeface="Nunito Sans"/>
              <a:buChar char="●"/>
              <a:defRPr sz="900"/>
            </a:lvl7pPr>
            <a:lvl8pPr indent="-285750" lvl="7" marL="3657600">
              <a:spcBef>
                <a:spcPts val="800"/>
              </a:spcBef>
              <a:spcAft>
                <a:spcPts val="0"/>
              </a:spcAft>
              <a:buClr>
                <a:schemeClr val="dk1"/>
              </a:buClr>
              <a:buSzPts val="900"/>
              <a:buFont typeface="Nunito Sans"/>
              <a:buChar char="○"/>
              <a:defRPr sz="900"/>
            </a:lvl8pPr>
            <a:lvl9pPr indent="-285750" lvl="8" marL="4114800">
              <a:spcBef>
                <a:spcPts val="800"/>
              </a:spcBef>
              <a:spcAft>
                <a:spcPts val="800"/>
              </a:spcAft>
              <a:buClr>
                <a:schemeClr val="dk1"/>
              </a:buClr>
              <a:buSzPts val="900"/>
              <a:buFont typeface="Nunito Sans"/>
              <a:buChar char="■"/>
              <a:defRPr sz="900"/>
            </a:lvl9pPr>
          </a:lstStyle>
          <a:p/>
        </p:txBody>
      </p:sp>
      <p:sp>
        <p:nvSpPr>
          <p:cNvPr id="681" name="Google Shape;681;p70"/>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sz="2400"/>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682" name="Google Shape;682;p70"/>
          <p:cNvSpPr txBox="1"/>
          <p:nvPr>
            <p:ph idx="6" type="body"/>
          </p:nvPr>
        </p:nvSpPr>
        <p:spPr>
          <a:xfrm>
            <a:off x="2423700" y="2266758"/>
            <a:ext cx="2039100" cy="722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Clr>
                <a:schemeClr val="dk1"/>
              </a:buClr>
              <a:buSzPts val="900"/>
              <a:buFont typeface="Nunito Sans"/>
              <a:buChar char="●"/>
              <a:defRPr sz="900"/>
            </a:lvl1pPr>
            <a:lvl2pPr indent="-285750" lvl="1" marL="914400">
              <a:spcBef>
                <a:spcPts val="800"/>
              </a:spcBef>
              <a:spcAft>
                <a:spcPts val="0"/>
              </a:spcAft>
              <a:buClr>
                <a:schemeClr val="dk1"/>
              </a:buClr>
              <a:buSzPts val="900"/>
              <a:buFont typeface="Nunito Sans"/>
              <a:buChar char="○"/>
              <a:defRPr sz="900"/>
            </a:lvl2pPr>
            <a:lvl3pPr indent="-285750" lvl="2" marL="1371600">
              <a:spcBef>
                <a:spcPts val="800"/>
              </a:spcBef>
              <a:spcAft>
                <a:spcPts val="0"/>
              </a:spcAft>
              <a:buClr>
                <a:schemeClr val="dk1"/>
              </a:buClr>
              <a:buSzPts val="900"/>
              <a:buFont typeface="Nunito Sans"/>
              <a:buChar char="■"/>
              <a:defRPr sz="900"/>
            </a:lvl3pPr>
            <a:lvl4pPr indent="-285750" lvl="3" marL="1828800">
              <a:spcBef>
                <a:spcPts val="800"/>
              </a:spcBef>
              <a:spcAft>
                <a:spcPts val="0"/>
              </a:spcAft>
              <a:buClr>
                <a:schemeClr val="dk1"/>
              </a:buClr>
              <a:buSzPts val="900"/>
              <a:buFont typeface="Nunito Sans"/>
              <a:buChar char="●"/>
              <a:defRPr sz="900"/>
            </a:lvl4pPr>
            <a:lvl5pPr indent="-285750" lvl="4" marL="2286000">
              <a:spcBef>
                <a:spcPts val="800"/>
              </a:spcBef>
              <a:spcAft>
                <a:spcPts val="0"/>
              </a:spcAft>
              <a:buClr>
                <a:schemeClr val="dk1"/>
              </a:buClr>
              <a:buSzPts val="900"/>
              <a:buFont typeface="Nunito Sans"/>
              <a:buChar char="○"/>
              <a:defRPr sz="900"/>
            </a:lvl5pPr>
            <a:lvl6pPr indent="-285750" lvl="5" marL="2743200">
              <a:spcBef>
                <a:spcPts val="800"/>
              </a:spcBef>
              <a:spcAft>
                <a:spcPts val="0"/>
              </a:spcAft>
              <a:buClr>
                <a:schemeClr val="dk1"/>
              </a:buClr>
              <a:buSzPts val="900"/>
              <a:buFont typeface="Nunito Sans"/>
              <a:buChar char="■"/>
              <a:defRPr sz="900"/>
            </a:lvl6pPr>
            <a:lvl7pPr indent="-285750" lvl="6" marL="3200400">
              <a:spcBef>
                <a:spcPts val="800"/>
              </a:spcBef>
              <a:spcAft>
                <a:spcPts val="0"/>
              </a:spcAft>
              <a:buClr>
                <a:schemeClr val="dk1"/>
              </a:buClr>
              <a:buSzPts val="900"/>
              <a:buFont typeface="Nunito Sans"/>
              <a:buChar char="●"/>
              <a:defRPr sz="900"/>
            </a:lvl7pPr>
            <a:lvl8pPr indent="-285750" lvl="7" marL="3657600">
              <a:spcBef>
                <a:spcPts val="800"/>
              </a:spcBef>
              <a:spcAft>
                <a:spcPts val="0"/>
              </a:spcAft>
              <a:buClr>
                <a:schemeClr val="dk1"/>
              </a:buClr>
              <a:buSzPts val="900"/>
              <a:buFont typeface="Nunito Sans"/>
              <a:buChar char="○"/>
              <a:defRPr sz="900"/>
            </a:lvl8pPr>
            <a:lvl9pPr indent="-285750" lvl="8" marL="4114800">
              <a:spcBef>
                <a:spcPts val="800"/>
              </a:spcBef>
              <a:spcAft>
                <a:spcPts val="800"/>
              </a:spcAft>
              <a:buClr>
                <a:schemeClr val="dk1"/>
              </a:buClr>
              <a:buSzPts val="900"/>
              <a:buFont typeface="Nunito Sans"/>
              <a:buChar char="■"/>
              <a:defRPr sz="900"/>
            </a:lvl9pPr>
          </a:lstStyle>
          <a:p/>
        </p:txBody>
      </p:sp>
      <p:sp>
        <p:nvSpPr>
          <p:cNvPr id="683" name="Google Shape;683;p70"/>
          <p:cNvSpPr txBox="1"/>
          <p:nvPr>
            <p:ph idx="7" type="body"/>
          </p:nvPr>
        </p:nvSpPr>
        <p:spPr>
          <a:xfrm>
            <a:off x="4618800" y="2266758"/>
            <a:ext cx="2039100" cy="722100"/>
          </a:xfrm>
          <a:prstGeom prst="rect">
            <a:avLst/>
          </a:prstGeom>
        </p:spPr>
        <p:txBody>
          <a:bodyPr anchorCtr="0" anchor="t" bIns="91425" lIns="91425" spcFirstLastPara="1" rIns="91425" wrap="square" tIns="91425">
            <a:noAutofit/>
          </a:bodyPr>
          <a:lstStyle>
            <a:lvl1pPr indent="-285750" lvl="0" marL="457200">
              <a:lnSpc>
                <a:spcPct val="100000"/>
              </a:lnSpc>
              <a:spcBef>
                <a:spcPts val="0"/>
              </a:spcBef>
              <a:spcAft>
                <a:spcPts val="0"/>
              </a:spcAft>
              <a:buClr>
                <a:schemeClr val="dk1"/>
              </a:buClr>
              <a:buSzPts val="900"/>
              <a:buFont typeface="Nunito Sans"/>
              <a:buChar char="●"/>
              <a:defRPr sz="900"/>
            </a:lvl1pPr>
            <a:lvl2pPr indent="-285750" lvl="1" marL="914400">
              <a:lnSpc>
                <a:spcPct val="100000"/>
              </a:lnSpc>
              <a:spcBef>
                <a:spcPts val="800"/>
              </a:spcBef>
              <a:spcAft>
                <a:spcPts val="0"/>
              </a:spcAft>
              <a:buClr>
                <a:schemeClr val="dk1"/>
              </a:buClr>
              <a:buSzPts val="900"/>
              <a:buFont typeface="Nunito Sans"/>
              <a:buChar char="○"/>
              <a:defRPr sz="900"/>
            </a:lvl2pPr>
            <a:lvl3pPr indent="-285750" lvl="2" marL="1371600">
              <a:lnSpc>
                <a:spcPct val="100000"/>
              </a:lnSpc>
              <a:spcBef>
                <a:spcPts val="800"/>
              </a:spcBef>
              <a:spcAft>
                <a:spcPts val="0"/>
              </a:spcAft>
              <a:buClr>
                <a:schemeClr val="dk1"/>
              </a:buClr>
              <a:buSzPts val="900"/>
              <a:buFont typeface="Nunito Sans"/>
              <a:buChar char="■"/>
              <a:defRPr sz="900"/>
            </a:lvl3pPr>
            <a:lvl4pPr indent="-285750" lvl="3" marL="1828800">
              <a:lnSpc>
                <a:spcPct val="100000"/>
              </a:lnSpc>
              <a:spcBef>
                <a:spcPts val="800"/>
              </a:spcBef>
              <a:spcAft>
                <a:spcPts val="0"/>
              </a:spcAft>
              <a:buClr>
                <a:schemeClr val="dk1"/>
              </a:buClr>
              <a:buSzPts val="900"/>
              <a:buFont typeface="Nunito Sans"/>
              <a:buChar char="●"/>
              <a:defRPr sz="900"/>
            </a:lvl4pPr>
            <a:lvl5pPr indent="-285750" lvl="4" marL="2286000">
              <a:lnSpc>
                <a:spcPct val="100000"/>
              </a:lnSpc>
              <a:spcBef>
                <a:spcPts val="800"/>
              </a:spcBef>
              <a:spcAft>
                <a:spcPts val="0"/>
              </a:spcAft>
              <a:buClr>
                <a:schemeClr val="dk1"/>
              </a:buClr>
              <a:buSzPts val="900"/>
              <a:buFont typeface="Nunito Sans"/>
              <a:buChar char="○"/>
              <a:defRPr sz="900"/>
            </a:lvl5pPr>
            <a:lvl6pPr indent="-285750" lvl="5" marL="2743200">
              <a:lnSpc>
                <a:spcPct val="100000"/>
              </a:lnSpc>
              <a:spcBef>
                <a:spcPts val="800"/>
              </a:spcBef>
              <a:spcAft>
                <a:spcPts val="0"/>
              </a:spcAft>
              <a:buClr>
                <a:schemeClr val="dk1"/>
              </a:buClr>
              <a:buSzPts val="900"/>
              <a:buFont typeface="Nunito Sans"/>
              <a:buChar char="■"/>
              <a:defRPr sz="900"/>
            </a:lvl6pPr>
            <a:lvl7pPr indent="-285750" lvl="6" marL="3200400">
              <a:lnSpc>
                <a:spcPct val="100000"/>
              </a:lnSpc>
              <a:spcBef>
                <a:spcPts val="800"/>
              </a:spcBef>
              <a:spcAft>
                <a:spcPts val="0"/>
              </a:spcAft>
              <a:buClr>
                <a:schemeClr val="dk1"/>
              </a:buClr>
              <a:buSzPts val="900"/>
              <a:buFont typeface="Nunito Sans"/>
              <a:buChar char="●"/>
              <a:defRPr sz="900"/>
            </a:lvl7pPr>
            <a:lvl8pPr indent="-285750" lvl="7" marL="3657600">
              <a:lnSpc>
                <a:spcPct val="100000"/>
              </a:lnSpc>
              <a:spcBef>
                <a:spcPts val="800"/>
              </a:spcBef>
              <a:spcAft>
                <a:spcPts val="0"/>
              </a:spcAft>
              <a:buClr>
                <a:schemeClr val="dk1"/>
              </a:buClr>
              <a:buSzPts val="900"/>
              <a:buFont typeface="Nunito Sans"/>
              <a:buChar char="○"/>
              <a:defRPr sz="900"/>
            </a:lvl8pPr>
            <a:lvl9pPr indent="-285750" lvl="8" marL="4114800">
              <a:lnSpc>
                <a:spcPct val="100000"/>
              </a:lnSpc>
              <a:spcBef>
                <a:spcPts val="800"/>
              </a:spcBef>
              <a:spcAft>
                <a:spcPts val="800"/>
              </a:spcAft>
              <a:buClr>
                <a:schemeClr val="dk1"/>
              </a:buClr>
              <a:buSzPts val="900"/>
              <a:buFont typeface="Nunito Sans"/>
              <a:buChar char="■"/>
              <a:defRPr sz="900"/>
            </a:lvl9pPr>
          </a:lstStyle>
          <a:p/>
        </p:txBody>
      </p:sp>
      <p:sp>
        <p:nvSpPr>
          <p:cNvPr id="684" name="Google Shape;684;p70"/>
          <p:cNvSpPr txBox="1"/>
          <p:nvPr>
            <p:ph idx="8" type="body"/>
          </p:nvPr>
        </p:nvSpPr>
        <p:spPr>
          <a:xfrm>
            <a:off x="6813900" y="2266758"/>
            <a:ext cx="2039100" cy="722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Clr>
                <a:schemeClr val="dk1"/>
              </a:buClr>
              <a:buSzPts val="900"/>
              <a:buFont typeface="Nunito Sans"/>
              <a:buChar char="●"/>
              <a:defRPr sz="900"/>
            </a:lvl1pPr>
            <a:lvl2pPr indent="-285750" lvl="1" marL="914400">
              <a:spcBef>
                <a:spcPts val="800"/>
              </a:spcBef>
              <a:spcAft>
                <a:spcPts val="0"/>
              </a:spcAft>
              <a:buClr>
                <a:schemeClr val="dk1"/>
              </a:buClr>
              <a:buSzPts val="900"/>
              <a:buFont typeface="Nunito Sans"/>
              <a:buChar char="○"/>
              <a:defRPr sz="900"/>
            </a:lvl2pPr>
            <a:lvl3pPr indent="-285750" lvl="2" marL="1371600">
              <a:spcBef>
                <a:spcPts val="800"/>
              </a:spcBef>
              <a:spcAft>
                <a:spcPts val="0"/>
              </a:spcAft>
              <a:buClr>
                <a:schemeClr val="dk1"/>
              </a:buClr>
              <a:buSzPts val="900"/>
              <a:buFont typeface="Nunito Sans"/>
              <a:buChar char="■"/>
              <a:defRPr sz="900"/>
            </a:lvl3pPr>
            <a:lvl4pPr indent="-285750" lvl="3" marL="1828800">
              <a:spcBef>
                <a:spcPts val="800"/>
              </a:spcBef>
              <a:spcAft>
                <a:spcPts val="0"/>
              </a:spcAft>
              <a:buClr>
                <a:schemeClr val="dk1"/>
              </a:buClr>
              <a:buSzPts val="900"/>
              <a:buFont typeface="Nunito Sans"/>
              <a:buChar char="●"/>
              <a:defRPr sz="900"/>
            </a:lvl4pPr>
            <a:lvl5pPr indent="-285750" lvl="4" marL="2286000">
              <a:spcBef>
                <a:spcPts val="800"/>
              </a:spcBef>
              <a:spcAft>
                <a:spcPts val="0"/>
              </a:spcAft>
              <a:buClr>
                <a:schemeClr val="dk1"/>
              </a:buClr>
              <a:buSzPts val="900"/>
              <a:buFont typeface="Nunito Sans"/>
              <a:buChar char="○"/>
              <a:defRPr sz="900"/>
            </a:lvl5pPr>
            <a:lvl6pPr indent="-285750" lvl="5" marL="2743200">
              <a:spcBef>
                <a:spcPts val="800"/>
              </a:spcBef>
              <a:spcAft>
                <a:spcPts val="0"/>
              </a:spcAft>
              <a:buClr>
                <a:schemeClr val="dk1"/>
              </a:buClr>
              <a:buSzPts val="900"/>
              <a:buFont typeface="Nunito Sans"/>
              <a:buChar char="■"/>
              <a:defRPr sz="900"/>
            </a:lvl6pPr>
            <a:lvl7pPr indent="-285750" lvl="6" marL="3200400">
              <a:spcBef>
                <a:spcPts val="800"/>
              </a:spcBef>
              <a:spcAft>
                <a:spcPts val="0"/>
              </a:spcAft>
              <a:buClr>
                <a:schemeClr val="dk1"/>
              </a:buClr>
              <a:buSzPts val="900"/>
              <a:buFont typeface="Nunito Sans"/>
              <a:buChar char="●"/>
              <a:defRPr sz="900"/>
            </a:lvl7pPr>
            <a:lvl8pPr indent="-285750" lvl="7" marL="3657600">
              <a:spcBef>
                <a:spcPts val="800"/>
              </a:spcBef>
              <a:spcAft>
                <a:spcPts val="0"/>
              </a:spcAft>
              <a:buClr>
                <a:schemeClr val="dk1"/>
              </a:buClr>
              <a:buSzPts val="900"/>
              <a:buFont typeface="Nunito Sans"/>
              <a:buChar char="○"/>
              <a:defRPr sz="900"/>
            </a:lvl8pPr>
            <a:lvl9pPr indent="-285750" lvl="8" marL="4114800">
              <a:spcBef>
                <a:spcPts val="800"/>
              </a:spcBef>
              <a:spcAft>
                <a:spcPts val="800"/>
              </a:spcAft>
              <a:buClr>
                <a:schemeClr val="dk1"/>
              </a:buClr>
              <a:buSzPts val="900"/>
              <a:buFont typeface="Nunito Sans"/>
              <a:buChar char="■"/>
              <a:defRPr sz="900"/>
            </a:lvl9pPr>
          </a:lstStyle>
          <a:p/>
        </p:txBody>
      </p:sp>
      <p:sp>
        <p:nvSpPr>
          <p:cNvPr id="685" name="Google Shape;685;p70"/>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686" name="Google Shape;686;p70"/>
          <p:cNvSpPr txBox="1"/>
          <p:nvPr>
            <p:ph idx="9"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2">
  <p:cSld name="BLANK_1_1_1_1_1_1_1_1_1_1_1_1_1_1_1_3">
    <p:spTree>
      <p:nvGrpSpPr>
        <p:cNvPr id="687" name="Shape 687"/>
        <p:cNvGrpSpPr/>
        <p:nvPr/>
      </p:nvGrpSpPr>
      <p:grpSpPr>
        <a:xfrm>
          <a:off x="0" y="0"/>
          <a:ext cx="0" cy="0"/>
          <a:chOff x="0" y="0"/>
          <a:chExt cx="0" cy="0"/>
        </a:xfrm>
      </p:grpSpPr>
      <p:pic>
        <p:nvPicPr>
          <p:cNvPr id="688" name="Google Shape;688;p71"/>
          <p:cNvPicPr preferRelativeResize="0"/>
          <p:nvPr/>
        </p:nvPicPr>
        <p:blipFill rotWithShape="1">
          <a:blip r:embed="rId2">
            <a:alphaModFix/>
          </a:blip>
          <a:srcRect b="0" l="535" r="33362" t="71891"/>
          <a:stretch/>
        </p:blipFill>
        <p:spPr>
          <a:xfrm>
            <a:off x="5624200" y="0"/>
            <a:ext cx="3519800" cy="1496699"/>
          </a:xfrm>
          <a:prstGeom prst="rect">
            <a:avLst/>
          </a:prstGeom>
          <a:noFill/>
          <a:ln>
            <a:noFill/>
          </a:ln>
        </p:spPr>
      </p:pic>
      <p:sp>
        <p:nvSpPr>
          <p:cNvPr id="689" name="Google Shape;689;p71"/>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690" name="Google Shape;690;p71"/>
          <p:cNvSpPr txBox="1"/>
          <p:nvPr>
            <p:ph idx="2" type="title"/>
          </p:nvPr>
        </p:nvSpPr>
        <p:spPr>
          <a:xfrm>
            <a:off x="2040700" y="2971669"/>
            <a:ext cx="2758200" cy="292500"/>
          </a:xfrm>
          <a:prstGeom prst="rect">
            <a:avLst/>
          </a:prstGeom>
        </p:spPr>
        <p:txBody>
          <a:bodyPr anchorCtr="0" anchor="t" bIns="0" lIns="91425" spcFirstLastPara="1" rIns="91425" wrap="square" tIns="91425">
            <a:sp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1" name="Google Shape;691;p71"/>
          <p:cNvSpPr txBox="1"/>
          <p:nvPr>
            <p:ph idx="3" type="title"/>
          </p:nvPr>
        </p:nvSpPr>
        <p:spPr>
          <a:xfrm>
            <a:off x="4905100" y="3259050"/>
            <a:ext cx="1622700" cy="292500"/>
          </a:xfrm>
          <a:prstGeom prst="rect">
            <a:avLst/>
          </a:prstGeom>
        </p:spPr>
        <p:txBody>
          <a:bodyPr anchorCtr="0" anchor="t" bIns="0" lIns="91425" spcFirstLastPara="1" rIns="91425" wrap="square" tIns="91425">
            <a:sp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2" name="Google Shape;692;p71"/>
          <p:cNvSpPr txBox="1"/>
          <p:nvPr>
            <p:ph idx="4" type="title"/>
          </p:nvPr>
        </p:nvSpPr>
        <p:spPr>
          <a:xfrm>
            <a:off x="6589325" y="3591225"/>
            <a:ext cx="1622700" cy="292500"/>
          </a:xfrm>
          <a:prstGeom prst="rect">
            <a:avLst/>
          </a:prstGeom>
        </p:spPr>
        <p:txBody>
          <a:bodyPr anchorCtr="0" anchor="t" bIns="0" lIns="91425" spcFirstLastPara="1" rIns="91425" wrap="square" tIns="91425">
            <a:sp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3" name="Google Shape;693;p71"/>
          <p:cNvSpPr txBox="1"/>
          <p:nvPr>
            <p:ph idx="5" type="title"/>
          </p:nvPr>
        </p:nvSpPr>
        <p:spPr>
          <a:xfrm>
            <a:off x="228600" y="2642422"/>
            <a:ext cx="1622700" cy="292500"/>
          </a:xfrm>
          <a:prstGeom prst="rect">
            <a:avLst/>
          </a:prstGeom>
        </p:spPr>
        <p:txBody>
          <a:bodyPr anchorCtr="0" anchor="t" bIns="0" lIns="91425" spcFirstLastPara="1" rIns="91425" wrap="square" tIns="91425">
            <a:spAutoFit/>
          </a:bodyPr>
          <a:lstStyle>
            <a:lvl1pPr lvl="0">
              <a:spcBef>
                <a:spcPts val="0"/>
              </a:spcBef>
              <a:spcAft>
                <a:spcPts val="0"/>
              </a:spcAft>
              <a:buNone/>
              <a:defRPr b="0"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4" name="Google Shape;694;p71"/>
          <p:cNvSpPr txBox="1"/>
          <p:nvPr>
            <p:ph idx="6" type="title"/>
          </p:nvPr>
        </p:nvSpPr>
        <p:spPr>
          <a:xfrm>
            <a:off x="228600" y="1712000"/>
            <a:ext cx="763200" cy="292500"/>
          </a:xfrm>
          <a:prstGeom prst="rect">
            <a:avLst/>
          </a:prstGeom>
        </p:spPr>
        <p:txBody>
          <a:bodyPr anchorCtr="0" anchor="t" bIns="0" lIns="91425" spcFirstLastPara="1" rIns="91425" wrap="square" tIns="91425">
            <a:spAutoFit/>
          </a:bodyPr>
          <a:lstStyle>
            <a:lvl1pPr lvl="0">
              <a:spcBef>
                <a:spcPts val="0"/>
              </a:spcBef>
              <a:spcAft>
                <a:spcPts val="0"/>
              </a:spcAft>
              <a:buNone/>
              <a:defRPr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5" name="Google Shape;695;p71"/>
          <p:cNvSpPr txBox="1"/>
          <p:nvPr>
            <p:ph idx="7" type="title"/>
          </p:nvPr>
        </p:nvSpPr>
        <p:spPr>
          <a:xfrm>
            <a:off x="1533025" y="1712000"/>
            <a:ext cx="763200" cy="292500"/>
          </a:xfrm>
          <a:prstGeom prst="rect">
            <a:avLst/>
          </a:prstGeom>
        </p:spPr>
        <p:txBody>
          <a:bodyPr anchorCtr="0" anchor="t" bIns="0" lIns="91425" spcFirstLastPara="1" rIns="91425" wrap="square" tIns="91425">
            <a:spAutoFit/>
          </a:bodyPr>
          <a:lstStyle>
            <a:lvl1pPr lvl="0">
              <a:spcBef>
                <a:spcPts val="0"/>
              </a:spcBef>
              <a:spcAft>
                <a:spcPts val="0"/>
              </a:spcAft>
              <a:buNone/>
              <a:defRPr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6" name="Google Shape;696;p71"/>
          <p:cNvSpPr txBox="1"/>
          <p:nvPr>
            <p:ph idx="8" type="title"/>
          </p:nvPr>
        </p:nvSpPr>
        <p:spPr>
          <a:xfrm>
            <a:off x="2837450" y="1712000"/>
            <a:ext cx="763200" cy="292500"/>
          </a:xfrm>
          <a:prstGeom prst="rect">
            <a:avLst/>
          </a:prstGeom>
        </p:spPr>
        <p:txBody>
          <a:bodyPr anchorCtr="0" anchor="t" bIns="0" lIns="91425" spcFirstLastPara="1" rIns="91425" wrap="square" tIns="91425">
            <a:spAutoFit/>
          </a:bodyPr>
          <a:lstStyle>
            <a:lvl1pPr lvl="0">
              <a:spcBef>
                <a:spcPts val="0"/>
              </a:spcBef>
              <a:spcAft>
                <a:spcPts val="0"/>
              </a:spcAft>
              <a:buNone/>
              <a:defRPr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7" name="Google Shape;697;p71"/>
          <p:cNvSpPr txBox="1"/>
          <p:nvPr>
            <p:ph idx="9" type="title"/>
          </p:nvPr>
        </p:nvSpPr>
        <p:spPr>
          <a:xfrm>
            <a:off x="4141875" y="1712000"/>
            <a:ext cx="763200" cy="292500"/>
          </a:xfrm>
          <a:prstGeom prst="rect">
            <a:avLst/>
          </a:prstGeom>
        </p:spPr>
        <p:txBody>
          <a:bodyPr anchorCtr="0" anchor="t" bIns="0" lIns="91425" spcFirstLastPara="1" rIns="91425" wrap="square" tIns="91425">
            <a:spAutoFit/>
          </a:bodyPr>
          <a:lstStyle>
            <a:lvl1pPr lvl="0">
              <a:spcBef>
                <a:spcPts val="0"/>
              </a:spcBef>
              <a:spcAft>
                <a:spcPts val="0"/>
              </a:spcAft>
              <a:buNone/>
              <a:defRPr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8" name="Google Shape;698;p71"/>
          <p:cNvSpPr txBox="1"/>
          <p:nvPr>
            <p:ph idx="13" type="title"/>
          </p:nvPr>
        </p:nvSpPr>
        <p:spPr>
          <a:xfrm>
            <a:off x="5446300" y="1712000"/>
            <a:ext cx="763200" cy="292500"/>
          </a:xfrm>
          <a:prstGeom prst="rect">
            <a:avLst/>
          </a:prstGeom>
        </p:spPr>
        <p:txBody>
          <a:bodyPr anchorCtr="0" anchor="t" bIns="0" lIns="91425" spcFirstLastPara="1" rIns="91425" wrap="square" tIns="91425">
            <a:spAutoFit/>
          </a:bodyPr>
          <a:lstStyle>
            <a:lvl1pPr lvl="0">
              <a:spcBef>
                <a:spcPts val="0"/>
              </a:spcBef>
              <a:spcAft>
                <a:spcPts val="0"/>
              </a:spcAft>
              <a:buNone/>
              <a:defRPr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699" name="Google Shape;699;p71"/>
          <p:cNvSpPr txBox="1"/>
          <p:nvPr>
            <p:ph idx="14" type="title"/>
          </p:nvPr>
        </p:nvSpPr>
        <p:spPr>
          <a:xfrm>
            <a:off x="6750725" y="1712000"/>
            <a:ext cx="763200" cy="292500"/>
          </a:xfrm>
          <a:prstGeom prst="rect">
            <a:avLst/>
          </a:prstGeom>
        </p:spPr>
        <p:txBody>
          <a:bodyPr anchorCtr="0" anchor="t" bIns="0" lIns="91425" spcFirstLastPara="1" rIns="91425" wrap="square" tIns="91425">
            <a:spAutoFit/>
          </a:bodyPr>
          <a:lstStyle>
            <a:lvl1pPr lvl="0">
              <a:spcBef>
                <a:spcPts val="0"/>
              </a:spcBef>
              <a:spcAft>
                <a:spcPts val="0"/>
              </a:spcAft>
              <a:buNone/>
              <a:defRPr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700" name="Google Shape;700;p71"/>
          <p:cNvSpPr txBox="1"/>
          <p:nvPr>
            <p:ph idx="15" type="title"/>
          </p:nvPr>
        </p:nvSpPr>
        <p:spPr>
          <a:xfrm>
            <a:off x="8055150" y="1712000"/>
            <a:ext cx="763200" cy="292500"/>
          </a:xfrm>
          <a:prstGeom prst="rect">
            <a:avLst/>
          </a:prstGeom>
        </p:spPr>
        <p:txBody>
          <a:bodyPr anchorCtr="0" anchor="t" bIns="0" lIns="91425" spcFirstLastPara="1" rIns="91425" wrap="square" tIns="91425">
            <a:spAutoFit/>
          </a:bodyPr>
          <a:lstStyle>
            <a:lvl1pPr lvl="0">
              <a:spcBef>
                <a:spcPts val="0"/>
              </a:spcBef>
              <a:spcAft>
                <a:spcPts val="0"/>
              </a:spcAft>
              <a:buNone/>
              <a:defRPr sz="700">
                <a:latin typeface="Nunito Sans"/>
                <a:ea typeface="Nunito Sans"/>
                <a:cs typeface="Nunito Sans"/>
                <a:sym typeface="Nunito Sans"/>
              </a:defRPr>
            </a:lvl1pPr>
            <a:lvl2pPr lvl="1">
              <a:spcBef>
                <a:spcPts val="0"/>
              </a:spcBef>
              <a:spcAft>
                <a:spcPts val="0"/>
              </a:spcAft>
              <a:buNone/>
              <a:defRPr sz="900">
                <a:latin typeface="Nunito Sans"/>
                <a:ea typeface="Nunito Sans"/>
                <a:cs typeface="Nunito Sans"/>
                <a:sym typeface="Nunito Sans"/>
              </a:defRPr>
            </a:lvl2pPr>
            <a:lvl3pPr lvl="2">
              <a:spcBef>
                <a:spcPts val="0"/>
              </a:spcBef>
              <a:spcAft>
                <a:spcPts val="0"/>
              </a:spcAft>
              <a:buNone/>
              <a:defRPr sz="900">
                <a:latin typeface="Nunito Sans"/>
                <a:ea typeface="Nunito Sans"/>
                <a:cs typeface="Nunito Sans"/>
                <a:sym typeface="Nunito Sans"/>
              </a:defRPr>
            </a:lvl3pPr>
            <a:lvl4pPr lvl="3">
              <a:spcBef>
                <a:spcPts val="0"/>
              </a:spcBef>
              <a:spcAft>
                <a:spcPts val="0"/>
              </a:spcAft>
              <a:buNone/>
              <a:defRPr sz="900">
                <a:latin typeface="Nunito Sans"/>
                <a:ea typeface="Nunito Sans"/>
                <a:cs typeface="Nunito Sans"/>
                <a:sym typeface="Nunito Sans"/>
              </a:defRPr>
            </a:lvl4pPr>
            <a:lvl5pPr lvl="4">
              <a:spcBef>
                <a:spcPts val="0"/>
              </a:spcBef>
              <a:spcAft>
                <a:spcPts val="0"/>
              </a:spcAft>
              <a:buNone/>
              <a:defRPr sz="900">
                <a:latin typeface="Nunito Sans"/>
                <a:ea typeface="Nunito Sans"/>
                <a:cs typeface="Nunito Sans"/>
                <a:sym typeface="Nunito Sans"/>
              </a:defRPr>
            </a:lvl5pPr>
            <a:lvl6pPr lvl="5">
              <a:spcBef>
                <a:spcPts val="0"/>
              </a:spcBef>
              <a:spcAft>
                <a:spcPts val="0"/>
              </a:spcAft>
              <a:buNone/>
              <a:defRPr sz="900">
                <a:latin typeface="Nunito Sans"/>
                <a:ea typeface="Nunito Sans"/>
                <a:cs typeface="Nunito Sans"/>
                <a:sym typeface="Nunito Sans"/>
              </a:defRPr>
            </a:lvl6pPr>
            <a:lvl7pPr lvl="6">
              <a:spcBef>
                <a:spcPts val="0"/>
              </a:spcBef>
              <a:spcAft>
                <a:spcPts val="0"/>
              </a:spcAft>
              <a:buNone/>
              <a:defRPr sz="900">
                <a:latin typeface="Nunito Sans"/>
                <a:ea typeface="Nunito Sans"/>
                <a:cs typeface="Nunito Sans"/>
                <a:sym typeface="Nunito Sans"/>
              </a:defRPr>
            </a:lvl7pPr>
            <a:lvl8pPr lvl="7">
              <a:spcBef>
                <a:spcPts val="0"/>
              </a:spcBef>
              <a:spcAft>
                <a:spcPts val="0"/>
              </a:spcAft>
              <a:buNone/>
              <a:defRPr sz="900">
                <a:latin typeface="Nunito Sans"/>
                <a:ea typeface="Nunito Sans"/>
                <a:cs typeface="Nunito Sans"/>
                <a:sym typeface="Nunito Sans"/>
              </a:defRPr>
            </a:lvl8pPr>
            <a:lvl9pPr lvl="8">
              <a:spcBef>
                <a:spcPts val="0"/>
              </a:spcBef>
              <a:spcAft>
                <a:spcPts val="0"/>
              </a:spcAft>
              <a:buNone/>
              <a:defRPr sz="900">
                <a:latin typeface="Nunito Sans"/>
                <a:ea typeface="Nunito Sans"/>
                <a:cs typeface="Nunito Sans"/>
                <a:sym typeface="Nunito Sans"/>
              </a:defRPr>
            </a:lvl9pPr>
          </a:lstStyle>
          <a:p/>
        </p:txBody>
      </p:sp>
      <p:sp>
        <p:nvSpPr>
          <p:cNvPr id="701" name="Google Shape;701;p71"/>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702" name="Google Shape;702;p71"/>
          <p:cNvSpPr txBox="1"/>
          <p:nvPr>
            <p:ph idx="1"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ve big ideas">
  <p:cSld name="BLANK_1_1_1_1_1_1_1_1_1_1_1_1_1_1_1_2">
    <p:bg>
      <p:bgPr>
        <a:solidFill>
          <a:schemeClr val="lt1"/>
        </a:solidFill>
      </p:bgPr>
    </p:bg>
    <p:spTree>
      <p:nvGrpSpPr>
        <p:cNvPr id="703" name="Shape 703"/>
        <p:cNvGrpSpPr/>
        <p:nvPr/>
      </p:nvGrpSpPr>
      <p:grpSpPr>
        <a:xfrm>
          <a:off x="0" y="0"/>
          <a:ext cx="0" cy="0"/>
          <a:chOff x="0" y="0"/>
          <a:chExt cx="0" cy="0"/>
        </a:xfrm>
      </p:grpSpPr>
      <p:sp>
        <p:nvSpPr>
          <p:cNvPr id="704" name="Google Shape;704;p72"/>
          <p:cNvSpPr txBox="1"/>
          <p:nvPr>
            <p:ph idx="1" type="subTitle"/>
          </p:nvPr>
        </p:nvSpPr>
        <p:spPr>
          <a:xfrm>
            <a:off x="228600" y="2666275"/>
            <a:ext cx="1312500" cy="347400"/>
          </a:xfrm>
          <a:prstGeom prst="rect">
            <a:avLst/>
          </a:prstGeom>
        </p:spPr>
        <p:txBody>
          <a:bodyPr anchorCtr="0" anchor="ctr" bIns="0" lIns="182875" spcFirstLastPara="1" rIns="182875" wrap="square" tIns="0">
            <a:noAutofit/>
          </a:bodyPr>
          <a:lstStyle>
            <a:lvl1pPr lvl="0">
              <a:spcBef>
                <a:spcPts val="0"/>
              </a:spcBef>
              <a:spcAft>
                <a:spcPts val="0"/>
              </a:spcAft>
              <a:buNone/>
              <a:defRPr sz="900">
                <a:solidFill>
                  <a:schemeClr val="dk2"/>
                </a:solidFill>
                <a:latin typeface="Poppins Medium"/>
                <a:ea typeface="Poppins Medium"/>
                <a:cs typeface="Poppins Medium"/>
                <a:sym typeface="Poppins Medium"/>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705" name="Google Shape;705;p72"/>
          <p:cNvSpPr txBox="1"/>
          <p:nvPr>
            <p:ph idx="2" type="subTitle"/>
          </p:nvPr>
        </p:nvSpPr>
        <p:spPr>
          <a:xfrm>
            <a:off x="1971375" y="2666275"/>
            <a:ext cx="1312500" cy="347400"/>
          </a:xfrm>
          <a:prstGeom prst="rect">
            <a:avLst/>
          </a:prstGeom>
        </p:spPr>
        <p:txBody>
          <a:bodyPr anchorCtr="0" anchor="ctr" bIns="0" lIns="182875" spcFirstLastPara="1" rIns="182875" wrap="square" tIns="0">
            <a:noAutofit/>
          </a:bodyPr>
          <a:lstStyle>
            <a:lvl1pPr lvl="0">
              <a:spcBef>
                <a:spcPts val="0"/>
              </a:spcBef>
              <a:spcAft>
                <a:spcPts val="0"/>
              </a:spcAft>
              <a:buNone/>
              <a:defRPr sz="900">
                <a:solidFill>
                  <a:schemeClr val="dk2"/>
                </a:solidFill>
                <a:latin typeface="Poppins Medium"/>
                <a:ea typeface="Poppins Medium"/>
                <a:cs typeface="Poppins Medium"/>
                <a:sym typeface="Poppins Medium"/>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706" name="Google Shape;706;p72"/>
          <p:cNvSpPr txBox="1"/>
          <p:nvPr>
            <p:ph idx="3" type="subTitle"/>
          </p:nvPr>
        </p:nvSpPr>
        <p:spPr>
          <a:xfrm>
            <a:off x="3714150" y="2666275"/>
            <a:ext cx="1312500" cy="347400"/>
          </a:xfrm>
          <a:prstGeom prst="rect">
            <a:avLst/>
          </a:prstGeom>
        </p:spPr>
        <p:txBody>
          <a:bodyPr anchorCtr="0" anchor="ctr" bIns="0" lIns="182875" spcFirstLastPara="1" rIns="182875" wrap="square" tIns="0">
            <a:noAutofit/>
          </a:bodyPr>
          <a:lstStyle>
            <a:lvl1pPr lvl="0">
              <a:spcBef>
                <a:spcPts val="0"/>
              </a:spcBef>
              <a:spcAft>
                <a:spcPts val="0"/>
              </a:spcAft>
              <a:buNone/>
              <a:defRPr sz="900">
                <a:solidFill>
                  <a:schemeClr val="dk2"/>
                </a:solidFill>
                <a:latin typeface="Poppins Medium"/>
                <a:ea typeface="Poppins Medium"/>
                <a:cs typeface="Poppins Medium"/>
                <a:sym typeface="Poppins Medium"/>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707" name="Google Shape;707;p72"/>
          <p:cNvSpPr txBox="1"/>
          <p:nvPr>
            <p:ph idx="4" type="subTitle"/>
          </p:nvPr>
        </p:nvSpPr>
        <p:spPr>
          <a:xfrm>
            <a:off x="5456925" y="2666275"/>
            <a:ext cx="1312500" cy="347400"/>
          </a:xfrm>
          <a:prstGeom prst="rect">
            <a:avLst/>
          </a:prstGeom>
        </p:spPr>
        <p:txBody>
          <a:bodyPr anchorCtr="0" anchor="ctr" bIns="0" lIns="182875" spcFirstLastPara="1" rIns="182875" wrap="square" tIns="0">
            <a:noAutofit/>
          </a:bodyPr>
          <a:lstStyle>
            <a:lvl1pPr lvl="0">
              <a:spcBef>
                <a:spcPts val="0"/>
              </a:spcBef>
              <a:spcAft>
                <a:spcPts val="0"/>
              </a:spcAft>
              <a:buNone/>
              <a:defRPr sz="900">
                <a:solidFill>
                  <a:schemeClr val="dk2"/>
                </a:solidFill>
                <a:latin typeface="Poppins Medium"/>
                <a:ea typeface="Poppins Medium"/>
                <a:cs typeface="Poppins Medium"/>
                <a:sym typeface="Poppins Medium"/>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sp>
        <p:nvSpPr>
          <p:cNvPr id="708" name="Google Shape;708;p72"/>
          <p:cNvSpPr txBox="1"/>
          <p:nvPr>
            <p:ph idx="5" type="subTitle"/>
          </p:nvPr>
        </p:nvSpPr>
        <p:spPr>
          <a:xfrm>
            <a:off x="7199700" y="2666275"/>
            <a:ext cx="1312500" cy="347400"/>
          </a:xfrm>
          <a:prstGeom prst="rect">
            <a:avLst/>
          </a:prstGeom>
        </p:spPr>
        <p:txBody>
          <a:bodyPr anchorCtr="0" anchor="ctr" bIns="0" lIns="182875" spcFirstLastPara="1" rIns="182875" wrap="square" tIns="0">
            <a:noAutofit/>
          </a:bodyPr>
          <a:lstStyle>
            <a:lvl1pPr lvl="0">
              <a:spcBef>
                <a:spcPts val="0"/>
              </a:spcBef>
              <a:spcAft>
                <a:spcPts val="0"/>
              </a:spcAft>
              <a:buNone/>
              <a:defRPr sz="900">
                <a:solidFill>
                  <a:schemeClr val="dk2"/>
                </a:solidFill>
                <a:latin typeface="Poppins Medium"/>
                <a:ea typeface="Poppins Medium"/>
                <a:cs typeface="Poppins Medium"/>
                <a:sym typeface="Poppins Medium"/>
              </a:defRPr>
            </a:lvl1pPr>
            <a:lvl2pPr lvl="1">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2pPr>
            <a:lvl3pPr lvl="2">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3pPr>
            <a:lvl4pPr lvl="3">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4pPr>
            <a:lvl5pPr lvl="4">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5pPr>
            <a:lvl6pPr lvl="5">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6pPr>
            <a:lvl7pPr lvl="6">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7pPr>
            <a:lvl8pPr lvl="7">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8pPr>
            <a:lvl9pPr lvl="8">
              <a:spcBef>
                <a:spcPts val="0"/>
              </a:spcBef>
              <a:spcAft>
                <a:spcPts val="0"/>
              </a:spcAft>
              <a:buClr>
                <a:schemeClr val="dk2"/>
              </a:buClr>
              <a:buSzPts val="900"/>
              <a:buFont typeface="Poppins SemiBold"/>
              <a:buNone/>
              <a:defRPr sz="900">
                <a:solidFill>
                  <a:schemeClr val="dk2"/>
                </a:solidFill>
                <a:latin typeface="Poppins SemiBold"/>
                <a:ea typeface="Poppins SemiBold"/>
                <a:cs typeface="Poppins SemiBold"/>
                <a:sym typeface="Poppins SemiBold"/>
              </a:defRPr>
            </a:lvl9pPr>
          </a:lstStyle>
          <a:p/>
        </p:txBody>
      </p:sp>
      <p:pic>
        <p:nvPicPr>
          <p:cNvPr id="709" name="Google Shape;709;p72"/>
          <p:cNvPicPr preferRelativeResize="0"/>
          <p:nvPr/>
        </p:nvPicPr>
        <p:blipFill rotWithShape="1">
          <a:blip r:embed="rId2">
            <a:alphaModFix/>
          </a:blip>
          <a:srcRect b="0" l="0" r="33897" t="70460"/>
          <a:stretch/>
        </p:blipFill>
        <p:spPr>
          <a:xfrm>
            <a:off x="5624200" y="0"/>
            <a:ext cx="3519800" cy="1572900"/>
          </a:xfrm>
          <a:prstGeom prst="rect">
            <a:avLst/>
          </a:prstGeom>
          <a:noFill/>
          <a:ln>
            <a:noFill/>
          </a:ln>
        </p:spPr>
      </p:pic>
      <p:sp>
        <p:nvSpPr>
          <p:cNvPr id="710" name="Google Shape;710;p72"/>
          <p:cNvSpPr txBox="1"/>
          <p:nvPr>
            <p:ph idx="6" type="body"/>
          </p:nvPr>
        </p:nvSpPr>
        <p:spPr>
          <a:xfrm>
            <a:off x="1971375" y="3030250"/>
            <a:ext cx="1715400" cy="1145100"/>
          </a:xfrm>
          <a:prstGeom prst="rect">
            <a:avLst/>
          </a:prstGeom>
        </p:spPr>
        <p:txBody>
          <a:bodyPr anchorCtr="0" anchor="t" bIns="91425" lIns="91425" spcFirstLastPara="1" rIns="182875" wrap="square" tIns="182875">
            <a:noAutofit/>
          </a:bodyPr>
          <a:lstStyle>
            <a:lvl1pPr indent="-285750" lvl="0" marL="457200">
              <a:lnSpc>
                <a:spcPct val="115000"/>
              </a:lnSpc>
              <a:spcBef>
                <a:spcPts val="0"/>
              </a:spcBef>
              <a:spcAft>
                <a:spcPts val="0"/>
              </a:spcAft>
              <a:buClr>
                <a:schemeClr val="dk1"/>
              </a:buClr>
              <a:buSzPts val="900"/>
              <a:buFont typeface="Nunito Sans"/>
              <a:buChar char="●"/>
              <a:defRPr sz="900"/>
            </a:lvl1pPr>
            <a:lvl2pPr indent="-285750" lvl="1" marL="914400">
              <a:lnSpc>
                <a:spcPct val="115000"/>
              </a:lnSpc>
              <a:spcBef>
                <a:spcPts val="0"/>
              </a:spcBef>
              <a:spcAft>
                <a:spcPts val="0"/>
              </a:spcAft>
              <a:buClr>
                <a:schemeClr val="dk1"/>
              </a:buClr>
              <a:buSzPts val="900"/>
              <a:buFont typeface="Nunito Sans"/>
              <a:buChar char="○"/>
              <a:defRPr sz="900"/>
            </a:lvl2pPr>
            <a:lvl3pPr indent="-285750" lvl="2" marL="1371600">
              <a:lnSpc>
                <a:spcPct val="115000"/>
              </a:lnSpc>
              <a:spcBef>
                <a:spcPts val="0"/>
              </a:spcBef>
              <a:spcAft>
                <a:spcPts val="0"/>
              </a:spcAft>
              <a:buClr>
                <a:schemeClr val="dk1"/>
              </a:buClr>
              <a:buSzPts val="900"/>
              <a:buFont typeface="Nunito Sans"/>
              <a:buChar char="■"/>
              <a:defRPr sz="900"/>
            </a:lvl3pPr>
            <a:lvl4pPr indent="-285750" lvl="3" marL="1828800">
              <a:lnSpc>
                <a:spcPct val="115000"/>
              </a:lnSpc>
              <a:spcBef>
                <a:spcPts val="0"/>
              </a:spcBef>
              <a:spcAft>
                <a:spcPts val="0"/>
              </a:spcAft>
              <a:buClr>
                <a:schemeClr val="dk1"/>
              </a:buClr>
              <a:buSzPts val="900"/>
              <a:buFont typeface="Nunito Sans"/>
              <a:buChar char="●"/>
              <a:defRPr sz="900"/>
            </a:lvl4pPr>
            <a:lvl5pPr indent="-285750" lvl="4" marL="2286000">
              <a:lnSpc>
                <a:spcPct val="115000"/>
              </a:lnSpc>
              <a:spcBef>
                <a:spcPts val="0"/>
              </a:spcBef>
              <a:spcAft>
                <a:spcPts val="0"/>
              </a:spcAft>
              <a:buClr>
                <a:schemeClr val="dk1"/>
              </a:buClr>
              <a:buSzPts val="900"/>
              <a:buFont typeface="Nunito Sans"/>
              <a:buChar char="○"/>
              <a:defRPr sz="900"/>
            </a:lvl5pPr>
            <a:lvl6pPr indent="-285750" lvl="5" marL="2743200">
              <a:lnSpc>
                <a:spcPct val="115000"/>
              </a:lnSpc>
              <a:spcBef>
                <a:spcPts val="0"/>
              </a:spcBef>
              <a:spcAft>
                <a:spcPts val="0"/>
              </a:spcAft>
              <a:buClr>
                <a:schemeClr val="dk1"/>
              </a:buClr>
              <a:buSzPts val="900"/>
              <a:buFont typeface="Nunito Sans"/>
              <a:buChar char="■"/>
              <a:defRPr sz="900"/>
            </a:lvl6pPr>
            <a:lvl7pPr indent="-285750" lvl="6" marL="3200400">
              <a:lnSpc>
                <a:spcPct val="115000"/>
              </a:lnSpc>
              <a:spcBef>
                <a:spcPts val="0"/>
              </a:spcBef>
              <a:spcAft>
                <a:spcPts val="0"/>
              </a:spcAft>
              <a:buClr>
                <a:schemeClr val="dk1"/>
              </a:buClr>
              <a:buSzPts val="900"/>
              <a:buFont typeface="Nunito Sans"/>
              <a:buChar char="●"/>
              <a:defRPr sz="900"/>
            </a:lvl7pPr>
            <a:lvl8pPr indent="-285750" lvl="7" marL="3657600">
              <a:lnSpc>
                <a:spcPct val="115000"/>
              </a:lnSpc>
              <a:spcBef>
                <a:spcPts val="0"/>
              </a:spcBef>
              <a:spcAft>
                <a:spcPts val="0"/>
              </a:spcAft>
              <a:buClr>
                <a:schemeClr val="dk1"/>
              </a:buClr>
              <a:buSzPts val="900"/>
              <a:buFont typeface="Nunito Sans"/>
              <a:buChar char="○"/>
              <a:defRPr sz="900"/>
            </a:lvl8pPr>
            <a:lvl9pPr indent="-285750" lvl="8" marL="4114800">
              <a:lnSpc>
                <a:spcPct val="115000"/>
              </a:lnSpc>
              <a:spcBef>
                <a:spcPts val="0"/>
              </a:spcBef>
              <a:spcAft>
                <a:spcPts val="0"/>
              </a:spcAft>
              <a:buClr>
                <a:schemeClr val="dk1"/>
              </a:buClr>
              <a:buSzPts val="900"/>
              <a:buFont typeface="Nunito Sans"/>
              <a:buChar char="■"/>
              <a:defRPr sz="900"/>
            </a:lvl9pPr>
          </a:lstStyle>
          <a:p/>
        </p:txBody>
      </p:sp>
      <p:sp>
        <p:nvSpPr>
          <p:cNvPr id="711" name="Google Shape;711;p72"/>
          <p:cNvSpPr txBox="1"/>
          <p:nvPr>
            <p:ph idx="7" type="body"/>
          </p:nvPr>
        </p:nvSpPr>
        <p:spPr>
          <a:xfrm>
            <a:off x="3714150" y="3030250"/>
            <a:ext cx="1715400" cy="1145100"/>
          </a:xfrm>
          <a:prstGeom prst="rect">
            <a:avLst/>
          </a:prstGeom>
        </p:spPr>
        <p:txBody>
          <a:bodyPr anchorCtr="0" anchor="t" bIns="91425" lIns="91425" spcFirstLastPara="1" rIns="182875" wrap="square" tIns="182875">
            <a:noAutofit/>
          </a:bodyPr>
          <a:lstStyle>
            <a:lvl1pPr indent="-285750" lvl="0" marL="457200">
              <a:spcBef>
                <a:spcPts val="0"/>
              </a:spcBef>
              <a:spcAft>
                <a:spcPts val="0"/>
              </a:spcAft>
              <a:buClr>
                <a:schemeClr val="dk1"/>
              </a:buClr>
              <a:buSzPts val="900"/>
              <a:buFont typeface="Nunito Sans"/>
              <a:buChar char="●"/>
              <a:defRPr sz="900"/>
            </a:lvl1pPr>
            <a:lvl2pPr indent="-285750" lvl="1" marL="914400">
              <a:spcBef>
                <a:spcPts val="0"/>
              </a:spcBef>
              <a:spcAft>
                <a:spcPts val="0"/>
              </a:spcAft>
              <a:buClr>
                <a:schemeClr val="dk1"/>
              </a:buClr>
              <a:buSzPts val="900"/>
              <a:buFont typeface="Nunito Sans"/>
              <a:buChar char="○"/>
              <a:defRPr sz="900"/>
            </a:lvl2pPr>
            <a:lvl3pPr indent="-285750" lvl="2" marL="1371600">
              <a:spcBef>
                <a:spcPts val="0"/>
              </a:spcBef>
              <a:spcAft>
                <a:spcPts val="0"/>
              </a:spcAft>
              <a:buClr>
                <a:schemeClr val="dk1"/>
              </a:buClr>
              <a:buSzPts val="900"/>
              <a:buFont typeface="Nunito Sans"/>
              <a:buChar char="■"/>
              <a:defRPr sz="900"/>
            </a:lvl3pPr>
            <a:lvl4pPr indent="-285750" lvl="3" marL="1828800">
              <a:spcBef>
                <a:spcPts val="0"/>
              </a:spcBef>
              <a:spcAft>
                <a:spcPts val="0"/>
              </a:spcAft>
              <a:buClr>
                <a:schemeClr val="dk1"/>
              </a:buClr>
              <a:buSzPts val="900"/>
              <a:buFont typeface="Nunito Sans"/>
              <a:buChar char="●"/>
              <a:defRPr sz="900"/>
            </a:lvl4pPr>
            <a:lvl5pPr indent="-285750" lvl="4" marL="2286000">
              <a:spcBef>
                <a:spcPts val="0"/>
              </a:spcBef>
              <a:spcAft>
                <a:spcPts val="0"/>
              </a:spcAft>
              <a:buClr>
                <a:schemeClr val="dk1"/>
              </a:buClr>
              <a:buSzPts val="900"/>
              <a:buFont typeface="Nunito Sans"/>
              <a:buChar char="○"/>
              <a:defRPr sz="900"/>
            </a:lvl5pPr>
            <a:lvl6pPr indent="-285750" lvl="5" marL="2743200">
              <a:spcBef>
                <a:spcPts val="0"/>
              </a:spcBef>
              <a:spcAft>
                <a:spcPts val="0"/>
              </a:spcAft>
              <a:buClr>
                <a:schemeClr val="dk1"/>
              </a:buClr>
              <a:buSzPts val="900"/>
              <a:buFont typeface="Nunito Sans"/>
              <a:buChar char="■"/>
              <a:defRPr sz="900"/>
            </a:lvl6pPr>
            <a:lvl7pPr indent="-285750" lvl="6" marL="3200400">
              <a:spcBef>
                <a:spcPts val="0"/>
              </a:spcBef>
              <a:spcAft>
                <a:spcPts val="0"/>
              </a:spcAft>
              <a:buClr>
                <a:schemeClr val="dk1"/>
              </a:buClr>
              <a:buSzPts val="900"/>
              <a:buFont typeface="Nunito Sans"/>
              <a:buChar char="●"/>
              <a:defRPr sz="900"/>
            </a:lvl7pPr>
            <a:lvl8pPr indent="-285750" lvl="7" marL="3657600">
              <a:spcBef>
                <a:spcPts val="0"/>
              </a:spcBef>
              <a:spcAft>
                <a:spcPts val="0"/>
              </a:spcAft>
              <a:buClr>
                <a:schemeClr val="dk1"/>
              </a:buClr>
              <a:buSzPts val="900"/>
              <a:buFont typeface="Nunito Sans"/>
              <a:buChar char="○"/>
              <a:defRPr sz="900"/>
            </a:lvl8pPr>
            <a:lvl9pPr indent="-285750" lvl="8" marL="4114800">
              <a:spcBef>
                <a:spcPts val="0"/>
              </a:spcBef>
              <a:spcAft>
                <a:spcPts val="0"/>
              </a:spcAft>
              <a:buClr>
                <a:schemeClr val="dk1"/>
              </a:buClr>
              <a:buSzPts val="900"/>
              <a:buFont typeface="Nunito Sans"/>
              <a:buChar char="■"/>
              <a:defRPr sz="900"/>
            </a:lvl9pPr>
          </a:lstStyle>
          <a:p/>
        </p:txBody>
      </p:sp>
      <p:sp>
        <p:nvSpPr>
          <p:cNvPr id="712" name="Google Shape;712;p72"/>
          <p:cNvSpPr txBox="1"/>
          <p:nvPr>
            <p:ph idx="8" type="body"/>
          </p:nvPr>
        </p:nvSpPr>
        <p:spPr>
          <a:xfrm>
            <a:off x="5456925" y="3030250"/>
            <a:ext cx="1715400" cy="1145100"/>
          </a:xfrm>
          <a:prstGeom prst="rect">
            <a:avLst/>
          </a:prstGeom>
        </p:spPr>
        <p:txBody>
          <a:bodyPr anchorCtr="0" anchor="t" bIns="91425" lIns="91425" spcFirstLastPara="1" rIns="182875" wrap="square" tIns="182875">
            <a:noAutofit/>
          </a:bodyPr>
          <a:lstStyle>
            <a:lvl1pPr indent="-285750" lvl="0" marL="457200">
              <a:lnSpc>
                <a:spcPct val="115000"/>
              </a:lnSpc>
              <a:spcBef>
                <a:spcPts val="0"/>
              </a:spcBef>
              <a:spcAft>
                <a:spcPts val="0"/>
              </a:spcAft>
              <a:buClr>
                <a:schemeClr val="dk1"/>
              </a:buClr>
              <a:buSzPts val="900"/>
              <a:buFont typeface="Nunito Sans"/>
              <a:buChar char="●"/>
              <a:defRPr sz="900"/>
            </a:lvl1pPr>
            <a:lvl2pPr indent="-285750" lvl="1" marL="914400">
              <a:lnSpc>
                <a:spcPct val="115000"/>
              </a:lnSpc>
              <a:spcBef>
                <a:spcPts val="0"/>
              </a:spcBef>
              <a:spcAft>
                <a:spcPts val="0"/>
              </a:spcAft>
              <a:buClr>
                <a:schemeClr val="dk1"/>
              </a:buClr>
              <a:buSzPts val="900"/>
              <a:buFont typeface="Nunito Sans"/>
              <a:buChar char="○"/>
              <a:defRPr sz="900"/>
            </a:lvl2pPr>
            <a:lvl3pPr indent="-285750" lvl="2" marL="1371600">
              <a:lnSpc>
                <a:spcPct val="115000"/>
              </a:lnSpc>
              <a:spcBef>
                <a:spcPts val="0"/>
              </a:spcBef>
              <a:spcAft>
                <a:spcPts val="0"/>
              </a:spcAft>
              <a:buClr>
                <a:schemeClr val="dk1"/>
              </a:buClr>
              <a:buSzPts val="900"/>
              <a:buFont typeface="Nunito Sans"/>
              <a:buChar char="■"/>
              <a:defRPr sz="900"/>
            </a:lvl3pPr>
            <a:lvl4pPr indent="-285750" lvl="3" marL="1828800">
              <a:lnSpc>
                <a:spcPct val="115000"/>
              </a:lnSpc>
              <a:spcBef>
                <a:spcPts val="0"/>
              </a:spcBef>
              <a:spcAft>
                <a:spcPts val="0"/>
              </a:spcAft>
              <a:buClr>
                <a:schemeClr val="dk1"/>
              </a:buClr>
              <a:buSzPts val="900"/>
              <a:buFont typeface="Nunito Sans"/>
              <a:buChar char="●"/>
              <a:defRPr sz="900"/>
            </a:lvl4pPr>
            <a:lvl5pPr indent="-285750" lvl="4" marL="2286000">
              <a:lnSpc>
                <a:spcPct val="115000"/>
              </a:lnSpc>
              <a:spcBef>
                <a:spcPts val="0"/>
              </a:spcBef>
              <a:spcAft>
                <a:spcPts val="0"/>
              </a:spcAft>
              <a:buClr>
                <a:schemeClr val="dk1"/>
              </a:buClr>
              <a:buSzPts val="900"/>
              <a:buFont typeface="Nunito Sans"/>
              <a:buChar char="○"/>
              <a:defRPr sz="900"/>
            </a:lvl5pPr>
            <a:lvl6pPr indent="-285750" lvl="5" marL="2743200">
              <a:lnSpc>
                <a:spcPct val="115000"/>
              </a:lnSpc>
              <a:spcBef>
                <a:spcPts val="0"/>
              </a:spcBef>
              <a:spcAft>
                <a:spcPts val="0"/>
              </a:spcAft>
              <a:buClr>
                <a:schemeClr val="dk1"/>
              </a:buClr>
              <a:buSzPts val="900"/>
              <a:buFont typeface="Nunito Sans"/>
              <a:buChar char="■"/>
              <a:defRPr sz="900"/>
            </a:lvl6pPr>
            <a:lvl7pPr indent="-285750" lvl="6" marL="3200400">
              <a:lnSpc>
                <a:spcPct val="115000"/>
              </a:lnSpc>
              <a:spcBef>
                <a:spcPts val="0"/>
              </a:spcBef>
              <a:spcAft>
                <a:spcPts val="0"/>
              </a:spcAft>
              <a:buClr>
                <a:schemeClr val="dk1"/>
              </a:buClr>
              <a:buSzPts val="900"/>
              <a:buFont typeface="Nunito Sans"/>
              <a:buChar char="●"/>
              <a:defRPr sz="900"/>
            </a:lvl7pPr>
            <a:lvl8pPr indent="-285750" lvl="7" marL="3657600">
              <a:lnSpc>
                <a:spcPct val="115000"/>
              </a:lnSpc>
              <a:spcBef>
                <a:spcPts val="0"/>
              </a:spcBef>
              <a:spcAft>
                <a:spcPts val="0"/>
              </a:spcAft>
              <a:buClr>
                <a:schemeClr val="dk1"/>
              </a:buClr>
              <a:buSzPts val="900"/>
              <a:buFont typeface="Nunito Sans"/>
              <a:buChar char="○"/>
              <a:defRPr sz="900"/>
            </a:lvl8pPr>
            <a:lvl9pPr indent="-285750" lvl="8" marL="4114800">
              <a:lnSpc>
                <a:spcPct val="115000"/>
              </a:lnSpc>
              <a:spcBef>
                <a:spcPts val="0"/>
              </a:spcBef>
              <a:spcAft>
                <a:spcPts val="0"/>
              </a:spcAft>
              <a:buClr>
                <a:schemeClr val="dk1"/>
              </a:buClr>
              <a:buSzPts val="900"/>
              <a:buFont typeface="Nunito Sans"/>
              <a:buChar char="■"/>
              <a:defRPr sz="900"/>
            </a:lvl9pPr>
          </a:lstStyle>
          <a:p/>
        </p:txBody>
      </p:sp>
      <p:sp>
        <p:nvSpPr>
          <p:cNvPr id="713" name="Google Shape;713;p72"/>
          <p:cNvSpPr txBox="1"/>
          <p:nvPr>
            <p:ph idx="9" type="body"/>
          </p:nvPr>
        </p:nvSpPr>
        <p:spPr>
          <a:xfrm>
            <a:off x="228450" y="3030250"/>
            <a:ext cx="1715400" cy="1145100"/>
          </a:xfrm>
          <a:prstGeom prst="rect">
            <a:avLst/>
          </a:prstGeom>
        </p:spPr>
        <p:txBody>
          <a:bodyPr anchorCtr="0" anchor="t" bIns="91425" lIns="91425" spcFirstLastPara="1" rIns="182875" wrap="square" tIns="182875">
            <a:noAutofit/>
          </a:bodyPr>
          <a:lstStyle>
            <a:lvl1pPr indent="-285750" lvl="0" marL="457200">
              <a:lnSpc>
                <a:spcPct val="115000"/>
              </a:lnSpc>
              <a:spcBef>
                <a:spcPts val="0"/>
              </a:spcBef>
              <a:spcAft>
                <a:spcPts val="0"/>
              </a:spcAft>
              <a:buClr>
                <a:schemeClr val="dk1"/>
              </a:buClr>
              <a:buSzPts val="900"/>
              <a:buFont typeface="Nunito Sans"/>
              <a:buChar char="●"/>
              <a:defRPr sz="900"/>
            </a:lvl1pPr>
            <a:lvl2pPr indent="-285750" lvl="1" marL="914400">
              <a:lnSpc>
                <a:spcPct val="115000"/>
              </a:lnSpc>
              <a:spcBef>
                <a:spcPts val="0"/>
              </a:spcBef>
              <a:spcAft>
                <a:spcPts val="0"/>
              </a:spcAft>
              <a:buClr>
                <a:schemeClr val="dk1"/>
              </a:buClr>
              <a:buSzPts val="900"/>
              <a:buFont typeface="Nunito Sans"/>
              <a:buChar char="○"/>
              <a:defRPr sz="900"/>
            </a:lvl2pPr>
            <a:lvl3pPr indent="-285750" lvl="2" marL="1371600">
              <a:lnSpc>
                <a:spcPct val="115000"/>
              </a:lnSpc>
              <a:spcBef>
                <a:spcPts val="0"/>
              </a:spcBef>
              <a:spcAft>
                <a:spcPts val="0"/>
              </a:spcAft>
              <a:buClr>
                <a:schemeClr val="dk1"/>
              </a:buClr>
              <a:buSzPts val="900"/>
              <a:buFont typeface="Nunito Sans"/>
              <a:buChar char="■"/>
              <a:defRPr sz="900"/>
            </a:lvl3pPr>
            <a:lvl4pPr indent="-285750" lvl="3" marL="1828800">
              <a:lnSpc>
                <a:spcPct val="115000"/>
              </a:lnSpc>
              <a:spcBef>
                <a:spcPts val="0"/>
              </a:spcBef>
              <a:spcAft>
                <a:spcPts val="0"/>
              </a:spcAft>
              <a:buClr>
                <a:schemeClr val="dk1"/>
              </a:buClr>
              <a:buSzPts val="900"/>
              <a:buFont typeface="Nunito Sans"/>
              <a:buChar char="●"/>
              <a:defRPr sz="900"/>
            </a:lvl4pPr>
            <a:lvl5pPr indent="-285750" lvl="4" marL="2286000">
              <a:lnSpc>
                <a:spcPct val="115000"/>
              </a:lnSpc>
              <a:spcBef>
                <a:spcPts val="0"/>
              </a:spcBef>
              <a:spcAft>
                <a:spcPts val="0"/>
              </a:spcAft>
              <a:buClr>
                <a:schemeClr val="dk1"/>
              </a:buClr>
              <a:buSzPts val="900"/>
              <a:buFont typeface="Nunito Sans"/>
              <a:buChar char="○"/>
              <a:defRPr sz="900"/>
            </a:lvl5pPr>
            <a:lvl6pPr indent="-285750" lvl="5" marL="2743200">
              <a:lnSpc>
                <a:spcPct val="115000"/>
              </a:lnSpc>
              <a:spcBef>
                <a:spcPts val="0"/>
              </a:spcBef>
              <a:spcAft>
                <a:spcPts val="0"/>
              </a:spcAft>
              <a:buClr>
                <a:schemeClr val="dk1"/>
              </a:buClr>
              <a:buSzPts val="900"/>
              <a:buFont typeface="Nunito Sans"/>
              <a:buChar char="■"/>
              <a:defRPr sz="900"/>
            </a:lvl6pPr>
            <a:lvl7pPr indent="-285750" lvl="6" marL="3200400">
              <a:lnSpc>
                <a:spcPct val="115000"/>
              </a:lnSpc>
              <a:spcBef>
                <a:spcPts val="0"/>
              </a:spcBef>
              <a:spcAft>
                <a:spcPts val="0"/>
              </a:spcAft>
              <a:buClr>
                <a:schemeClr val="dk1"/>
              </a:buClr>
              <a:buSzPts val="900"/>
              <a:buFont typeface="Nunito Sans"/>
              <a:buChar char="●"/>
              <a:defRPr sz="900"/>
            </a:lvl7pPr>
            <a:lvl8pPr indent="-285750" lvl="7" marL="3657600">
              <a:lnSpc>
                <a:spcPct val="115000"/>
              </a:lnSpc>
              <a:spcBef>
                <a:spcPts val="0"/>
              </a:spcBef>
              <a:spcAft>
                <a:spcPts val="0"/>
              </a:spcAft>
              <a:buClr>
                <a:schemeClr val="dk1"/>
              </a:buClr>
              <a:buSzPts val="900"/>
              <a:buFont typeface="Nunito Sans"/>
              <a:buChar char="○"/>
              <a:defRPr sz="900"/>
            </a:lvl8pPr>
            <a:lvl9pPr indent="-285750" lvl="8" marL="4114800">
              <a:lnSpc>
                <a:spcPct val="115000"/>
              </a:lnSpc>
              <a:spcBef>
                <a:spcPts val="0"/>
              </a:spcBef>
              <a:spcAft>
                <a:spcPts val="0"/>
              </a:spcAft>
              <a:buClr>
                <a:schemeClr val="dk1"/>
              </a:buClr>
              <a:buSzPts val="900"/>
              <a:buFont typeface="Nunito Sans"/>
              <a:buChar char="■"/>
              <a:defRPr sz="900"/>
            </a:lvl9pPr>
          </a:lstStyle>
          <a:p/>
        </p:txBody>
      </p:sp>
      <p:sp>
        <p:nvSpPr>
          <p:cNvPr id="714" name="Google Shape;714;p72"/>
          <p:cNvSpPr txBox="1"/>
          <p:nvPr>
            <p:ph type="title"/>
          </p:nvPr>
        </p:nvSpPr>
        <p:spPr>
          <a:xfrm>
            <a:off x="228600" y="228600"/>
            <a:ext cx="5707200" cy="587700"/>
          </a:xfrm>
          <a:prstGeom prst="rect">
            <a:avLst/>
          </a:prstGeom>
        </p:spPr>
        <p:txBody>
          <a:bodyPr anchorCtr="0" anchor="t" bIns="91425" lIns="91425" spcFirstLastPara="1" rIns="91425" wrap="square" tIns="91425">
            <a:spAutoFit/>
          </a:bodyPr>
          <a:lstStyle>
            <a:lvl1pPr lvl="0">
              <a:spcBef>
                <a:spcPts val="0"/>
              </a:spcBef>
              <a:spcAft>
                <a:spcPts val="0"/>
              </a:spcAft>
              <a:buNone/>
              <a:defRPr/>
            </a:lvl1pPr>
            <a:lvl2pPr lvl="1">
              <a:spcBef>
                <a:spcPts val="0"/>
              </a:spcBef>
              <a:spcAft>
                <a:spcPts val="0"/>
              </a:spcAft>
              <a:buNone/>
              <a:defRPr>
                <a:latin typeface="Poppins SemiBold"/>
                <a:ea typeface="Poppins SemiBold"/>
                <a:cs typeface="Poppins SemiBold"/>
                <a:sym typeface="Poppins SemiBold"/>
              </a:defRPr>
            </a:lvl2pPr>
            <a:lvl3pPr lvl="2">
              <a:spcBef>
                <a:spcPts val="0"/>
              </a:spcBef>
              <a:spcAft>
                <a:spcPts val="0"/>
              </a:spcAft>
              <a:buNone/>
              <a:defRPr>
                <a:latin typeface="Poppins SemiBold"/>
                <a:ea typeface="Poppins SemiBold"/>
                <a:cs typeface="Poppins SemiBold"/>
                <a:sym typeface="Poppins SemiBold"/>
              </a:defRPr>
            </a:lvl3pPr>
            <a:lvl4pPr lvl="3">
              <a:spcBef>
                <a:spcPts val="0"/>
              </a:spcBef>
              <a:spcAft>
                <a:spcPts val="0"/>
              </a:spcAft>
              <a:buNone/>
              <a:defRPr>
                <a:latin typeface="Poppins SemiBold"/>
                <a:ea typeface="Poppins SemiBold"/>
                <a:cs typeface="Poppins SemiBold"/>
                <a:sym typeface="Poppins SemiBold"/>
              </a:defRPr>
            </a:lvl4pPr>
            <a:lvl5pPr lvl="4">
              <a:spcBef>
                <a:spcPts val="0"/>
              </a:spcBef>
              <a:spcAft>
                <a:spcPts val="0"/>
              </a:spcAft>
              <a:buNone/>
              <a:defRPr>
                <a:latin typeface="Poppins SemiBold"/>
                <a:ea typeface="Poppins SemiBold"/>
                <a:cs typeface="Poppins SemiBold"/>
                <a:sym typeface="Poppins SemiBold"/>
              </a:defRPr>
            </a:lvl5pPr>
            <a:lvl6pPr lvl="5">
              <a:spcBef>
                <a:spcPts val="0"/>
              </a:spcBef>
              <a:spcAft>
                <a:spcPts val="0"/>
              </a:spcAft>
              <a:buNone/>
              <a:defRPr>
                <a:latin typeface="Poppins SemiBold"/>
                <a:ea typeface="Poppins SemiBold"/>
                <a:cs typeface="Poppins SemiBold"/>
                <a:sym typeface="Poppins SemiBold"/>
              </a:defRPr>
            </a:lvl6pPr>
            <a:lvl7pPr lvl="6">
              <a:spcBef>
                <a:spcPts val="0"/>
              </a:spcBef>
              <a:spcAft>
                <a:spcPts val="0"/>
              </a:spcAft>
              <a:buNone/>
              <a:defRPr>
                <a:latin typeface="Poppins SemiBold"/>
                <a:ea typeface="Poppins SemiBold"/>
                <a:cs typeface="Poppins SemiBold"/>
                <a:sym typeface="Poppins SemiBold"/>
              </a:defRPr>
            </a:lvl7pPr>
            <a:lvl8pPr lvl="7">
              <a:spcBef>
                <a:spcPts val="0"/>
              </a:spcBef>
              <a:spcAft>
                <a:spcPts val="0"/>
              </a:spcAft>
              <a:buNone/>
              <a:defRPr>
                <a:latin typeface="Poppins SemiBold"/>
                <a:ea typeface="Poppins SemiBold"/>
                <a:cs typeface="Poppins SemiBold"/>
                <a:sym typeface="Poppins SemiBold"/>
              </a:defRPr>
            </a:lvl8pPr>
            <a:lvl9pPr lvl="8">
              <a:spcBef>
                <a:spcPts val="0"/>
              </a:spcBef>
              <a:spcAft>
                <a:spcPts val="0"/>
              </a:spcAft>
              <a:buNone/>
              <a:defRPr>
                <a:latin typeface="Poppins SemiBold"/>
                <a:ea typeface="Poppins SemiBold"/>
                <a:cs typeface="Poppins SemiBold"/>
                <a:sym typeface="Poppins SemiBold"/>
              </a:defRPr>
            </a:lvl9pPr>
          </a:lstStyle>
          <a:p/>
        </p:txBody>
      </p:sp>
      <p:sp>
        <p:nvSpPr>
          <p:cNvPr id="715" name="Google Shape;715;p72"/>
          <p:cNvSpPr txBox="1"/>
          <p:nvPr>
            <p:ph idx="13" type="body"/>
          </p:nvPr>
        </p:nvSpPr>
        <p:spPr>
          <a:xfrm>
            <a:off x="7199700" y="3030250"/>
            <a:ext cx="1715400" cy="1145100"/>
          </a:xfrm>
          <a:prstGeom prst="rect">
            <a:avLst/>
          </a:prstGeom>
        </p:spPr>
        <p:txBody>
          <a:bodyPr anchorCtr="0" anchor="t" bIns="91425" lIns="91425" spcFirstLastPara="1" rIns="182875" wrap="square" tIns="182875">
            <a:noAutofit/>
          </a:bodyPr>
          <a:lstStyle>
            <a:lvl1pPr indent="-285750" lvl="0" marL="457200">
              <a:lnSpc>
                <a:spcPct val="115000"/>
              </a:lnSpc>
              <a:spcBef>
                <a:spcPts val="0"/>
              </a:spcBef>
              <a:spcAft>
                <a:spcPts val="0"/>
              </a:spcAft>
              <a:buClr>
                <a:schemeClr val="dk1"/>
              </a:buClr>
              <a:buSzPts val="900"/>
              <a:buFont typeface="Nunito Sans"/>
              <a:buChar char="●"/>
              <a:defRPr sz="900"/>
            </a:lvl1pPr>
            <a:lvl2pPr indent="-285750" lvl="1" marL="914400">
              <a:lnSpc>
                <a:spcPct val="115000"/>
              </a:lnSpc>
              <a:spcBef>
                <a:spcPts val="0"/>
              </a:spcBef>
              <a:spcAft>
                <a:spcPts val="0"/>
              </a:spcAft>
              <a:buClr>
                <a:schemeClr val="dk1"/>
              </a:buClr>
              <a:buSzPts val="900"/>
              <a:buFont typeface="Nunito Sans"/>
              <a:buChar char="○"/>
              <a:defRPr sz="900"/>
            </a:lvl2pPr>
            <a:lvl3pPr indent="-285750" lvl="2" marL="1371600">
              <a:lnSpc>
                <a:spcPct val="115000"/>
              </a:lnSpc>
              <a:spcBef>
                <a:spcPts val="0"/>
              </a:spcBef>
              <a:spcAft>
                <a:spcPts val="0"/>
              </a:spcAft>
              <a:buClr>
                <a:schemeClr val="dk1"/>
              </a:buClr>
              <a:buSzPts val="900"/>
              <a:buFont typeface="Nunito Sans"/>
              <a:buChar char="■"/>
              <a:defRPr sz="900"/>
            </a:lvl3pPr>
            <a:lvl4pPr indent="-285750" lvl="3" marL="1828800">
              <a:lnSpc>
                <a:spcPct val="115000"/>
              </a:lnSpc>
              <a:spcBef>
                <a:spcPts val="0"/>
              </a:spcBef>
              <a:spcAft>
                <a:spcPts val="0"/>
              </a:spcAft>
              <a:buClr>
                <a:schemeClr val="dk1"/>
              </a:buClr>
              <a:buSzPts val="900"/>
              <a:buFont typeface="Nunito Sans"/>
              <a:buChar char="●"/>
              <a:defRPr sz="900"/>
            </a:lvl4pPr>
            <a:lvl5pPr indent="-285750" lvl="4" marL="2286000">
              <a:lnSpc>
                <a:spcPct val="115000"/>
              </a:lnSpc>
              <a:spcBef>
                <a:spcPts val="0"/>
              </a:spcBef>
              <a:spcAft>
                <a:spcPts val="0"/>
              </a:spcAft>
              <a:buClr>
                <a:schemeClr val="dk1"/>
              </a:buClr>
              <a:buSzPts val="900"/>
              <a:buFont typeface="Nunito Sans"/>
              <a:buChar char="○"/>
              <a:defRPr sz="900"/>
            </a:lvl5pPr>
            <a:lvl6pPr indent="-285750" lvl="5" marL="2743200">
              <a:lnSpc>
                <a:spcPct val="115000"/>
              </a:lnSpc>
              <a:spcBef>
                <a:spcPts val="0"/>
              </a:spcBef>
              <a:spcAft>
                <a:spcPts val="0"/>
              </a:spcAft>
              <a:buClr>
                <a:schemeClr val="dk1"/>
              </a:buClr>
              <a:buSzPts val="900"/>
              <a:buFont typeface="Nunito Sans"/>
              <a:buChar char="■"/>
              <a:defRPr sz="900"/>
            </a:lvl6pPr>
            <a:lvl7pPr indent="-285750" lvl="6" marL="3200400">
              <a:lnSpc>
                <a:spcPct val="115000"/>
              </a:lnSpc>
              <a:spcBef>
                <a:spcPts val="0"/>
              </a:spcBef>
              <a:spcAft>
                <a:spcPts val="0"/>
              </a:spcAft>
              <a:buClr>
                <a:schemeClr val="dk1"/>
              </a:buClr>
              <a:buSzPts val="900"/>
              <a:buFont typeface="Nunito Sans"/>
              <a:buChar char="●"/>
              <a:defRPr sz="900"/>
            </a:lvl7pPr>
            <a:lvl8pPr indent="-285750" lvl="7" marL="3657600">
              <a:lnSpc>
                <a:spcPct val="115000"/>
              </a:lnSpc>
              <a:spcBef>
                <a:spcPts val="0"/>
              </a:spcBef>
              <a:spcAft>
                <a:spcPts val="0"/>
              </a:spcAft>
              <a:buClr>
                <a:schemeClr val="dk1"/>
              </a:buClr>
              <a:buSzPts val="900"/>
              <a:buFont typeface="Nunito Sans"/>
              <a:buChar char="○"/>
              <a:defRPr sz="900"/>
            </a:lvl8pPr>
            <a:lvl9pPr indent="-285750" lvl="8" marL="4114800">
              <a:lnSpc>
                <a:spcPct val="115000"/>
              </a:lnSpc>
              <a:spcBef>
                <a:spcPts val="0"/>
              </a:spcBef>
              <a:spcAft>
                <a:spcPts val="0"/>
              </a:spcAft>
              <a:buClr>
                <a:schemeClr val="dk1"/>
              </a:buClr>
              <a:buSzPts val="900"/>
              <a:buFont typeface="Nunito Sans"/>
              <a:buChar char="■"/>
              <a:defRPr sz="900"/>
            </a:lvl9pPr>
          </a:lstStyle>
          <a:p/>
        </p:txBody>
      </p:sp>
      <p:sp>
        <p:nvSpPr>
          <p:cNvPr id="716" name="Google Shape;716;p72"/>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717" name="Google Shape;717;p72"/>
          <p:cNvSpPr txBox="1"/>
          <p:nvPr>
            <p:ph idx="14"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accent5"/>
                </a:solidFill>
                <a:latin typeface="Nunito Sans"/>
                <a:ea typeface="Nunito Sans"/>
                <a:cs typeface="Nunito Sans"/>
                <a:sym typeface="Nunito Sans"/>
              </a:defRPr>
            </a:lvl1pPr>
            <a:lvl2pPr lvl="1">
              <a:spcBef>
                <a:spcPts val="0"/>
              </a:spcBef>
              <a:spcAft>
                <a:spcPts val="0"/>
              </a:spcAft>
              <a:buSzPts val="700"/>
              <a:buFont typeface="Nunito Sans"/>
              <a:buNone/>
              <a:defRPr sz="700">
                <a:latin typeface="Nunito Sans"/>
                <a:ea typeface="Nunito Sans"/>
                <a:cs typeface="Nunito Sans"/>
                <a:sym typeface="Nunito Sans"/>
              </a:defRPr>
            </a:lvl2pPr>
            <a:lvl3pPr lvl="2">
              <a:spcBef>
                <a:spcPts val="0"/>
              </a:spcBef>
              <a:spcAft>
                <a:spcPts val="0"/>
              </a:spcAft>
              <a:buSzPts val="700"/>
              <a:buFont typeface="Nunito Sans"/>
              <a:buNone/>
              <a:defRPr sz="700">
                <a:latin typeface="Nunito Sans"/>
                <a:ea typeface="Nunito Sans"/>
                <a:cs typeface="Nunito Sans"/>
                <a:sym typeface="Nunito Sans"/>
              </a:defRPr>
            </a:lvl3pPr>
            <a:lvl4pPr lvl="3">
              <a:spcBef>
                <a:spcPts val="0"/>
              </a:spcBef>
              <a:spcAft>
                <a:spcPts val="0"/>
              </a:spcAft>
              <a:buSzPts val="700"/>
              <a:buFont typeface="Nunito Sans"/>
              <a:buNone/>
              <a:defRPr sz="700">
                <a:latin typeface="Nunito Sans"/>
                <a:ea typeface="Nunito Sans"/>
                <a:cs typeface="Nunito Sans"/>
                <a:sym typeface="Nunito Sans"/>
              </a:defRPr>
            </a:lvl4pPr>
            <a:lvl5pPr lvl="4">
              <a:spcBef>
                <a:spcPts val="0"/>
              </a:spcBef>
              <a:spcAft>
                <a:spcPts val="0"/>
              </a:spcAft>
              <a:buSzPts val="700"/>
              <a:buFont typeface="Nunito Sans"/>
              <a:buNone/>
              <a:defRPr sz="700">
                <a:latin typeface="Nunito Sans"/>
                <a:ea typeface="Nunito Sans"/>
                <a:cs typeface="Nunito Sans"/>
                <a:sym typeface="Nunito Sans"/>
              </a:defRPr>
            </a:lvl5pPr>
            <a:lvl6pPr lvl="5">
              <a:spcBef>
                <a:spcPts val="0"/>
              </a:spcBef>
              <a:spcAft>
                <a:spcPts val="0"/>
              </a:spcAft>
              <a:buSzPts val="700"/>
              <a:buFont typeface="Nunito Sans"/>
              <a:buNone/>
              <a:defRPr sz="700">
                <a:latin typeface="Nunito Sans"/>
                <a:ea typeface="Nunito Sans"/>
                <a:cs typeface="Nunito Sans"/>
                <a:sym typeface="Nunito Sans"/>
              </a:defRPr>
            </a:lvl6pPr>
            <a:lvl7pPr lvl="6">
              <a:spcBef>
                <a:spcPts val="0"/>
              </a:spcBef>
              <a:spcAft>
                <a:spcPts val="0"/>
              </a:spcAft>
              <a:buSzPts val="700"/>
              <a:buFont typeface="Nunito Sans"/>
              <a:buNone/>
              <a:defRPr sz="700">
                <a:latin typeface="Nunito Sans"/>
                <a:ea typeface="Nunito Sans"/>
                <a:cs typeface="Nunito Sans"/>
                <a:sym typeface="Nunito Sans"/>
              </a:defRPr>
            </a:lvl7pPr>
            <a:lvl8pPr lvl="7">
              <a:spcBef>
                <a:spcPts val="0"/>
              </a:spcBef>
              <a:spcAft>
                <a:spcPts val="0"/>
              </a:spcAft>
              <a:buSzPts val="700"/>
              <a:buFont typeface="Nunito Sans"/>
              <a:buNone/>
              <a:defRPr sz="700">
                <a:latin typeface="Nunito Sans"/>
                <a:ea typeface="Nunito Sans"/>
                <a:cs typeface="Nunito Sans"/>
                <a:sym typeface="Nunito Sans"/>
              </a:defRPr>
            </a:lvl8pPr>
            <a:lvl9pPr lvl="8">
              <a:spcBef>
                <a:spcPts val="0"/>
              </a:spcBef>
              <a:spcAft>
                <a:spcPts val="0"/>
              </a:spcAft>
              <a:buSzPts val="700"/>
              <a:buFont typeface="Nunito Sans"/>
              <a:buNone/>
              <a:defRPr sz="700">
                <a:latin typeface="Nunito Sans"/>
                <a:ea typeface="Nunito Sans"/>
                <a:cs typeface="Nunito Sans"/>
                <a:sym typeface="Nunito Sans"/>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ext steps">
  <p:cSld name="BLANK_1_1_1_1_1_1_1_1_1_1_1_1_1_1_1_1_1_1_1_1_1_1">
    <p:spTree>
      <p:nvGrpSpPr>
        <p:cNvPr id="718" name="Shape 718"/>
        <p:cNvGrpSpPr/>
        <p:nvPr/>
      </p:nvGrpSpPr>
      <p:grpSpPr>
        <a:xfrm>
          <a:off x="0" y="0"/>
          <a:ext cx="0" cy="0"/>
          <a:chOff x="0" y="0"/>
          <a:chExt cx="0" cy="0"/>
        </a:xfrm>
      </p:grpSpPr>
      <p:sp>
        <p:nvSpPr>
          <p:cNvPr id="719" name="Google Shape;719;p73"/>
          <p:cNvSpPr/>
          <p:nvPr/>
        </p:nvSpPr>
        <p:spPr>
          <a:xfrm rot="5400000">
            <a:off x="-3989996" y="1161600"/>
            <a:ext cx="7978200" cy="7978200"/>
          </a:xfrm>
          <a:prstGeom prst="pie">
            <a:avLst>
              <a:gd fmla="val 10792592" name="adj1"/>
              <a:gd fmla="val 16198514" name="adj2"/>
            </a:avLst>
          </a:prstGeom>
          <a:gradFill>
            <a:gsLst>
              <a:gs pos="0">
                <a:schemeClr val="accent1"/>
              </a:gs>
              <a:gs pos="64000">
                <a:schemeClr val="dk2"/>
              </a:gs>
              <a:gs pos="100000">
                <a:schemeClr val="dk2"/>
              </a:gs>
            </a:gsLst>
            <a:path path="circle">
              <a:fillToRect b="0%" l="0%" r="100%" t="100%"/>
            </a:path>
            <a:tileRect b="-100%" l="-100%" r="0%" t="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Nunito Sans"/>
              <a:ea typeface="Nunito Sans"/>
              <a:cs typeface="Nunito Sans"/>
              <a:sym typeface="Nunito Sans"/>
            </a:endParaRPr>
          </a:p>
        </p:txBody>
      </p:sp>
      <p:pic>
        <p:nvPicPr>
          <p:cNvPr id="720" name="Google Shape;720;p73"/>
          <p:cNvPicPr preferRelativeResize="0"/>
          <p:nvPr/>
        </p:nvPicPr>
        <p:blipFill rotWithShape="1">
          <a:blip r:embed="rId2">
            <a:alphaModFix/>
          </a:blip>
          <a:srcRect b="46245" l="7339" r="0" t="0"/>
          <a:stretch/>
        </p:blipFill>
        <p:spPr>
          <a:xfrm>
            <a:off x="218592" y="3453125"/>
            <a:ext cx="2926200" cy="1697526"/>
          </a:xfrm>
          <a:prstGeom prst="rect">
            <a:avLst/>
          </a:prstGeom>
          <a:noFill/>
          <a:ln>
            <a:noFill/>
          </a:ln>
        </p:spPr>
      </p:pic>
      <p:sp>
        <p:nvSpPr>
          <p:cNvPr id="721" name="Google Shape;721;p73"/>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accent5"/>
                </a:solidFill>
                <a:latin typeface="Nunito Sans"/>
                <a:ea typeface="Nunito Sans"/>
                <a:cs typeface="Nunito Sans"/>
                <a:sym typeface="Nunito Sans"/>
              </a:rPr>
              <a:t>‹#›</a:t>
            </a:fld>
            <a:endParaRPr sz="700">
              <a:solidFill>
                <a:schemeClr val="accent5"/>
              </a:solidFill>
              <a:latin typeface="Nunito Sans"/>
              <a:ea typeface="Nunito Sans"/>
              <a:cs typeface="Nunito Sans"/>
              <a:sym typeface="Nunito Sans"/>
            </a:endParaRPr>
          </a:p>
        </p:txBody>
      </p:sp>
      <p:sp>
        <p:nvSpPr>
          <p:cNvPr id="722" name="Google Shape;722;p73"/>
          <p:cNvSpPr txBox="1"/>
          <p:nvPr>
            <p:ph type="title"/>
          </p:nvPr>
        </p:nvSpPr>
        <p:spPr>
          <a:xfrm>
            <a:off x="228600" y="228589"/>
            <a:ext cx="2926200" cy="5877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5400"/>
            </a:lvl1pPr>
            <a:lvl2pPr lvl="1">
              <a:lnSpc>
                <a:spcPct val="90000"/>
              </a:lnSpc>
              <a:spcBef>
                <a:spcPts val="0"/>
              </a:spcBef>
              <a:spcAft>
                <a:spcPts val="0"/>
              </a:spcAft>
              <a:buNone/>
              <a:defRPr sz="5400">
                <a:latin typeface="Poppins SemiBold"/>
                <a:ea typeface="Poppins SemiBold"/>
                <a:cs typeface="Poppins SemiBold"/>
                <a:sym typeface="Poppins SemiBold"/>
              </a:defRPr>
            </a:lvl2pPr>
            <a:lvl3pPr lvl="2">
              <a:lnSpc>
                <a:spcPct val="90000"/>
              </a:lnSpc>
              <a:spcBef>
                <a:spcPts val="0"/>
              </a:spcBef>
              <a:spcAft>
                <a:spcPts val="0"/>
              </a:spcAft>
              <a:buNone/>
              <a:defRPr sz="5400">
                <a:latin typeface="Poppins SemiBold"/>
                <a:ea typeface="Poppins SemiBold"/>
                <a:cs typeface="Poppins SemiBold"/>
                <a:sym typeface="Poppins SemiBold"/>
              </a:defRPr>
            </a:lvl3pPr>
            <a:lvl4pPr lvl="3">
              <a:lnSpc>
                <a:spcPct val="90000"/>
              </a:lnSpc>
              <a:spcBef>
                <a:spcPts val="0"/>
              </a:spcBef>
              <a:spcAft>
                <a:spcPts val="0"/>
              </a:spcAft>
              <a:buNone/>
              <a:defRPr sz="5400">
                <a:latin typeface="Poppins SemiBold"/>
                <a:ea typeface="Poppins SemiBold"/>
                <a:cs typeface="Poppins SemiBold"/>
                <a:sym typeface="Poppins SemiBold"/>
              </a:defRPr>
            </a:lvl4pPr>
            <a:lvl5pPr lvl="4">
              <a:lnSpc>
                <a:spcPct val="90000"/>
              </a:lnSpc>
              <a:spcBef>
                <a:spcPts val="0"/>
              </a:spcBef>
              <a:spcAft>
                <a:spcPts val="0"/>
              </a:spcAft>
              <a:buNone/>
              <a:defRPr sz="5400">
                <a:latin typeface="Poppins SemiBold"/>
                <a:ea typeface="Poppins SemiBold"/>
                <a:cs typeface="Poppins SemiBold"/>
                <a:sym typeface="Poppins SemiBold"/>
              </a:defRPr>
            </a:lvl5pPr>
            <a:lvl6pPr lvl="5">
              <a:lnSpc>
                <a:spcPct val="90000"/>
              </a:lnSpc>
              <a:spcBef>
                <a:spcPts val="0"/>
              </a:spcBef>
              <a:spcAft>
                <a:spcPts val="0"/>
              </a:spcAft>
              <a:buNone/>
              <a:defRPr sz="5400">
                <a:latin typeface="Poppins SemiBold"/>
                <a:ea typeface="Poppins SemiBold"/>
                <a:cs typeface="Poppins SemiBold"/>
                <a:sym typeface="Poppins SemiBold"/>
              </a:defRPr>
            </a:lvl6pPr>
            <a:lvl7pPr lvl="6">
              <a:lnSpc>
                <a:spcPct val="90000"/>
              </a:lnSpc>
              <a:spcBef>
                <a:spcPts val="0"/>
              </a:spcBef>
              <a:spcAft>
                <a:spcPts val="0"/>
              </a:spcAft>
              <a:buNone/>
              <a:defRPr sz="5400">
                <a:latin typeface="Poppins SemiBold"/>
                <a:ea typeface="Poppins SemiBold"/>
                <a:cs typeface="Poppins SemiBold"/>
                <a:sym typeface="Poppins SemiBold"/>
              </a:defRPr>
            </a:lvl7pPr>
            <a:lvl8pPr lvl="7">
              <a:lnSpc>
                <a:spcPct val="90000"/>
              </a:lnSpc>
              <a:spcBef>
                <a:spcPts val="0"/>
              </a:spcBef>
              <a:spcAft>
                <a:spcPts val="0"/>
              </a:spcAft>
              <a:buNone/>
              <a:defRPr sz="5400">
                <a:latin typeface="Poppins SemiBold"/>
                <a:ea typeface="Poppins SemiBold"/>
                <a:cs typeface="Poppins SemiBold"/>
                <a:sym typeface="Poppins SemiBold"/>
              </a:defRPr>
            </a:lvl8pPr>
            <a:lvl9pPr lvl="8">
              <a:lnSpc>
                <a:spcPct val="90000"/>
              </a:lnSpc>
              <a:spcBef>
                <a:spcPts val="0"/>
              </a:spcBef>
              <a:spcAft>
                <a:spcPts val="0"/>
              </a:spcAft>
              <a:buNone/>
              <a:defRPr sz="5400">
                <a:latin typeface="Poppins SemiBold"/>
                <a:ea typeface="Poppins SemiBold"/>
                <a:cs typeface="Poppins SemiBold"/>
                <a:sym typeface="Poppins SemiBold"/>
              </a:defRPr>
            </a:lvl9pPr>
          </a:lstStyle>
          <a:p/>
        </p:txBody>
      </p:sp>
      <p:sp>
        <p:nvSpPr>
          <p:cNvPr id="723" name="Google Shape;723;p73"/>
          <p:cNvSpPr/>
          <p:nvPr/>
        </p:nvSpPr>
        <p:spPr>
          <a:xfrm>
            <a:off x="-4" y="1992734"/>
            <a:ext cx="3736169" cy="3157919"/>
          </a:xfrm>
          <a:custGeom>
            <a:rect b="b" l="l" r="r" t="t"/>
            <a:pathLst>
              <a:path extrusionOk="0" h="209550" w="247921">
                <a:moveTo>
                  <a:pt x="0" y="0"/>
                </a:moveTo>
                <a:lnTo>
                  <a:pt x="0" y="2516"/>
                </a:lnTo>
                <a:lnTo>
                  <a:pt x="1966" y="5976"/>
                </a:lnTo>
                <a:lnTo>
                  <a:pt x="3853" y="9593"/>
                </a:lnTo>
                <a:lnTo>
                  <a:pt x="5661" y="13289"/>
                </a:lnTo>
                <a:lnTo>
                  <a:pt x="7391" y="17063"/>
                </a:lnTo>
                <a:lnTo>
                  <a:pt x="9042" y="20994"/>
                </a:lnTo>
                <a:lnTo>
                  <a:pt x="10615" y="24926"/>
                </a:lnTo>
                <a:lnTo>
                  <a:pt x="12030" y="28936"/>
                </a:lnTo>
                <a:lnTo>
                  <a:pt x="13446" y="32946"/>
                </a:lnTo>
                <a:lnTo>
                  <a:pt x="14704" y="37114"/>
                </a:lnTo>
                <a:lnTo>
                  <a:pt x="15962" y="41360"/>
                </a:lnTo>
                <a:lnTo>
                  <a:pt x="17063" y="45606"/>
                </a:lnTo>
                <a:lnTo>
                  <a:pt x="18085" y="49930"/>
                </a:lnTo>
                <a:lnTo>
                  <a:pt x="19029" y="54334"/>
                </a:lnTo>
                <a:lnTo>
                  <a:pt x="19815" y="58737"/>
                </a:lnTo>
                <a:lnTo>
                  <a:pt x="20601" y="63219"/>
                </a:lnTo>
                <a:lnTo>
                  <a:pt x="21230" y="67779"/>
                </a:lnTo>
                <a:lnTo>
                  <a:pt x="18557" y="68173"/>
                </a:lnTo>
                <a:lnTo>
                  <a:pt x="15883" y="68566"/>
                </a:lnTo>
                <a:lnTo>
                  <a:pt x="13210" y="69037"/>
                </a:lnTo>
                <a:lnTo>
                  <a:pt x="10536" y="69588"/>
                </a:lnTo>
                <a:lnTo>
                  <a:pt x="7942" y="70217"/>
                </a:lnTo>
                <a:lnTo>
                  <a:pt x="5268" y="70846"/>
                </a:lnTo>
                <a:lnTo>
                  <a:pt x="2595" y="71554"/>
                </a:lnTo>
                <a:lnTo>
                  <a:pt x="0" y="72261"/>
                </a:lnTo>
                <a:lnTo>
                  <a:pt x="0" y="73598"/>
                </a:lnTo>
                <a:lnTo>
                  <a:pt x="3302" y="72576"/>
                </a:lnTo>
                <a:lnTo>
                  <a:pt x="7784" y="71475"/>
                </a:lnTo>
                <a:lnTo>
                  <a:pt x="12345" y="70531"/>
                </a:lnTo>
                <a:lnTo>
                  <a:pt x="16827" y="69667"/>
                </a:lnTo>
                <a:lnTo>
                  <a:pt x="21387" y="69037"/>
                </a:lnTo>
                <a:lnTo>
                  <a:pt x="21859" y="72812"/>
                </a:lnTo>
                <a:lnTo>
                  <a:pt x="22174" y="76193"/>
                </a:lnTo>
                <a:lnTo>
                  <a:pt x="22488" y="79495"/>
                </a:lnTo>
                <a:lnTo>
                  <a:pt x="22724" y="82876"/>
                </a:lnTo>
                <a:lnTo>
                  <a:pt x="22881" y="86258"/>
                </a:lnTo>
                <a:lnTo>
                  <a:pt x="22960" y="89639"/>
                </a:lnTo>
                <a:lnTo>
                  <a:pt x="23039" y="92941"/>
                </a:lnTo>
                <a:lnTo>
                  <a:pt x="23039" y="96322"/>
                </a:lnTo>
                <a:lnTo>
                  <a:pt x="23039" y="99703"/>
                </a:lnTo>
                <a:lnTo>
                  <a:pt x="22960" y="103006"/>
                </a:lnTo>
                <a:lnTo>
                  <a:pt x="22803" y="106387"/>
                </a:lnTo>
                <a:lnTo>
                  <a:pt x="22645" y="109689"/>
                </a:lnTo>
                <a:lnTo>
                  <a:pt x="22410" y="113071"/>
                </a:lnTo>
                <a:lnTo>
                  <a:pt x="22095" y="116373"/>
                </a:lnTo>
                <a:lnTo>
                  <a:pt x="21781" y="119675"/>
                </a:lnTo>
                <a:lnTo>
                  <a:pt x="21387" y="122978"/>
                </a:lnTo>
                <a:lnTo>
                  <a:pt x="20916" y="126280"/>
                </a:lnTo>
                <a:lnTo>
                  <a:pt x="20444" y="129504"/>
                </a:lnTo>
                <a:lnTo>
                  <a:pt x="19893" y="132807"/>
                </a:lnTo>
                <a:lnTo>
                  <a:pt x="19264" y="136031"/>
                </a:lnTo>
                <a:lnTo>
                  <a:pt x="18635" y="139254"/>
                </a:lnTo>
                <a:lnTo>
                  <a:pt x="17928" y="142478"/>
                </a:lnTo>
                <a:lnTo>
                  <a:pt x="17220" y="145623"/>
                </a:lnTo>
                <a:lnTo>
                  <a:pt x="16434" y="148769"/>
                </a:lnTo>
                <a:lnTo>
                  <a:pt x="15569" y="151914"/>
                </a:lnTo>
                <a:lnTo>
                  <a:pt x="14625" y="155059"/>
                </a:lnTo>
                <a:lnTo>
                  <a:pt x="13760" y="158126"/>
                </a:lnTo>
                <a:lnTo>
                  <a:pt x="12738" y="161192"/>
                </a:lnTo>
                <a:lnTo>
                  <a:pt x="11716" y="164259"/>
                </a:lnTo>
                <a:lnTo>
                  <a:pt x="10615" y="167247"/>
                </a:lnTo>
                <a:lnTo>
                  <a:pt x="9514" y="170235"/>
                </a:lnTo>
                <a:lnTo>
                  <a:pt x="8256" y="173144"/>
                </a:lnTo>
                <a:lnTo>
                  <a:pt x="7077" y="176053"/>
                </a:lnTo>
                <a:lnTo>
                  <a:pt x="5425" y="179356"/>
                </a:lnTo>
                <a:lnTo>
                  <a:pt x="3696" y="182658"/>
                </a:lnTo>
                <a:lnTo>
                  <a:pt x="1887" y="185961"/>
                </a:lnTo>
                <a:lnTo>
                  <a:pt x="0" y="189185"/>
                </a:lnTo>
                <a:lnTo>
                  <a:pt x="0" y="191622"/>
                </a:lnTo>
                <a:lnTo>
                  <a:pt x="2280" y="187848"/>
                </a:lnTo>
                <a:lnTo>
                  <a:pt x="4403" y="184152"/>
                </a:lnTo>
                <a:lnTo>
                  <a:pt x="6369" y="180378"/>
                </a:lnTo>
                <a:lnTo>
                  <a:pt x="8178" y="176604"/>
                </a:lnTo>
                <a:lnTo>
                  <a:pt x="9436" y="173616"/>
                </a:lnTo>
                <a:lnTo>
                  <a:pt x="10615" y="170707"/>
                </a:lnTo>
                <a:lnTo>
                  <a:pt x="11795" y="167719"/>
                </a:lnTo>
                <a:lnTo>
                  <a:pt x="12895" y="164652"/>
                </a:lnTo>
                <a:lnTo>
                  <a:pt x="13918" y="161585"/>
                </a:lnTo>
                <a:lnTo>
                  <a:pt x="14940" y="158519"/>
                </a:lnTo>
                <a:lnTo>
                  <a:pt x="15883" y="155452"/>
                </a:lnTo>
                <a:lnTo>
                  <a:pt x="16748" y="152307"/>
                </a:lnTo>
                <a:lnTo>
                  <a:pt x="17613" y="149162"/>
                </a:lnTo>
                <a:lnTo>
                  <a:pt x="18399" y="145938"/>
                </a:lnTo>
                <a:lnTo>
                  <a:pt x="19186" y="142714"/>
                </a:lnTo>
                <a:lnTo>
                  <a:pt x="19893" y="139490"/>
                </a:lnTo>
                <a:lnTo>
                  <a:pt x="20522" y="136266"/>
                </a:lnTo>
                <a:lnTo>
                  <a:pt x="21073" y="133043"/>
                </a:lnTo>
                <a:lnTo>
                  <a:pt x="21623" y="129740"/>
                </a:lnTo>
                <a:lnTo>
                  <a:pt x="22174" y="126438"/>
                </a:lnTo>
                <a:lnTo>
                  <a:pt x="22567" y="123135"/>
                </a:lnTo>
                <a:lnTo>
                  <a:pt x="22960" y="119833"/>
                </a:lnTo>
                <a:lnTo>
                  <a:pt x="23353" y="116530"/>
                </a:lnTo>
                <a:lnTo>
                  <a:pt x="23668" y="113149"/>
                </a:lnTo>
                <a:lnTo>
                  <a:pt x="23904" y="109768"/>
                </a:lnTo>
                <a:lnTo>
                  <a:pt x="24061" y="106466"/>
                </a:lnTo>
                <a:lnTo>
                  <a:pt x="24218" y="103084"/>
                </a:lnTo>
                <a:lnTo>
                  <a:pt x="24297" y="99703"/>
                </a:lnTo>
                <a:lnTo>
                  <a:pt x="24297" y="96322"/>
                </a:lnTo>
                <a:lnTo>
                  <a:pt x="24297" y="92941"/>
                </a:lnTo>
                <a:lnTo>
                  <a:pt x="24218" y="89560"/>
                </a:lnTo>
                <a:lnTo>
                  <a:pt x="24139" y="86179"/>
                </a:lnTo>
                <a:lnTo>
                  <a:pt x="23982" y="82798"/>
                </a:lnTo>
                <a:lnTo>
                  <a:pt x="23746" y="79417"/>
                </a:lnTo>
                <a:lnTo>
                  <a:pt x="23432" y="76036"/>
                </a:lnTo>
                <a:lnTo>
                  <a:pt x="23117" y="72654"/>
                </a:lnTo>
                <a:lnTo>
                  <a:pt x="22645" y="68880"/>
                </a:lnTo>
                <a:lnTo>
                  <a:pt x="27521" y="68408"/>
                </a:lnTo>
                <a:lnTo>
                  <a:pt x="32474" y="68094"/>
                </a:lnTo>
                <a:lnTo>
                  <a:pt x="37428" y="67937"/>
                </a:lnTo>
                <a:lnTo>
                  <a:pt x="42382" y="68015"/>
                </a:lnTo>
                <a:lnTo>
                  <a:pt x="47335" y="68173"/>
                </a:lnTo>
                <a:lnTo>
                  <a:pt x="52368" y="68644"/>
                </a:lnTo>
                <a:lnTo>
                  <a:pt x="57400" y="69195"/>
                </a:lnTo>
                <a:lnTo>
                  <a:pt x="62432" y="69981"/>
                </a:lnTo>
                <a:lnTo>
                  <a:pt x="67229" y="70846"/>
                </a:lnTo>
                <a:lnTo>
                  <a:pt x="72025" y="71947"/>
                </a:lnTo>
                <a:lnTo>
                  <a:pt x="76900" y="73126"/>
                </a:lnTo>
                <a:lnTo>
                  <a:pt x="81775" y="74542"/>
                </a:lnTo>
                <a:lnTo>
                  <a:pt x="86650" y="76114"/>
                </a:lnTo>
                <a:lnTo>
                  <a:pt x="91604" y="77844"/>
                </a:lnTo>
                <a:lnTo>
                  <a:pt x="96479" y="79653"/>
                </a:lnTo>
                <a:lnTo>
                  <a:pt x="101433" y="81697"/>
                </a:lnTo>
                <a:lnTo>
                  <a:pt x="106387" y="83899"/>
                </a:lnTo>
                <a:lnTo>
                  <a:pt x="111340" y="86258"/>
                </a:lnTo>
                <a:lnTo>
                  <a:pt x="116294" y="88852"/>
                </a:lnTo>
                <a:lnTo>
                  <a:pt x="121248" y="91526"/>
                </a:lnTo>
                <a:lnTo>
                  <a:pt x="126280" y="94356"/>
                </a:lnTo>
                <a:lnTo>
                  <a:pt x="131234" y="97344"/>
                </a:lnTo>
                <a:lnTo>
                  <a:pt x="136266" y="100490"/>
                </a:lnTo>
                <a:lnTo>
                  <a:pt x="141298" y="103792"/>
                </a:lnTo>
                <a:lnTo>
                  <a:pt x="145309" y="106623"/>
                </a:lnTo>
                <a:lnTo>
                  <a:pt x="149319" y="109454"/>
                </a:lnTo>
                <a:lnTo>
                  <a:pt x="153329" y="112441"/>
                </a:lnTo>
                <a:lnTo>
                  <a:pt x="157339" y="115508"/>
                </a:lnTo>
                <a:lnTo>
                  <a:pt x="161349" y="118653"/>
                </a:lnTo>
                <a:lnTo>
                  <a:pt x="165359" y="121956"/>
                </a:lnTo>
                <a:lnTo>
                  <a:pt x="169369" y="125258"/>
                </a:lnTo>
                <a:lnTo>
                  <a:pt x="173380" y="128718"/>
                </a:lnTo>
                <a:lnTo>
                  <a:pt x="177390" y="132335"/>
                </a:lnTo>
                <a:lnTo>
                  <a:pt x="181400" y="135952"/>
                </a:lnTo>
                <a:lnTo>
                  <a:pt x="185410" y="139648"/>
                </a:lnTo>
                <a:lnTo>
                  <a:pt x="189420" y="143500"/>
                </a:lnTo>
                <a:lnTo>
                  <a:pt x="193352" y="147432"/>
                </a:lnTo>
                <a:lnTo>
                  <a:pt x="197362" y="151442"/>
                </a:lnTo>
                <a:lnTo>
                  <a:pt x="201372" y="155531"/>
                </a:lnTo>
                <a:lnTo>
                  <a:pt x="205303" y="159777"/>
                </a:lnTo>
                <a:lnTo>
                  <a:pt x="211515" y="166539"/>
                </a:lnTo>
                <a:lnTo>
                  <a:pt x="217491" y="173301"/>
                </a:lnTo>
                <a:lnTo>
                  <a:pt x="223074" y="179906"/>
                </a:lnTo>
                <a:lnTo>
                  <a:pt x="228421" y="186354"/>
                </a:lnTo>
                <a:lnTo>
                  <a:pt x="233453" y="192566"/>
                </a:lnTo>
                <a:lnTo>
                  <a:pt x="238092" y="198542"/>
                </a:lnTo>
                <a:lnTo>
                  <a:pt x="242417" y="204203"/>
                </a:lnTo>
                <a:lnTo>
                  <a:pt x="246348" y="209550"/>
                </a:lnTo>
                <a:lnTo>
                  <a:pt x="247921" y="209550"/>
                </a:lnTo>
                <a:lnTo>
                  <a:pt x="243911" y="204125"/>
                </a:lnTo>
                <a:lnTo>
                  <a:pt x="239586" y="198384"/>
                </a:lnTo>
                <a:lnTo>
                  <a:pt x="234868" y="192330"/>
                </a:lnTo>
                <a:lnTo>
                  <a:pt x="229757" y="186040"/>
                </a:lnTo>
                <a:lnTo>
                  <a:pt x="224411" y="179435"/>
                </a:lnTo>
                <a:lnTo>
                  <a:pt x="218671" y="172751"/>
                </a:lnTo>
                <a:lnTo>
                  <a:pt x="212616" y="165832"/>
                </a:lnTo>
                <a:lnTo>
                  <a:pt x="206247" y="158912"/>
                </a:lnTo>
                <a:lnTo>
                  <a:pt x="202237" y="154745"/>
                </a:lnTo>
                <a:lnTo>
                  <a:pt x="198305" y="150577"/>
                </a:lnTo>
                <a:lnTo>
                  <a:pt x="194295" y="146567"/>
                </a:lnTo>
                <a:lnTo>
                  <a:pt x="190285" y="142636"/>
                </a:lnTo>
                <a:lnTo>
                  <a:pt x="186275" y="138783"/>
                </a:lnTo>
                <a:lnTo>
                  <a:pt x="182265" y="135008"/>
                </a:lnTo>
                <a:lnTo>
                  <a:pt x="178255" y="131391"/>
                </a:lnTo>
                <a:lnTo>
                  <a:pt x="174245" y="127774"/>
                </a:lnTo>
                <a:lnTo>
                  <a:pt x="170234" y="124315"/>
                </a:lnTo>
                <a:lnTo>
                  <a:pt x="166146" y="120934"/>
                </a:lnTo>
                <a:lnTo>
                  <a:pt x="162135" y="117710"/>
                </a:lnTo>
                <a:lnTo>
                  <a:pt x="158125" y="114486"/>
                </a:lnTo>
                <a:lnTo>
                  <a:pt x="154037" y="111419"/>
                </a:lnTo>
                <a:lnTo>
                  <a:pt x="150026" y="108431"/>
                </a:lnTo>
                <a:lnTo>
                  <a:pt x="146016" y="105601"/>
                </a:lnTo>
                <a:lnTo>
                  <a:pt x="142006" y="102770"/>
                </a:lnTo>
                <a:lnTo>
                  <a:pt x="136974" y="99467"/>
                </a:lnTo>
                <a:lnTo>
                  <a:pt x="131941" y="96244"/>
                </a:lnTo>
                <a:lnTo>
                  <a:pt x="126909" y="93256"/>
                </a:lnTo>
                <a:lnTo>
                  <a:pt x="121877" y="90425"/>
                </a:lnTo>
                <a:lnTo>
                  <a:pt x="116844" y="87673"/>
                </a:lnTo>
                <a:lnTo>
                  <a:pt x="111891" y="85157"/>
                </a:lnTo>
                <a:lnTo>
                  <a:pt x="106858" y="82798"/>
                </a:lnTo>
                <a:lnTo>
                  <a:pt x="101905" y="80596"/>
                </a:lnTo>
                <a:lnTo>
                  <a:pt x="96951" y="78473"/>
                </a:lnTo>
                <a:lnTo>
                  <a:pt x="91997" y="76586"/>
                </a:lnTo>
                <a:lnTo>
                  <a:pt x="87044" y="74935"/>
                </a:lnTo>
                <a:lnTo>
                  <a:pt x="82090" y="73362"/>
                </a:lnTo>
                <a:lnTo>
                  <a:pt x="77215" y="71947"/>
                </a:lnTo>
                <a:lnTo>
                  <a:pt x="72340" y="70689"/>
                </a:lnTo>
                <a:lnTo>
                  <a:pt x="67465" y="69667"/>
                </a:lnTo>
                <a:lnTo>
                  <a:pt x="62590" y="68723"/>
                </a:lnTo>
                <a:lnTo>
                  <a:pt x="57557" y="67937"/>
                </a:lnTo>
                <a:lnTo>
                  <a:pt x="52446" y="67386"/>
                </a:lnTo>
                <a:lnTo>
                  <a:pt x="47414" y="66914"/>
                </a:lnTo>
                <a:lnTo>
                  <a:pt x="42382" y="66757"/>
                </a:lnTo>
                <a:lnTo>
                  <a:pt x="37428" y="66679"/>
                </a:lnTo>
                <a:lnTo>
                  <a:pt x="32396" y="66836"/>
                </a:lnTo>
                <a:lnTo>
                  <a:pt x="27442" y="67150"/>
                </a:lnTo>
                <a:lnTo>
                  <a:pt x="22488" y="67622"/>
                </a:lnTo>
                <a:lnTo>
                  <a:pt x="21781" y="62904"/>
                </a:lnTo>
                <a:lnTo>
                  <a:pt x="21073" y="58265"/>
                </a:lnTo>
                <a:lnTo>
                  <a:pt x="20129" y="53626"/>
                </a:lnTo>
                <a:lnTo>
                  <a:pt x="19186" y="49065"/>
                </a:lnTo>
                <a:lnTo>
                  <a:pt x="18085" y="44583"/>
                </a:lnTo>
                <a:lnTo>
                  <a:pt x="16905" y="40102"/>
                </a:lnTo>
                <a:lnTo>
                  <a:pt x="15647" y="35777"/>
                </a:lnTo>
                <a:lnTo>
                  <a:pt x="14232" y="31452"/>
                </a:lnTo>
                <a:lnTo>
                  <a:pt x="12817" y="27285"/>
                </a:lnTo>
                <a:lnTo>
                  <a:pt x="11244" y="23117"/>
                </a:lnTo>
                <a:lnTo>
                  <a:pt x="9593" y="19029"/>
                </a:lnTo>
                <a:lnTo>
                  <a:pt x="7863" y="15018"/>
                </a:lnTo>
                <a:lnTo>
                  <a:pt x="5976" y="11166"/>
                </a:lnTo>
                <a:lnTo>
                  <a:pt x="4089" y="7313"/>
                </a:lnTo>
                <a:lnTo>
                  <a:pt x="2123" y="3617"/>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724" name="Google Shape;724;p73"/>
          <p:cNvSpPr txBox="1"/>
          <p:nvPr>
            <p:ph idx="1" type="body"/>
          </p:nvPr>
        </p:nvSpPr>
        <p:spPr>
          <a:xfrm>
            <a:off x="4819600" y="3701256"/>
            <a:ext cx="4095900" cy="5877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Nunito Sans"/>
              <a:buChar char="●"/>
              <a:defRPr sz="1100"/>
            </a:lvl1pPr>
            <a:lvl2pPr indent="-298450" lvl="1" marL="914400">
              <a:spcBef>
                <a:spcPts val="0"/>
              </a:spcBef>
              <a:spcAft>
                <a:spcPts val="0"/>
              </a:spcAft>
              <a:buClr>
                <a:schemeClr val="dk1"/>
              </a:buClr>
              <a:buSzPts val="1100"/>
              <a:buFont typeface="Nunito Sans"/>
              <a:buChar char="○"/>
              <a:defRPr sz="1100"/>
            </a:lvl2pPr>
            <a:lvl3pPr indent="-298450" lvl="2" marL="1371600">
              <a:spcBef>
                <a:spcPts val="0"/>
              </a:spcBef>
              <a:spcAft>
                <a:spcPts val="0"/>
              </a:spcAft>
              <a:buClr>
                <a:schemeClr val="dk1"/>
              </a:buClr>
              <a:buSzPts val="1100"/>
              <a:buFont typeface="Nunito Sans"/>
              <a:buChar char="■"/>
              <a:defRPr sz="1100"/>
            </a:lvl3pPr>
            <a:lvl4pPr indent="-298450" lvl="3" marL="1828800">
              <a:spcBef>
                <a:spcPts val="0"/>
              </a:spcBef>
              <a:spcAft>
                <a:spcPts val="0"/>
              </a:spcAft>
              <a:buClr>
                <a:schemeClr val="dk1"/>
              </a:buClr>
              <a:buSzPts val="1100"/>
              <a:buFont typeface="Nunito Sans"/>
              <a:buChar char="●"/>
              <a:defRPr sz="1100"/>
            </a:lvl4pPr>
            <a:lvl5pPr indent="-298450" lvl="4" marL="2286000">
              <a:spcBef>
                <a:spcPts val="0"/>
              </a:spcBef>
              <a:spcAft>
                <a:spcPts val="0"/>
              </a:spcAft>
              <a:buClr>
                <a:schemeClr val="dk1"/>
              </a:buClr>
              <a:buSzPts val="1100"/>
              <a:buFont typeface="Nunito Sans"/>
              <a:buChar char="○"/>
              <a:defRPr sz="1100"/>
            </a:lvl5pPr>
            <a:lvl6pPr indent="-298450" lvl="5" marL="2743200">
              <a:spcBef>
                <a:spcPts val="0"/>
              </a:spcBef>
              <a:spcAft>
                <a:spcPts val="0"/>
              </a:spcAft>
              <a:buClr>
                <a:schemeClr val="dk1"/>
              </a:buClr>
              <a:buSzPts val="1100"/>
              <a:buFont typeface="Nunito Sans"/>
              <a:buChar char="■"/>
              <a:defRPr sz="1100"/>
            </a:lvl6pPr>
            <a:lvl7pPr indent="-298450" lvl="6" marL="3200400">
              <a:spcBef>
                <a:spcPts val="0"/>
              </a:spcBef>
              <a:spcAft>
                <a:spcPts val="0"/>
              </a:spcAft>
              <a:buClr>
                <a:schemeClr val="dk1"/>
              </a:buClr>
              <a:buSzPts val="1100"/>
              <a:buFont typeface="Nunito Sans"/>
              <a:buChar char="●"/>
              <a:defRPr sz="1100"/>
            </a:lvl7pPr>
            <a:lvl8pPr indent="-298450" lvl="7" marL="3657600">
              <a:spcBef>
                <a:spcPts val="0"/>
              </a:spcBef>
              <a:spcAft>
                <a:spcPts val="0"/>
              </a:spcAft>
              <a:buClr>
                <a:schemeClr val="dk1"/>
              </a:buClr>
              <a:buSzPts val="1100"/>
              <a:buFont typeface="Nunito Sans"/>
              <a:buChar char="○"/>
              <a:defRPr sz="1100"/>
            </a:lvl8pPr>
            <a:lvl9pPr indent="-298450" lvl="8" marL="4114800">
              <a:spcBef>
                <a:spcPts val="0"/>
              </a:spcBef>
              <a:spcAft>
                <a:spcPts val="0"/>
              </a:spcAft>
              <a:buClr>
                <a:schemeClr val="dk1"/>
              </a:buClr>
              <a:buSzPts val="1100"/>
              <a:buFont typeface="Nunito Sans"/>
              <a:buChar char="■"/>
              <a:defRPr sz="1100"/>
            </a:lvl9pPr>
          </a:lstStyle>
          <a:p/>
        </p:txBody>
      </p:sp>
      <p:sp>
        <p:nvSpPr>
          <p:cNvPr id="725" name="Google Shape;725;p73"/>
          <p:cNvSpPr txBox="1"/>
          <p:nvPr>
            <p:ph idx="2" type="body"/>
          </p:nvPr>
        </p:nvSpPr>
        <p:spPr>
          <a:xfrm>
            <a:off x="4819600" y="2342406"/>
            <a:ext cx="4095900" cy="587700"/>
          </a:xfrm>
          <a:prstGeom prst="rect">
            <a:avLst/>
          </a:prstGeom>
        </p:spPr>
        <p:txBody>
          <a:bodyPr anchorCtr="0" anchor="t" bIns="91425" lIns="91425" spcFirstLastPara="1" rIns="91425" wrap="square" tIns="91425">
            <a:noAutofit/>
          </a:bodyPr>
          <a:lstStyle>
            <a:lvl1pPr indent="-298450" lvl="0" marL="457200">
              <a:lnSpc>
                <a:spcPct val="115000"/>
              </a:lnSpc>
              <a:spcBef>
                <a:spcPts val="0"/>
              </a:spcBef>
              <a:spcAft>
                <a:spcPts val="0"/>
              </a:spcAft>
              <a:buClr>
                <a:schemeClr val="dk1"/>
              </a:buClr>
              <a:buSzPts val="1100"/>
              <a:buFont typeface="Nunito Sans"/>
              <a:buChar char="●"/>
              <a:defRPr sz="1100"/>
            </a:lvl1pPr>
            <a:lvl2pPr indent="-298450" lvl="1" marL="914400">
              <a:lnSpc>
                <a:spcPct val="115000"/>
              </a:lnSpc>
              <a:spcBef>
                <a:spcPts val="0"/>
              </a:spcBef>
              <a:spcAft>
                <a:spcPts val="0"/>
              </a:spcAft>
              <a:buClr>
                <a:schemeClr val="dk1"/>
              </a:buClr>
              <a:buSzPts val="1100"/>
              <a:buFont typeface="Nunito Sans"/>
              <a:buChar char="○"/>
              <a:defRPr sz="1100"/>
            </a:lvl2pPr>
            <a:lvl3pPr indent="-298450" lvl="2" marL="1371600">
              <a:lnSpc>
                <a:spcPct val="115000"/>
              </a:lnSpc>
              <a:spcBef>
                <a:spcPts val="0"/>
              </a:spcBef>
              <a:spcAft>
                <a:spcPts val="0"/>
              </a:spcAft>
              <a:buClr>
                <a:schemeClr val="dk1"/>
              </a:buClr>
              <a:buSzPts val="1100"/>
              <a:buFont typeface="Nunito Sans"/>
              <a:buChar char="■"/>
              <a:defRPr sz="1100"/>
            </a:lvl3pPr>
            <a:lvl4pPr indent="-298450" lvl="3" marL="1828800">
              <a:lnSpc>
                <a:spcPct val="115000"/>
              </a:lnSpc>
              <a:spcBef>
                <a:spcPts val="0"/>
              </a:spcBef>
              <a:spcAft>
                <a:spcPts val="0"/>
              </a:spcAft>
              <a:buClr>
                <a:schemeClr val="dk1"/>
              </a:buClr>
              <a:buSzPts val="1100"/>
              <a:buFont typeface="Nunito Sans"/>
              <a:buChar char="●"/>
              <a:defRPr sz="1100"/>
            </a:lvl4pPr>
            <a:lvl5pPr indent="-298450" lvl="4" marL="2286000">
              <a:lnSpc>
                <a:spcPct val="115000"/>
              </a:lnSpc>
              <a:spcBef>
                <a:spcPts val="0"/>
              </a:spcBef>
              <a:spcAft>
                <a:spcPts val="0"/>
              </a:spcAft>
              <a:buClr>
                <a:schemeClr val="dk1"/>
              </a:buClr>
              <a:buSzPts val="1100"/>
              <a:buFont typeface="Nunito Sans"/>
              <a:buChar char="○"/>
              <a:defRPr sz="1100"/>
            </a:lvl5pPr>
            <a:lvl6pPr indent="-298450" lvl="5" marL="2743200">
              <a:lnSpc>
                <a:spcPct val="115000"/>
              </a:lnSpc>
              <a:spcBef>
                <a:spcPts val="0"/>
              </a:spcBef>
              <a:spcAft>
                <a:spcPts val="0"/>
              </a:spcAft>
              <a:buClr>
                <a:schemeClr val="dk1"/>
              </a:buClr>
              <a:buSzPts val="1100"/>
              <a:buFont typeface="Nunito Sans"/>
              <a:buChar char="■"/>
              <a:defRPr sz="1100"/>
            </a:lvl6pPr>
            <a:lvl7pPr indent="-298450" lvl="6" marL="3200400">
              <a:lnSpc>
                <a:spcPct val="115000"/>
              </a:lnSpc>
              <a:spcBef>
                <a:spcPts val="0"/>
              </a:spcBef>
              <a:spcAft>
                <a:spcPts val="0"/>
              </a:spcAft>
              <a:buClr>
                <a:schemeClr val="dk1"/>
              </a:buClr>
              <a:buSzPts val="1100"/>
              <a:buFont typeface="Nunito Sans"/>
              <a:buChar char="●"/>
              <a:defRPr sz="1100"/>
            </a:lvl7pPr>
            <a:lvl8pPr indent="-298450" lvl="7" marL="3657600">
              <a:lnSpc>
                <a:spcPct val="115000"/>
              </a:lnSpc>
              <a:spcBef>
                <a:spcPts val="0"/>
              </a:spcBef>
              <a:spcAft>
                <a:spcPts val="0"/>
              </a:spcAft>
              <a:buClr>
                <a:schemeClr val="dk1"/>
              </a:buClr>
              <a:buSzPts val="1100"/>
              <a:buFont typeface="Nunito Sans"/>
              <a:buChar char="○"/>
              <a:defRPr sz="1100"/>
            </a:lvl8pPr>
            <a:lvl9pPr indent="-298450" lvl="8" marL="4114800">
              <a:lnSpc>
                <a:spcPct val="115000"/>
              </a:lnSpc>
              <a:spcBef>
                <a:spcPts val="0"/>
              </a:spcBef>
              <a:spcAft>
                <a:spcPts val="0"/>
              </a:spcAft>
              <a:buClr>
                <a:schemeClr val="dk1"/>
              </a:buClr>
              <a:buSzPts val="1100"/>
              <a:buFont typeface="Nunito Sans"/>
              <a:buChar char="■"/>
              <a:defRPr sz="1100"/>
            </a:lvl9pPr>
          </a:lstStyle>
          <a:p/>
        </p:txBody>
      </p:sp>
      <p:sp>
        <p:nvSpPr>
          <p:cNvPr id="726" name="Google Shape;726;p73"/>
          <p:cNvSpPr txBox="1"/>
          <p:nvPr>
            <p:ph idx="3" type="body"/>
          </p:nvPr>
        </p:nvSpPr>
        <p:spPr>
          <a:xfrm>
            <a:off x="4819600" y="983556"/>
            <a:ext cx="4095900" cy="587700"/>
          </a:xfrm>
          <a:prstGeom prst="rect">
            <a:avLst/>
          </a:prstGeom>
        </p:spPr>
        <p:txBody>
          <a:bodyPr anchorCtr="0" anchor="t" bIns="91425" lIns="91425" spcFirstLastPara="1" rIns="91425" wrap="square" tIns="91425">
            <a:noAutofit/>
          </a:bodyPr>
          <a:lstStyle>
            <a:lvl1pPr indent="-298450" lvl="0" marL="457200">
              <a:lnSpc>
                <a:spcPct val="115000"/>
              </a:lnSpc>
              <a:spcBef>
                <a:spcPts val="0"/>
              </a:spcBef>
              <a:spcAft>
                <a:spcPts val="0"/>
              </a:spcAft>
              <a:buClr>
                <a:schemeClr val="dk1"/>
              </a:buClr>
              <a:buSzPts val="1100"/>
              <a:buFont typeface="Nunito Sans"/>
              <a:buChar char="●"/>
              <a:defRPr sz="1100"/>
            </a:lvl1pPr>
            <a:lvl2pPr indent="-298450" lvl="1" marL="914400">
              <a:lnSpc>
                <a:spcPct val="115000"/>
              </a:lnSpc>
              <a:spcBef>
                <a:spcPts val="0"/>
              </a:spcBef>
              <a:spcAft>
                <a:spcPts val="0"/>
              </a:spcAft>
              <a:buClr>
                <a:schemeClr val="dk1"/>
              </a:buClr>
              <a:buSzPts val="1100"/>
              <a:buFont typeface="Nunito Sans"/>
              <a:buChar char="○"/>
              <a:defRPr sz="1100"/>
            </a:lvl2pPr>
            <a:lvl3pPr indent="-298450" lvl="2" marL="1371600">
              <a:lnSpc>
                <a:spcPct val="115000"/>
              </a:lnSpc>
              <a:spcBef>
                <a:spcPts val="0"/>
              </a:spcBef>
              <a:spcAft>
                <a:spcPts val="0"/>
              </a:spcAft>
              <a:buClr>
                <a:schemeClr val="dk1"/>
              </a:buClr>
              <a:buSzPts val="1100"/>
              <a:buFont typeface="Nunito Sans"/>
              <a:buChar char="■"/>
              <a:defRPr sz="1100"/>
            </a:lvl3pPr>
            <a:lvl4pPr indent="-298450" lvl="3" marL="1828800">
              <a:lnSpc>
                <a:spcPct val="115000"/>
              </a:lnSpc>
              <a:spcBef>
                <a:spcPts val="0"/>
              </a:spcBef>
              <a:spcAft>
                <a:spcPts val="0"/>
              </a:spcAft>
              <a:buClr>
                <a:schemeClr val="dk1"/>
              </a:buClr>
              <a:buSzPts val="1100"/>
              <a:buFont typeface="Nunito Sans"/>
              <a:buChar char="●"/>
              <a:defRPr sz="1100"/>
            </a:lvl4pPr>
            <a:lvl5pPr indent="-298450" lvl="4" marL="2286000">
              <a:lnSpc>
                <a:spcPct val="115000"/>
              </a:lnSpc>
              <a:spcBef>
                <a:spcPts val="0"/>
              </a:spcBef>
              <a:spcAft>
                <a:spcPts val="0"/>
              </a:spcAft>
              <a:buClr>
                <a:schemeClr val="dk1"/>
              </a:buClr>
              <a:buSzPts val="1100"/>
              <a:buFont typeface="Nunito Sans"/>
              <a:buChar char="○"/>
              <a:defRPr sz="1100"/>
            </a:lvl5pPr>
            <a:lvl6pPr indent="-298450" lvl="5" marL="2743200">
              <a:lnSpc>
                <a:spcPct val="115000"/>
              </a:lnSpc>
              <a:spcBef>
                <a:spcPts val="0"/>
              </a:spcBef>
              <a:spcAft>
                <a:spcPts val="0"/>
              </a:spcAft>
              <a:buClr>
                <a:schemeClr val="dk1"/>
              </a:buClr>
              <a:buSzPts val="1100"/>
              <a:buFont typeface="Nunito Sans"/>
              <a:buChar char="■"/>
              <a:defRPr sz="1100"/>
            </a:lvl6pPr>
            <a:lvl7pPr indent="-298450" lvl="6" marL="3200400">
              <a:lnSpc>
                <a:spcPct val="115000"/>
              </a:lnSpc>
              <a:spcBef>
                <a:spcPts val="0"/>
              </a:spcBef>
              <a:spcAft>
                <a:spcPts val="0"/>
              </a:spcAft>
              <a:buClr>
                <a:schemeClr val="dk1"/>
              </a:buClr>
              <a:buSzPts val="1100"/>
              <a:buFont typeface="Nunito Sans"/>
              <a:buChar char="●"/>
              <a:defRPr sz="1100"/>
            </a:lvl7pPr>
            <a:lvl8pPr indent="-298450" lvl="7" marL="3657600">
              <a:lnSpc>
                <a:spcPct val="115000"/>
              </a:lnSpc>
              <a:spcBef>
                <a:spcPts val="0"/>
              </a:spcBef>
              <a:spcAft>
                <a:spcPts val="0"/>
              </a:spcAft>
              <a:buClr>
                <a:schemeClr val="dk1"/>
              </a:buClr>
              <a:buSzPts val="1100"/>
              <a:buFont typeface="Nunito Sans"/>
              <a:buChar char="○"/>
              <a:defRPr sz="1100"/>
            </a:lvl8pPr>
            <a:lvl9pPr indent="-298450" lvl="8" marL="4114800">
              <a:lnSpc>
                <a:spcPct val="115000"/>
              </a:lnSpc>
              <a:spcBef>
                <a:spcPts val="0"/>
              </a:spcBef>
              <a:spcAft>
                <a:spcPts val="0"/>
              </a:spcAft>
              <a:buClr>
                <a:schemeClr val="dk1"/>
              </a:buClr>
              <a:buSzPts val="1100"/>
              <a:buFont typeface="Nunito Sans"/>
              <a:buChar char="■"/>
              <a:defRPr sz="1100"/>
            </a:lvl9pPr>
          </a:lstStyle>
          <a:p/>
        </p:txBody>
      </p:sp>
      <p:sp>
        <p:nvSpPr>
          <p:cNvPr id="727" name="Google Shape;727;p73"/>
          <p:cNvSpPr txBox="1"/>
          <p:nvPr>
            <p:ph idx="4"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dk2"/>
                </a:solidFill>
                <a:latin typeface="Nunito Sans"/>
                <a:ea typeface="Nunito Sans"/>
                <a:cs typeface="Nunito Sans"/>
                <a:sym typeface="Nunito Sans"/>
              </a:defRPr>
            </a:lvl1pPr>
            <a:lvl2pPr lvl="1">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2pPr>
            <a:lvl3pPr lvl="2">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3pPr>
            <a:lvl4pPr lvl="3">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4pPr>
            <a:lvl5pPr lvl="4">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5pPr>
            <a:lvl6pPr lvl="5">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6pPr>
            <a:lvl7pPr lvl="6">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7pPr>
            <a:lvl8pPr lvl="7">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8pPr>
            <a:lvl9pPr lvl="8">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9pPr>
          </a:lstStyle>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p:cSld name="BLANK_1_1_1_1_1_1_2">
    <p:bg>
      <p:bgPr>
        <a:solidFill>
          <a:schemeClr val="accent1"/>
        </a:solidFill>
      </p:bgPr>
    </p:bg>
    <p:spTree>
      <p:nvGrpSpPr>
        <p:cNvPr id="728" name="Shape 728"/>
        <p:cNvGrpSpPr/>
        <p:nvPr/>
      </p:nvGrpSpPr>
      <p:grpSpPr>
        <a:xfrm>
          <a:off x="0" y="0"/>
          <a:ext cx="0" cy="0"/>
          <a:chOff x="0" y="0"/>
          <a:chExt cx="0" cy="0"/>
        </a:xfrm>
      </p:grpSpPr>
      <p:pic>
        <p:nvPicPr>
          <p:cNvPr id="729" name="Google Shape;729;p74"/>
          <p:cNvPicPr preferRelativeResize="0"/>
          <p:nvPr/>
        </p:nvPicPr>
        <p:blipFill rotWithShape="1">
          <a:blip r:embed="rId2">
            <a:alphaModFix/>
          </a:blip>
          <a:srcRect b="0" l="0" r="54483" t="51307"/>
          <a:stretch/>
        </p:blipFill>
        <p:spPr>
          <a:xfrm flipH="1" rot="10800000">
            <a:off x="6802800" y="2639053"/>
            <a:ext cx="2341200" cy="2504451"/>
          </a:xfrm>
          <a:prstGeom prst="rect">
            <a:avLst/>
          </a:prstGeom>
          <a:noFill/>
          <a:ln>
            <a:noFill/>
          </a:ln>
        </p:spPr>
      </p:pic>
      <p:sp>
        <p:nvSpPr>
          <p:cNvPr id="730" name="Google Shape;730;p74"/>
          <p:cNvSpPr txBox="1"/>
          <p:nvPr/>
        </p:nvSpPr>
        <p:spPr>
          <a:xfrm>
            <a:off x="6720300" y="4800275"/>
            <a:ext cx="2195100" cy="2925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lang="en" sz="700">
                <a:solidFill>
                  <a:schemeClr val="dk2"/>
                </a:solidFill>
                <a:latin typeface="Nunito Sans"/>
                <a:ea typeface="Nunito Sans"/>
                <a:cs typeface="Nunito Sans"/>
                <a:sym typeface="Nunito Sans"/>
              </a:rPr>
              <a:t>‹#›</a:t>
            </a:fld>
            <a:endParaRPr sz="700">
              <a:solidFill>
                <a:schemeClr val="dk2"/>
              </a:solidFill>
              <a:latin typeface="Nunito Sans"/>
              <a:ea typeface="Nunito Sans"/>
              <a:cs typeface="Nunito Sans"/>
              <a:sym typeface="Nunito Sans"/>
            </a:endParaRPr>
          </a:p>
        </p:txBody>
      </p:sp>
      <p:sp>
        <p:nvSpPr>
          <p:cNvPr id="731" name="Google Shape;731;p74"/>
          <p:cNvSpPr txBox="1"/>
          <p:nvPr>
            <p:ph type="title"/>
          </p:nvPr>
        </p:nvSpPr>
        <p:spPr>
          <a:xfrm>
            <a:off x="1230200" y="1930281"/>
            <a:ext cx="6683700" cy="1726500"/>
          </a:xfrm>
          <a:prstGeom prst="rect">
            <a:avLst/>
          </a:prstGeom>
        </p:spPr>
        <p:txBody>
          <a:bodyPr anchorCtr="0" anchor="t" bIns="91425" lIns="91425" spcFirstLastPara="1" rIns="91425" wrap="square" tIns="91425">
            <a:noAutofit/>
          </a:bodyPr>
          <a:lstStyle>
            <a:lvl1pPr lvl="0" algn="ctr">
              <a:lnSpc>
                <a:spcPct val="90000"/>
              </a:lnSpc>
              <a:spcBef>
                <a:spcPts val="0"/>
              </a:spcBef>
              <a:spcAft>
                <a:spcPts val="0"/>
              </a:spcAft>
              <a:buNone/>
              <a:defRPr sz="5400">
                <a:solidFill>
                  <a:schemeClr val="dk2"/>
                </a:solidFill>
              </a:defRPr>
            </a:lvl1pPr>
            <a:lvl2pPr lvl="1" algn="ctr">
              <a:lnSpc>
                <a:spcPct val="115000"/>
              </a:lnSpc>
              <a:spcBef>
                <a:spcPts val="0"/>
              </a:spcBef>
              <a:spcAft>
                <a:spcPts val="0"/>
              </a:spcAft>
              <a:buNone/>
              <a:defRPr sz="4800">
                <a:solidFill>
                  <a:schemeClr val="dk2"/>
                </a:solidFill>
                <a:latin typeface="Poppins SemiBold"/>
                <a:ea typeface="Poppins SemiBold"/>
                <a:cs typeface="Poppins SemiBold"/>
                <a:sym typeface="Poppins SemiBold"/>
              </a:defRPr>
            </a:lvl2pPr>
            <a:lvl3pPr lvl="2" algn="ctr">
              <a:lnSpc>
                <a:spcPct val="115000"/>
              </a:lnSpc>
              <a:spcBef>
                <a:spcPts val="0"/>
              </a:spcBef>
              <a:spcAft>
                <a:spcPts val="0"/>
              </a:spcAft>
              <a:buNone/>
              <a:defRPr sz="4800">
                <a:solidFill>
                  <a:schemeClr val="dk2"/>
                </a:solidFill>
                <a:latin typeface="Poppins SemiBold"/>
                <a:ea typeface="Poppins SemiBold"/>
                <a:cs typeface="Poppins SemiBold"/>
                <a:sym typeface="Poppins SemiBold"/>
              </a:defRPr>
            </a:lvl3pPr>
            <a:lvl4pPr lvl="3" algn="ctr">
              <a:lnSpc>
                <a:spcPct val="115000"/>
              </a:lnSpc>
              <a:spcBef>
                <a:spcPts val="0"/>
              </a:spcBef>
              <a:spcAft>
                <a:spcPts val="0"/>
              </a:spcAft>
              <a:buNone/>
              <a:defRPr sz="4800">
                <a:solidFill>
                  <a:schemeClr val="dk2"/>
                </a:solidFill>
                <a:latin typeface="Poppins SemiBold"/>
                <a:ea typeface="Poppins SemiBold"/>
                <a:cs typeface="Poppins SemiBold"/>
                <a:sym typeface="Poppins SemiBold"/>
              </a:defRPr>
            </a:lvl4pPr>
            <a:lvl5pPr lvl="4" algn="ctr">
              <a:lnSpc>
                <a:spcPct val="115000"/>
              </a:lnSpc>
              <a:spcBef>
                <a:spcPts val="0"/>
              </a:spcBef>
              <a:spcAft>
                <a:spcPts val="0"/>
              </a:spcAft>
              <a:buNone/>
              <a:defRPr sz="4800">
                <a:solidFill>
                  <a:schemeClr val="dk2"/>
                </a:solidFill>
                <a:latin typeface="Poppins SemiBold"/>
                <a:ea typeface="Poppins SemiBold"/>
                <a:cs typeface="Poppins SemiBold"/>
                <a:sym typeface="Poppins SemiBold"/>
              </a:defRPr>
            </a:lvl5pPr>
            <a:lvl6pPr lvl="5" algn="ctr">
              <a:lnSpc>
                <a:spcPct val="115000"/>
              </a:lnSpc>
              <a:spcBef>
                <a:spcPts val="0"/>
              </a:spcBef>
              <a:spcAft>
                <a:spcPts val="0"/>
              </a:spcAft>
              <a:buNone/>
              <a:defRPr sz="4800">
                <a:solidFill>
                  <a:schemeClr val="dk2"/>
                </a:solidFill>
                <a:latin typeface="Poppins SemiBold"/>
                <a:ea typeface="Poppins SemiBold"/>
                <a:cs typeface="Poppins SemiBold"/>
                <a:sym typeface="Poppins SemiBold"/>
              </a:defRPr>
            </a:lvl6pPr>
            <a:lvl7pPr lvl="6" algn="ctr">
              <a:lnSpc>
                <a:spcPct val="115000"/>
              </a:lnSpc>
              <a:spcBef>
                <a:spcPts val="0"/>
              </a:spcBef>
              <a:spcAft>
                <a:spcPts val="0"/>
              </a:spcAft>
              <a:buNone/>
              <a:defRPr sz="4800">
                <a:solidFill>
                  <a:schemeClr val="dk2"/>
                </a:solidFill>
                <a:latin typeface="Poppins SemiBold"/>
                <a:ea typeface="Poppins SemiBold"/>
                <a:cs typeface="Poppins SemiBold"/>
                <a:sym typeface="Poppins SemiBold"/>
              </a:defRPr>
            </a:lvl7pPr>
            <a:lvl8pPr lvl="7" algn="ctr">
              <a:lnSpc>
                <a:spcPct val="115000"/>
              </a:lnSpc>
              <a:spcBef>
                <a:spcPts val="0"/>
              </a:spcBef>
              <a:spcAft>
                <a:spcPts val="0"/>
              </a:spcAft>
              <a:buNone/>
              <a:defRPr sz="4800">
                <a:solidFill>
                  <a:schemeClr val="dk2"/>
                </a:solidFill>
                <a:latin typeface="Poppins SemiBold"/>
                <a:ea typeface="Poppins SemiBold"/>
                <a:cs typeface="Poppins SemiBold"/>
                <a:sym typeface="Poppins SemiBold"/>
              </a:defRPr>
            </a:lvl8pPr>
            <a:lvl9pPr lvl="8" algn="ctr">
              <a:lnSpc>
                <a:spcPct val="115000"/>
              </a:lnSpc>
              <a:spcBef>
                <a:spcPts val="0"/>
              </a:spcBef>
              <a:spcAft>
                <a:spcPts val="0"/>
              </a:spcAft>
              <a:buNone/>
              <a:defRPr sz="4800">
                <a:solidFill>
                  <a:schemeClr val="dk2"/>
                </a:solidFill>
                <a:latin typeface="Poppins SemiBold"/>
                <a:ea typeface="Poppins SemiBold"/>
                <a:cs typeface="Poppins SemiBold"/>
                <a:sym typeface="Poppins SemiBold"/>
              </a:defRPr>
            </a:lvl9pPr>
          </a:lstStyle>
          <a:p/>
        </p:txBody>
      </p:sp>
      <p:sp>
        <p:nvSpPr>
          <p:cNvPr id="732" name="Google Shape;732;p74"/>
          <p:cNvSpPr txBox="1"/>
          <p:nvPr>
            <p:ph idx="1" type="subTitle"/>
          </p:nvPr>
        </p:nvSpPr>
        <p:spPr>
          <a:xfrm>
            <a:off x="2398650" y="3194700"/>
            <a:ext cx="4346700" cy="4527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1pPr>
            <a:lvl2pPr lvl="1">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2pPr>
            <a:lvl3pPr lvl="2">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3pPr>
            <a:lvl4pPr lvl="3">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4pPr>
            <a:lvl5pPr lvl="4">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5pPr>
            <a:lvl6pPr lvl="5">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6pPr>
            <a:lvl7pPr lvl="6">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7pPr>
            <a:lvl8pPr lvl="7">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8pPr>
            <a:lvl9pPr lvl="8">
              <a:spcBef>
                <a:spcPts val="0"/>
              </a:spcBef>
              <a:spcAft>
                <a:spcPts val="0"/>
              </a:spcAft>
              <a:buClr>
                <a:schemeClr val="dk2"/>
              </a:buClr>
              <a:buSzPts val="1600"/>
              <a:buFont typeface="Nunito Sans SemiBold"/>
              <a:buNone/>
              <a:defRPr>
                <a:solidFill>
                  <a:schemeClr val="dk2"/>
                </a:solidFill>
                <a:latin typeface="Nunito Sans SemiBold"/>
                <a:ea typeface="Nunito Sans SemiBold"/>
                <a:cs typeface="Nunito Sans SemiBold"/>
                <a:sym typeface="Nunito Sans SemiBold"/>
              </a:defRPr>
            </a:lvl9pPr>
          </a:lstStyle>
          <a:p/>
        </p:txBody>
      </p:sp>
      <p:sp>
        <p:nvSpPr>
          <p:cNvPr id="733" name="Google Shape;733;p74"/>
          <p:cNvSpPr/>
          <p:nvPr/>
        </p:nvSpPr>
        <p:spPr>
          <a:xfrm flipH="1">
            <a:off x="11" y="148752"/>
            <a:ext cx="1377568" cy="2421760"/>
          </a:xfrm>
          <a:custGeom>
            <a:rect b="b" l="l" r="r" t="t"/>
            <a:pathLst>
              <a:path extrusionOk="0" h="75680" w="43049">
                <a:moveTo>
                  <a:pt x="10456" y="1"/>
                </a:moveTo>
                <a:lnTo>
                  <a:pt x="9414" y="38"/>
                </a:lnTo>
                <a:lnTo>
                  <a:pt x="8409" y="112"/>
                </a:lnTo>
                <a:lnTo>
                  <a:pt x="7479" y="187"/>
                </a:lnTo>
                <a:lnTo>
                  <a:pt x="6586" y="336"/>
                </a:lnTo>
                <a:lnTo>
                  <a:pt x="5768" y="522"/>
                </a:lnTo>
                <a:lnTo>
                  <a:pt x="4986" y="708"/>
                </a:lnTo>
                <a:lnTo>
                  <a:pt x="4279" y="931"/>
                </a:lnTo>
                <a:lnTo>
                  <a:pt x="3610" y="1229"/>
                </a:lnTo>
                <a:lnTo>
                  <a:pt x="3014" y="1526"/>
                </a:lnTo>
                <a:lnTo>
                  <a:pt x="2456" y="1861"/>
                </a:lnTo>
                <a:lnTo>
                  <a:pt x="1972" y="2270"/>
                </a:lnTo>
                <a:lnTo>
                  <a:pt x="1526" y="2680"/>
                </a:lnTo>
                <a:lnTo>
                  <a:pt x="1154" y="3126"/>
                </a:lnTo>
                <a:lnTo>
                  <a:pt x="893" y="3461"/>
                </a:lnTo>
                <a:lnTo>
                  <a:pt x="707" y="3796"/>
                </a:lnTo>
                <a:lnTo>
                  <a:pt x="521" y="4168"/>
                </a:lnTo>
                <a:lnTo>
                  <a:pt x="373" y="4540"/>
                </a:lnTo>
                <a:lnTo>
                  <a:pt x="261" y="4912"/>
                </a:lnTo>
                <a:lnTo>
                  <a:pt x="149" y="5321"/>
                </a:lnTo>
                <a:lnTo>
                  <a:pt x="75" y="5731"/>
                </a:lnTo>
                <a:lnTo>
                  <a:pt x="38" y="6177"/>
                </a:lnTo>
                <a:lnTo>
                  <a:pt x="0" y="6624"/>
                </a:lnTo>
                <a:lnTo>
                  <a:pt x="0" y="7070"/>
                </a:lnTo>
                <a:lnTo>
                  <a:pt x="38" y="7554"/>
                </a:lnTo>
                <a:lnTo>
                  <a:pt x="112" y="8075"/>
                </a:lnTo>
                <a:lnTo>
                  <a:pt x="187" y="8558"/>
                </a:lnTo>
                <a:lnTo>
                  <a:pt x="298" y="9117"/>
                </a:lnTo>
                <a:lnTo>
                  <a:pt x="596" y="10196"/>
                </a:lnTo>
                <a:lnTo>
                  <a:pt x="1005" y="11386"/>
                </a:lnTo>
                <a:lnTo>
                  <a:pt x="1489" y="12614"/>
                </a:lnTo>
                <a:lnTo>
                  <a:pt x="2121" y="13916"/>
                </a:lnTo>
                <a:lnTo>
                  <a:pt x="2828" y="15256"/>
                </a:lnTo>
                <a:lnTo>
                  <a:pt x="3684" y="16707"/>
                </a:lnTo>
                <a:lnTo>
                  <a:pt x="4614" y="18195"/>
                </a:lnTo>
                <a:lnTo>
                  <a:pt x="5656" y="19758"/>
                </a:lnTo>
                <a:lnTo>
                  <a:pt x="6772" y="21358"/>
                </a:lnTo>
                <a:lnTo>
                  <a:pt x="9525" y="25190"/>
                </a:lnTo>
                <a:lnTo>
                  <a:pt x="12204" y="28985"/>
                </a:lnTo>
                <a:lnTo>
                  <a:pt x="14809" y="32706"/>
                </a:lnTo>
                <a:lnTo>
                  <a:pt x="17376" y="36426"/>
                </a:lnTo>
                <a:lnTo>
                  <a:pt x="22325" y="43682"/>
                </a:lnTo>
                <a:lnTo>
                  <a:pt x="27050" y="50714"/>
                </a:lnTo>
                <a:lnTo>
                  <a:pt x="31478" y="57486"/>
                </a:lnTo>
                <a:lnTo>
                  <a:pt x="35645" y="63922"/>
                </a:lnTo>
                <a:lnTo>
                  <a:pt x="39514" y="69987"/>
                </a:lnTo>
                <a:lnTo>
                  <a:pt x="43049" y="75680"/>
                </a:lnTo>
                <a:lnTo>
                  <a:pt x="43049" y="74526"/>
                </a:lnTo>
                <a:lnTo>
                  <a:pt x="39514" y="68908"/>
                </a:lnTo>
                <a:lnTo>
                  <a:pt x="35682" y="62918"/>
                </a:lnTo>
                <a:lnTo>
                  <a:pt x="31589" y="56555"/>
                </a:lnTo>
                <a:lnTo>
                  <a:pt x="27199" y="49895"/>
                </a:lnTo>
                <a:lnTo>
                  <a:pt x="22548" y="42975"/>
                </a:lnTo>
                <a:lnTo>
                  <a:pt x="17674" y="35831"/>
                </a:lnTo>
                <a:lnTo>
                  <a:pt x="15144" y="32185"/>
                </a:lnTo>
                <a:lnTo>
                  <a:pt x="12576" y="28501"/>
                </a:lnTo>
                <a:lnTo>
                  <a:pt x="9935" y="24781"/>
                </a:lnTo>
                <a:lnTo>
                  <a:pt x="7256" y="21023"/>
                </a:lnTo>
                <a:lnTo>
                  <a:pt x="6177" y="19460"/>
                </a:lnTo>
                <a:lnTo>
                  <a:pt x="5172" y="17972"/>
                </a:lnTo>
                <a:lnTo>
                  <a:pt x="4279" y="16521"/>
                </a:lnTo>
                <a:lnTo>
                  <a:pt x="3461" y="15144"/>
                </a:lnTo>
                <a:lnTo>
                  <a:pt x="2754" y="13805"/>
                </a:lnTo>
                <a:lnTo>
                  <a:pt x="2158" y="12577"/>
                </a:lnTo>
                <a:lnTo>
                  <a:pt x="1638" y="11386"/>
                </a:lnTo>
                <a:lnTo>
                  <a:pt x="1266" y="10233"/>
                </a:lnTo>
                <a:lnTo>
                  <a:pt x="931" y="9191"/>
                </a:lnTo>
                <a:lnTo>
                  <a:pt x="745" y="8186"/>
                </a:lnTo>
                <a:lnTo>
                  <a:pt x="670" y="7703"/>
                </a:lnTo>
                <a:lnTo>
                  <a:pt x="633" y="7219"/>
                </a:lnTo>
                <a:lnTo>
                  <a:pt x="633" y="6773"/>
                </a:lnTo>
                <a:lnTo>
                  <a:pt x="633" y="6363"/>
                </a:lnTo>
                <a:lnTo>
                  <a:pt x="670" y="5954"/>
                </a:lnTo>
                <a:lnTo>
                  <a:pt x="745" y="5545"/>
                </a:lnTo>
                <a:lnTo>
                  <a:pt x="819" y="5173"/>
                </a:lnTo>
                <a:lnTo>
                  <a:pt x="931" y="4801"/>
                </a:lnTo>
                <a:lnTo>
                  <a:pt x="1042" y="4428"/>
                </a:lnTo>
                <a:lnTo>
                  <a:pt x="1228" y="4094"/>
                </a:lnTo>
                <a:lnTo>
                  <a:pt x="1414" y="3796"/>
                </a:lnTo>
                <a:lnTo>
                  <a:pt x="1600" y="3498"/>
                </a:lnTo>
                <a:lnTo>
                  <a:pt x="1972" y="3089"/>
                </a:lnTo>
                <a:lnTo>
                  <a:pt x="2382" y="2680"/>
                </a:lnTo>
                <a:lnTo>
                  <a:pt x="2865" y="2345"/>
                </a:lnTo>
                <a:lnTo>
                  <a:pt x="3386" y="2010"/>
                </a:lnTo>
                <a:lnTo>
                  <a:pt x="3944" y="1750"/>
                </a:lnTo>
                <a:lnTo>
                  <a:pt x="4577" y="1489"/>
                </a:lnTo>
                <a:lnTo>
                  <a:pt x="5284" y="1266"/>
                </a:lnTo>
                <a:lnTo>
                  <a:pt x="6028" y="1080"/>
                </a:lnTo>
                <a:lnTo>
                  <a:pt x="6809" y="894"/>
                </a:lnTo>
                <a:lnTo>
                  <a:pt x="7665" y="782"/>
                </a:lnTo>
                <a:lnTo>
                  <a:pt x="8595" y="708"/>
                </a:lnTo>
                <a:lnTo>
                  <a:pt x="9563" y="633"/>
                </a:lnTo>
                <a:lnTo>
                  <a:pt x="10567" y="596"/>
                </a:lnTo>
                <a:lnTo>
                  <a:pt x="11646" y="633"/>
                </a:lnTo>
                <a:lnTo>
                  <a:pt x="12762" y="671"/>
                </a:lnTo>
                <a:lnTo>
                  <a:pt x="13953" y="745"/>
                </a:lnTo>
                <a:lnTo>
                  <a:pt x="16223" y="931"/>
                </a:lnTo>
                <a:lnTo>
                  <a:pt x="18641" y="1266"/>
                </a:lnTo>
                <a:lnTo>
                  <a:pt x="21246" y="1675"/>
                </a:lnTo>
                <a:lnTo>
                  <a:pt x="24036" y="2196"/>
                </a:lnTo>
                <a:lnTo>
                  <a:pt x="26976" y="2829"/>
                </a:lnTo>
                <a:lnTo>
                  <a:pt x="30138" y="3573"/>
                </a:lnTo>
                <a:lnTo>
                  <a:pt x="33487" y="4428"/>
                </a:lnTo>
                <a:lnTo>
                  <a:pt x="37021" y="5359"/>
                </a:lnTo>
                <a:lnTo>
                  <a:pt x="39998" y="6214"/>
                </a:lnTo>
                <a:lnTo>
                  <a:pt x="43049" y="7107"/>
                </a:lnTo>
                <a:lnTo>
                  <a:pt x="43049" y="6475"/>
                </a:lnTo>
                <a:lnTo>
                  <a:pt x="40072" y="5619"/>
                </a:lnTo>
                <a:lnTo>
                  <a:pt x="37170" y="4801"/>
                </a:lnTo>
                <a:lnTo>
                  <a:pt x="33636" y="3833"/>
                </a:lnTo>
                <a:lnTo>
                  <a:pt x="30250" y="2977"/>
                </a:lnTo>
                <a:lnTo>
                  <a:pt x="27087" y="2233"/>
                </a:lnTo>
                <a:lnTo>
                  <a:pt x="24111" y="1601"/>
                </a:lnTo>
                <a:lnTo>
                  <a:pt x="21320" y="1080"/>
                </a:lnTo>
                <a:lnTo>
                  <a:pt x="18716" y="671"/>
                </a:lnTo>
                <a:lnTo>
                  <a:pt x="16260" y="336"/>
                </a:lnTo>
                <a:lnTo>
                  <a:pt x="13990" y="150"/>
                </a:lnTo>
                <a:lnTo>
                  <a:pt x="12762" y="75"/>
                </a:lnTo>
                <a:lnTo>
                  <a:pt x="11609" y="38"/>
                </a:lnTo>
                <a:lnTo>
                  <a:pt x="1045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734" name="Google Shape;734;p74"/>
          <p:cNvSpPr txBox="1"/>
          <p:nvPr>
            <p:ph idx="2" type="body"/>
          </p:nvPr>
        </p:nvSpPr>
        <p:spPr>
          <a:xfrm>
            <a:off x="3447988" y="3693650"/>
            <a:ext cx="2247900" cy="400200"/>
          </a:xfrm>
          <a:prstGeom prst="rect">
            <a:avLst/>
          </a:prstGeom>
        </p:spPr>
        <p:txBody>
          <a:bodyPr anchorCtr="0" anchor="t" bIns="91425" lIns="91425" spcFirstLastPara="1" rIns="91425" wrap="square" tIns="91425">
            <a:noAutofit/>
          </a:bodyPr>
          <a:lstStyle>
            <a:lvl1pPr indent="-292100" lvl="0" marL="457200" algn="ctr">
              <a:spcBef>
                <a:spcPts val="0"/>
              </a:spcBef>
              <a:spcAft>
                <a:spcPts val="0"/>
              </a:spcAft>
              <a:buClr>
                <a:schemeClr val="dk2"/>
              </a:buClr>
              <a:buSzPts val="1000"/>
              <a:buFont typeface="Nunito Sans"/>
              <a:buChar char="●"/>
              <a:defRPr sz="1000">
                <a:solidFill>
                  <a:schemeClr val="dk2"/>
                </a:solidFill>
              </a:defRPr>
            </a:lvl1pPr>
            <a:lvl2pPr indent="-292100" lvl="1" marL="914400" algn="ctr">
              <a:spcBef>
                <a:spcPts val="0"/>
              </a:spcBef>
              <a:spcAft>
                <a:spcPts val="0"/>
              </a:spcAft>
              <a:buClr>
                <a:schemeClr val="dk2"/>
              </a:buClr>
              <a:buSzPts val="1000"/>
              <a:buFont typeface="Nunito Sans"/>
              <a:buChar char="○"/>
              <a:defRPr sz="1000">
                <a:solidFill>
                  <a:schemeClr val="dk2"/>
                </a:solidFill>
              </a:defRPr>
            </a:lvl2pPr>
            <a:lvl3pPr indent="-292100" lvl="2" marL="1371600" algn="ctr">
              <a:spcBef>
                <a:spcPts val="0"/>
              </a:spcBef>
              <a:spcAft>
                <a:spcPts val="0"/>
              </a:spcAft>
              <a:buClr>
                <a:schemeClr val="dk2"/>
              </a:buClr>
              <a:buSzPts val="1000"/>
              <a:buFont typeface="Nunito Sans"/>
              <a:buChar char="■"/>
              <a:defRPr sz="1000">
                <a:solidFill>
                  <a:schemeClr val="dk2"/>
                </a:solidFill>
              </a:defRPr>
            </a:lvl3pPr>
            <a:lvl4pPr indent="-292100" lvl="3" marL="1828800" algn="ctr">
              <a:spcBef>
                <a:spcPts val="0"/>
              </a:spcBef>
              <a:spcAft>
                <a:spcPts val="0"/>
              </a:spcAft>
              <a:buClr>
                <a:schemeClr val="dk2"/>
              </a:buClr>
              <a:buSzPts val="1000"/>
              <a:buFont typeface="Nunito Sans"/>
              <a:buChar char="●"/>
              <a:defRPr sz="1000">
                <a:solidFill>
                  <a:schemeClr val="dk2"/>
                </a:solidFill>
              </a:defRPr>
            </a:lvl4pPr>
            <a:lvl5pPr indent="-292100" lvl="4" marL="2286000" algn="ctr">
              <a:spcBef>
                <a:spcPts val="0"/>
              </a:spcBef>
              <a:spcAft>
                <a:spcPts val="0"/>
              </a:spcAft>
              <a:buClr>
                <a:schemeClr val="dk2"/>
              </a:buClr>
              <a:buSzPts val="1000"/>
              <a:buFont typeface="Nunito Sans"/>
              <a:buChar char="○"/>
              <a:defRPr sz="1000">
                <a:solidFill>
                  <a:schemeClr val="dk2"/>
                </a:solidFill>
              </a:defRPr>
            </a:lvl5pPr>
            <a:lvl6pPr indent="-292100" lvl="5" marL="2743200" algn="ctr">
              <a:spcBef>
                <a:spcPts val="0"/>
              </a:spcBef>
              <a:spcAft>
                <a:spcPts val="0"/>
              </a:spcAft>
              <a:buClr>
                <a:schemeClr val="dk2"/>
              </a:buClr>
              <a:buSzPts val="1000"/>
              <a:buFont typeface="Nunito Sans"/>
              <a:buChar char="■"/>
              <a:defRPr sz="1000">
                <a:solidFill>
                  <a:schemeClr val="dk2"/>
                </a:solidFill>
              </a:defRPr>
            </a:lvl6pPr>
            <a:lvl7pPr indent="-292100" lvl="6" marL="3200400" algn="ctr">
              <a:spcBef>
                <a:spcPts val="0"/>
              </a:spcBef>
              <a:spcAft>
                <a:spcPts val="0"/>
              </a:spcAft>
              <a:buClr>
                <a:schemeClr val="dk2"/>
              </a:buClr>
              <a:buSzPts val="1000"/>
              <a:buFont typeface="Nunito Sans"/>
              <a:buChar char="●"/>
              <a:defRPr sz="1000">
                <a:solidFill>
                  <a:schemeClr val="dk2"/>
                </a:solidFill>
              </a:defRPr>
            </a:lvl7pPr>
            <a:lvl8pPr indent="-292100" lvl="7" marL="3657600" algn="ctr">
              <a:spcBef>
                <a:spcPts val="0"/>
              </a:spcBef>
              <a:spcAft>
                <a:spcPts val="0"/>
              </a:spcAft>
              <a:buClr>
                <a:schemeClr val="dk2"/>
              </a:buClr>
              <a:buSzPts val="1000"/>
              <a:buFont typeface="Nunito Sans"/>
              <a:buChar char="○"/>
              <a:defRPr sz="1000">
                <a:solidFill>
                  <a:schemeClr val="dk2"/>
                </a:solidFill>
              </a:defRPr>
            </a:lvl8pPr>
            <a:lvl9pPr indent="-292100" lvl="8" marL="4114800" algn="ctr">
              <a:spcBef>
                <a:spcPts val="0"/>
              </a:spcBef>
              <a:spcAft>
                <a:spcPts val="0"/>
              </a:spcAft>
              <a:buClr>
                <a:schemeClr val="dk2"/>
              </a:buClr>
              <a:buSzPts val="1000"/>
              <a:buFont typeface="Nunito Sans"/>
              <a:buChar char="■"/>
              <a:defRPr sz="1000">
                <a:solidFill>
                  <a:schemeClr val="dk2"/>
                </a:solidFill>
              </a:defRPr>
            </a:lvl9pPr>
          </a:lstStyle>
          <a:p/>
        </p:txBody>
      </p:sp>
      <p:sp>
        <p:nvSpPr>
          <p:cNvPr id="735" name="Google Shape;735;p74"/>
          <p:cNvSpPr txBox="1"/>
          <p:nvPr>
            <p:ph idx="3" type="subTitle"/>
          </p:nvPr>
        </p:nvSpPr>
        <p:spPr>
          <a:xfrm>
            <a:off x="228600" y="4800275"/>
            <a:ext cx="1115700" cy="311400"/>
          </a:xfrm>
          <a:prstGeom prst="rect">
            <a:avLst/>
          </a:prstGeom>
        </p:spPr>
        <p:txBody>
          <a:bodyPr anchorCtr="0" anchor="t" bIns="91425" lIns="91425" spcFirstLastPara="1" rIns="91425" wrap="square" tIns="91425">
            <a:noAutofit/>
          </a:bodyPr>
          <a:lstStyle>
            <a:lvl1pPr lvl="0">
              <a:spcBef>
                <a:spcPts val="0"/>
              </a:spcBef>
              <a:spcAft>
                <a:spcPts val="0"/>
              </a:spcAft>
              <a:buNone/>
              <a:defRPr sz="700">
                <a:solidFill>
                  <a:schemeClr val="dk2"/>
                </a:solidFill>
                <a:latin typeface="Nunito Sans"/>
                <a:ea typeface="Nunito Sans"/>
                <a:cs typeface="Nunito Sans"/>
                <a:sym typeface="Nunito Sans"/>
              </a:defRPr>
            </a:lvl1pPr>
            <a:lvl2pPr lvl="1">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2pPr>
            <a:lvl3pPr lvl="2">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3pPr>
            <a:lvl4pPr lvl="3">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4pPr>
            <a:lvl5pPr lvl="4">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5pPr>
            <a:lvl6pPr lvl="5">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6pPr>
            <a:lvl7pPr lvl="6">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7pPr>
            <a:lvl8pPr lvl="7">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8pPr>
            <a:lvl9pPr lvl="8">
              <a:spcBef>
                <a:spcPts val="0"/>
              </a:spcBef>
              <a:spcAft>
                <a:spcPts val="0"/>
              </a:spcAft>
              <a:buClr>
                <a:schemeClr val="dk2"/>
              </a:buClr>
              <a:buSzPts val="700"/>
              <a:buFont typeface="Nunito Sans"/>
              <a:buNone/>
              <a:defRPr sz="700">
                <a:solidFill>
                  <a:schemeClr val="dk2"/>
                </a:solidFill>
                <a:latin typeface="Nunito Sans"/>
                <a:ea typeface="Nunito Sans"/>
                <a:cs typeface="Nunito Sans"/>
                <a:sym typeface="Nunito Sans"/>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736" name="Shape 736"/>
        <p:cNvGrpSpPr/>
        <p:nvPr/>
      </p:nvGrpSpPr>
      <p:grpSpPr>
        <a:xfrm>
          <a:off x="0" y="0"/>
          <a:ext cx="0" cy="0"/>
          <a:chOff x="0" y="0"/>
          <a:chExt cx="0" cy="0"/>
        </a:xfrm>
      </p:grpSpPr>
      <p:sp>
        <p:nvSpPr>
          <p:cNvPr id="737" name="Google Shape;737;p75"/>
          <p:cNvSpPr txBox="1"/>
          <p:nvPr>
            <p:ph type="title"/>
          </p:nvPr>
        </p:nvSpPr>
        <p:spPr>
          <a:xfrm>
            <a:off x="311700" y="2150850"/>
            <a:ext cx="8520600" cy="841800"/>
          </a:xfrm>
          <a:prstGeom prst="rect">
            <a:avLst/>
          </a:prstGeom>
        </p:spPr>
        <p:txBody>
          <a:bodyPr anchorCtr="0" anchor="ctr" bIns="91425" lIns="91425" spcFirstLastPara="1" rIns="91425" wrap="square" tIns="91425">
            <a:spAutoFit/>
          </a:bodyPr>
          <a:lstStyle>
            <a:lvl1pPr lvl="0" algn="ctr">
              <a:spcBef>
                <a:spcPts val="0"/>
              </a:spcBef>
              <a:spcAft>
                <a:spcPts val="0"/>
              </a:spcAft>
              <a:buSzPts val="3600"/>
              <a:buChar char="●"/>
              <a:defRPr sz="3600"/>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738" name="Shape 738"/>
        <p:cNvGrpSpPr/>
        <p:nvPr/>
      </p:nvGrpSpPr>
      <p:grpSpPr>
        <a:xfrm>
          <a:off x="0" y="0"/>
          <a:ext cx="0" cy="0"/>
          <a:chOff x="0" y="0"/>
          <a:chExt cx="0" cy="0"/>
        </a:xfrm>
      </p:grpSpPr>
      <p:sp>
        <p:nvSpPr>
          <p:cNvPr id="739" name="Google Shape;739;p76"/>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740" name="Google Shape;740;p76"/>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741" name="Shape 741"/>
        <p:cNvGrpSpPr/>
        <p:nvPr/>
      </p:nvGrpSpPr>
      <p:grpSpPr>
        <a:xfrm>
          <a:off x="0" y="0"/>
          <a:ext cx="0" cy="0"/>
          <a:chOff x="0" y="0"/>
          <a:chExt cx="0" cy="0"/>
        </a:xfrm>
      </p:grpSpPr>
      <p:sp>
        <p:nvSpPr>
          <p:cNvPr id="742" name="Google Shape;742;p77"/>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743" name="Google Shape;743;p77"/>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744" name="Google Shape;744;p77"/>
          <p:cNvSpPr txBox="1"/>
          <p:nvPr>
            <p:ph idx="2" type="body"/>
          </p:nvPr>
        </p:nvSpPr>
        <p:spPr>
          <a:xfrm>
            <a:off x="4832400" y="1152475"/>
            <a:ext cx="3999900" cy="34164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745" name="Shape 745"/>
        <p:cNvGrpSpPr/>
        <p:nvPr/>
      </p:nvGrpSpPr>
      <p:grpSpPr>
        <a:xfrm>
          <a:off x="0" y="0"/>
          <a:ext cx="0" cy="0"/>
          <a:chOff x="0" y="0"/>
          <a:chExt cx="0" cy="0"/>
        </a:xfrm>
      </p:grpSpPr>
      <p:sp>
        <p:nvSpPr>
          <p:cNvPr id="746" name="Google Shape;746;p78"/>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747" name="Shape 747"/>
        <p:cNvGrpSpPr/>
        <p:nvPr/>
      </p:nvGrpSpPr>
      <p:grpSpPr>
        <a:xfrm>
          <a:off x="0" y="0"/>
          <a:ext cx="0" cy="0"/>
          <a:chOff x="0" y="0"/>
          <a:chExt cx="0" cy="0"/>
        </a:xfrm>
      </p:grpSpPr>
      <p:sp>
        <p:nvSpPr>
          <p:cNvPr id="748" name="Google Shape;748;p79"/>
          <p:cNvSpPr txBox="1"/>
          <p:nvPr>
            <p:ph type="title"/>
          </p:nvPr>
        </p:nvSpPr>
        <p:spPr>
          <a:xfrm>
            <a:off x="311700" y="555600"/>
            <a:ext cx="2808000" cy="755700"/>
          </a:xfrm>
          <a:prstGeom prst="rect">
            <a:avLst/>
          </a:prstGeom>
        </p:spPr>
        <p:txBody>
          <a:bodyPr anchorCtr="0" anchor="b" bIns="91425" lIns="91425" spcFirstLastPara="1" rIns="91425" wrap="square" tIns="91425">
            <a:spAutoFit/>
          </a:bodyPr>
          <a:lstStyle>
            <a:lvl1pPr lvl="0">
              <a:spcBef>
                <a:spcPts val="0"/>
              </a:spcBef>
              <a:spcAft>
                <a:spcPts val="0"/>
              </a:spcAft>
              <a:buSzPts val="2400"/>
              <a:buChar char="●"/>
              <a:defRPr sz="2400"/>
            </a:lvl1pPr>
            <a:lvl2pPr lvl="1">
              <a:spcBef>
                <a:spcPts val="0"/>
              </a:spcBef>
              <a:spcAft>
                <a:spcPts val="0"/>
              </a:spcAft>
              <a:buSzPts val="2400"/>
              <a:buChar char="○"/>
              <a:defRPr sz="2400"/>
            </a:lvl2pPr>
            <a:lvl3pPr lvl="2">
              <a:spcBef>
                <a:spcPts val="0"/>
              </a:spcBef>
              <a:spcAft>
                <a:spcPts val="0"/>
              </a:spcAft>
              <a:buSzPts val="2400"/>
              <a:buChar char="■"/>
              <a:defRPr sz="2400"/>
            </a:lvl3pPr>
            <a:lvl4pPr lvl="3">
              <a:spcBef>
                <a:spcPts val="0"/>
              </a:spcBef>
              <a:spcAft>
                <a:spcPts val="0"/>
              </a:spcAft>
              <a:buSzPts val="2400"/>
              <a:buChar char="●"/>
              <a:defRPr sz="2400"/>
            </a:lvl4pPr>
            <a:lvl5pPr lvl="4">
              <a:spcBef>
                <a:spcPts val="0"/>
              </a:spcBef>
              <a:spcAft>
                <a:spcPts val="0"/>
              </a:spcAft>
              <a:buSzPts val="2400"/>
              <a:buChar char="○"/>
              <a:defRPr sz="2400"/>
            </a:lvl5pPr>
            <a:lvl6pPr lvl="5">
              <a:spcBef>
                <a:spcPts val="0"/>
              </a:spcBef>
              <a:spcAft>
                <a:spcPts val="0"/>
              </a:spcAft>
              <a:buSzPts val="2400"/>
              <a:buChar char="■"/>
              <a:defRPr sz="2400"/>
            </a:lvl6pPr>
            <a:lvl7pPr lvl="6">
              <a:spcBef>
                <a:spcPts val="0"/>
              </a:spcBef>
              <a:spcAft>
                <a:spcPts val="0"/>
              </a:spcAft>
              <a:buSzPts val="2400"/>
              <a:buChar char="●"/>
              <a:defRPr sz="2400"/>
            </a:lvl7pPr>
            <a:lvl8pPr lvl="7">
              <a:spcBef>
                <a:spcPts val="0"/>
              </a:spcBef>
              <a:spcAft>
                <a:spcPts val="0"/>
              </a:spcAft>
              <a:buSzPts val="2400"/>
              <a:buChar char="○"/>
              <a:defRPr sz="2400"/>
            </a:lvl8pPr>
            <a:lvl9pPr lvl="8">
              <a:spcBef>
                <a:spcPts val="0"/>
              </a:spcBef>
              <a:spcAft>
                <a:spcPts val="0"/>
              </a:spcAft>
              <a:buSzPts val="2400"/>
              <a:buChar char="■"/>
              <a:defRPr sz="2400"/>
            </a:lvl9pPr>
          </a:lstStyle>
          <a:p/>
        </p:txBody>
      </p:sp>
      <p:sp>
        <p:nvSpPr>
          <p:cNvPr id="749" name="Google Shape;749;p79"/>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750" name="Shape 750"/>
        <p:cNvGrpSpPr/>
        <p:nvPr/>
      </p:nvGrpSpPr>
      <p:grpSpPr>
        <a:xfrm>
          <a:off x="0" y="0"/>
          <a:ext cx="0" cy="0"/>
          <a:chOff x="0" y="0"/>
          <a:chExt cx="0" cy="0"/>
        </a:xfrm>
      </p:grpSpPr>
      <p:sp>
        <p:nvSpPr>
          <p:cNvPr id="751" name="Google Shape;751;p80"/>
          <p:cNvSpPr txBox="1"/>
          <p:nvPr>
            <p:ph type="title"/>
          </p:nvPr>
        </p:nvSpPr>
        <p:spPr>
          <a:xfrm>
            <a:off x="265500" y="1233175"/>
            <a:ext cx="4045200" cy="1482300"/>
          </a:xfrm>
          <a:prstGeom prst="rect">
            <a:avLst/>
          </a:prstGeom>
        </p:spPr>
        <p:txBody>
          <a:bodyPr anchorCtr="0" anchor="b" bIns="91425" lIns="91425" spcFirstLastPara="1" rIns="91425" wrap="square" tIns="91425">
            <a:spAutoFit/>
          </a:bodyPr>
          <a:lstStyle>
            <a:lvl1pPr lvl="0" algn="ctr">
              <a:spcBef>
                <a:spcPts val="0"/>
              </a:spcBef>
              <a:spcAft>
                <a:spcPts val="0"/>
              </a:spcAft>
              <a:buSzPts val="4200"/>
              <a:buChar char="●"/>
              <a:defRPr sz="4200"/>
            </a:lvl1pPr>
            <a:lvl2pPr lvl="1" algn="ctr">
              <a:spcBef>
                <a:spcPts val="0"/>
              </a:spcBef>
              <a:spcAft>
                <a:spcPts val="0"/>
              </a:spcAft>
              <a:buSzPts val="4200"/>
              <a:buChar char="○"/>
              <a:defRPr sz="4200"/>
            </a:lvl2pPr>
            <a:lvl3pPr lvl="2" algn="ctr">
              <a:spcBef>
                <a:spcPts val="0"/>
              </a:spcBef>
              <a:spcAft>
                <a:spcPts val="0"/>
              </a:spcAft>
              <a:buSzPts val="4200"/>
              <a:buChar char="■"/>
              <a:defRPr sz="4200"/>
            </a:lvl3pPr>
            <a:lvl4pPr lvl="3" algn="ctr">
              <a:spcBef>
                <a:spcPts val="0"/>
              </a:spcBef>
              <a:spcAft>
                <a:spcPts val="0"/>
              </a:spcAft>
              <a:buSzPts val="4200"/>
              <a:buChar char="●"/>
              <a:defRPr sz="4200"/>
            </a:lvl4pPr>
            <a:lvl5pPr lvl="4" algn="ctr">
              <a:spcBef>
                <a:spcPts val="0"/>
              </a:spcBef>
              <a:spcAft>
                <a:spcPts val="0"/>
              </a:spcAft>
              <a:buSzPts val="4200"/>
              <a:buChar char="○"/>
              <a:defRPr sz="4200"/>
            </a:lvl5pPr>
            <a:lvl6pPr lvl="5" algn="ctr">
              <a:spcBef>
                <a:spcPts val="0"/>
              </a:spcBef>
              <a:spcAft>
                <a:spcPts val="0"/>
              </a:spcAft>
              <a:buSzPts val="4200"/>
              <a:buChar char="■"/>
              <a:defRPr sz="4200"/>
            </a:lvl6pPr>
            <a:lvl7pPr lvl="6" algn="ctr">
              <a:spcBef>
                <a:spcPts val="0"/>
              </a:spcBef>
              <a:spcAft>
                <a:spcPts val="0"/>
              </a:spcAft>
              <a:buSzPts val="4200"/>
              <a:buChar char="●"/>
              <a:defRPr sz="4200"/>
            </a:lvl7pPr>
            <a:lvl8pPr lvl="7" algn="ctr">
              <a:spcBef>
                <a:spcPts val="0"/>
              </a:spcBef>
              <a:spcAft>
                <a:spcPts val="0"/>
              </a:spcAft>
              <a:buSzPts val="4200"/>
              <a:buChar char="○"/>
              <a:defRPr sz="4200"/>
            </a:lvl8pPr>
            <a:lvl9pPr lvl="8" algn="ctr">
              <a:spcBef>
                <a:spcPts val="0"/>
              </a:spcBef>
              <a:spcAft>
                <a:spcPts val="0"/>
              </a:spcAft>
              <a:buSzPts val="4200"/>
              <a:buChar char="■"/>
              <a:defRPr sz="4200"/>
            </a:lvl9pPr>
          </a:lstStyle>
          <a:p/>
        </p:txBody>
      </p:sp>
      <p:sp>
        <p:nvSpPr>
          <p:cNvPr id="752" name="Google Shape;752;p80"/>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753" name="Google Shape;753;p80"/>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754" name="Shape 754"/>
        <p:cNvGrpSpPr/>
        <p:nvPr/>
      </p:nvGrpSpPr>
      <p:grpSpPr>
        <a:xfrm>
          <a:off x="0" y="0"/>
          <a:ext cx="0" cy="0"/>
          <a:chOff x="0" y="0"/>
          <a:chExt cx="0" cy="0"/>
        </a:xfrm>
      </p:grpSpPr>
      <p:sp>
        <p:nvSpPr>
          <p:cNvPr id="755" name="Google Shape;755;p81"/>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200"/>
              <a:buNone/>
              <a:defRPr/>
            </a:lvl1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756" name="Shape 756"/>
        <p:cNvGrpSpPr/>
        <p:nvPr/>
      </p:nvGrpSpPr>
      <p:grpSpPr>
        <a:xfrm>
          <a:off x="0" y="0"/>
          <a:ext cx="0" cy="0"/>
          <a:chOff x="0" y="0"/>
          <a:chExt cx="0" cy="0"/>
        </a:xfrm>
      </p:grpSpPr>
      <p:sp>
        <p:nvSpPr>
          <p:cNvPr id="757" name="Google Shape;757;p82"/>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spAutoFit/>
          </a:bodyPr>
          <a:lstStyle>
            <a:lvl1pPr lvl="0" algn="ctr">
              <a:spcBef>
                <a:spcPts val="0"/>
              </a:spcBef>
              <a:spcAft>
                <a:spcPts val="0"/>
              </a:spcAft>
              <a:buSzPts val="12000"/>
              <a:buChar char="●"/>
              <a:defRPr sz="12000"/>
            </a:lvl1pPr>
            <a:lvl2pPr lvl="1" algn="ctr">
              <a:spcBef>
                <a:spcPts val="0"/>
              </a:spcBef>
              <a:spcAft>
                <a:spcPts val="0"/>
              </a:spcAft>
              <a:buSzPts val="12000"/>
              <a:buChar char="○"/>
              <a:defRPr sz="12000"/>
            </a:lvl2pPr>
            <a:lvl3pPr lvl="2" algn="ctr">
              <a:spcBef>
                <a:spcPts val="0"/>
              </a:spcBef>
              <a:spcAft>
                <a:spcPts val="0"/>
              </a:spcAft>
              <a:buSzPts val="12000"/>
              <a:buChar char="■"/>
              <a:defRPr sz="12000"/>
            </a:lvl3pPr>
            <a:lvl4pPr lvl="3" algn="ctr">
              <a:spcBef>
                <a:spcPts val="0"/>
              </a:spcBef>
              <a:spcAft>
                <a:spcPts val="0"/>
              </a:spcAft>
              <a:buSzPts val="12000"/>
              <a:buChar char="●"/>
              <a:defRPr sz="12000"/>
            </a:lvl4pPr>
            <a:lvl5pPr lvl="4" algn="ctr">
              <a:spcBef>
                <a:spcPts val="0"/>
              </a:spcBef>
              <a:spcAft>
                <a:spcPts val="0"/>
              </a:spcAft>
              <a:buSzPts val="12000"/>
              <a:buChar char="○"/>
              <a:defRPr sz="12000"/>
            </a:lvl5pPr>
            <a:lvl6pPr lvl="5" algn="ctr">
              <a:spcBef>
                <a:spcPts val="0"/>
              </a:spcBef>
              <a:spcAft>
                <a:spcPts val="0"/>
              </a:spcAft>
              <a:buSzPts val="12000"/>
              <a:buChar char="■"/>
              <a:defRPr sz="12000"/>
            </a:lvl6pPr>
            <a:lvl7pPr lvl="6" algn="ctr">
              <a:spcBef>
                <a:spcPts val="0"/>
              </a:spcBef>
              <a:spcAft>
                <a:spcPts val="0"/>
              </a:spcAft>
              <a:buSzPts val="12000"/>
              <a:buChar char="●"/>
              <a:defRPr sz="12000"/>
            </a:lvl7pPr>
            <a:lvl8pPr lvl="7" algn="ctr">
              <a:spcBef>
                <a:spcPts val="0"/>
              </a:spcBef>
              <a:spcAft>
                <a:spcPts val="0"/>
              </a:spcAft>
              <a:buSzPts val="12000"/>
              <a:buChar char="○"/>
              <a:defRPr sz="12000"/>
            </a:lvl8pPr>
            <a:lvl9pPr lvl="8" algn="ctr">
              <a:spcBef>
                <a:spcPts val="0"/>
              </a:spcBef>
              <a:spcAft>
                <a:spcPts val="0"/>
              </a:spcAft>
              <a:buSzPts val="12000"/>
              <a:buChar char="■"/>
              <a:defRPr sz="12000"/>
            </a:lvl9pPr>
          </a:lstStyle>
          <a:p>
            <a:r>
              <a:t>xx%</a:t>
            </a:r>
          </a:p>
        </p:txBody>
      </p:sp>
      <p:sp>
        <p:nvSpPr>
          <p:cNvPr id="758" name="Google Shape;758;p82"/>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04800" lvl="0" marL="457200" algn="ctr">
              <a:spcBef>
                <a:spcPts val="0"/>
              </a:spcBef>
              <a:spcAft>
                <a:spcPts val="0"/>
              </a:spcAft>
              <a:buSzPts val="1200"/>
              <a:buChar char="●"/>
              <a:defRPr/>
            </a:lvl1pPr>
            <a:lvl2pPr indent="-304800" lvl="1" marL="914400" algn="ctr">
              <a:spcBef>
                <a:spcPts val="0"/>
              </a:spcBef>
              <a:spcAft>
                <a:spcPts val="0"/>
              </a:spcAft>
              <a:buSzPts val="1200"/>
              <a:buChar char="○"/>
              <a:defRPr/>
            </a:lvl2pPr>
            <a:lvl3pPr indent="-304800" lvl="2" marL="1371600" algn="ctr">
              <a:spcBef>
                <a:spcPts val="0"/>
              </a:spcBef>
              <a:spcAft>
                <a:spcPts val="0"/>
              </a:spcAft>
              <a:buSzPts val="1200"/>
              <a:buChar char="■"/>
              <a:defRPr/>
            </a:lvl3pPr>
            <a:lvl4pPr indent="-304800" lvl="3" marL="1828800" algn="ctr">
              <a:spcBef>
                <a:spcPts val="0"/>
              </a:spcBef>
              <a:spcAft>
                <a:spcPts val="0"/>
              </a:spcAft>
              <a:buSzPts val="1200"/>
              <a:buChar char="●"/>
              <a:defRPr/>
            </a:lvl4pPr>
            <a:lvl5pPr indent="-304800" lvl="4" marL="2286000" algn="ctr">
              <a:spcBef>
                <a:spcPts val="0"/>
              </a:spcBef>
              <a:spcAft>
                <a:spcPts val="0"/>
              </a:spcAft>
              <a:buSzPts val="1200"/>
              <a:buChar char="○"/>
              <a:defRPr/>
            </a:lvl5pPr>
            <a:lvl6pPr indent="-304800" lvl="5" marL="2743200" algn="ctr">
              <a:spcBef>
                <a:spcPts val="0"/>
              </a:spcBef>
              <a:spcAft>
                <a:spcPts val="0"/>
              </a:spcAft>
              <a:buSzPts val="1200"/>
              <a:buChar char="■"/>
              <a:defRPr/>
            </a:lvl6pPr>
            <a:lvl7pPr indent="-304800" lvl="6" marL="3200400" algn="ctr">
              <a:spcBef>
                <a:spcPts val="0"/>
              </a:spcBef>
              <a:spcAft>
                <a:spcPts val="0"/>
              </a:spcAft>
              <a:buSzPts val="1200"/>
              <a:buChar char="●"/>
              <a:defRPr/>
            </a:lvl7pPr>
            <a:lvl8pPr indent="-304800" lvl="7" marL="3657600" algn="ctr">
              <a:spcBef>
                <a:spcPts val="0"/>
              </a:spcBef>
              <a:spcAft>
                <a:spcPts val="0"/>
              </a:spcAft>
              <a:buSzPts val="1200"/>
              <a:buChar char="○"/>
              <a:defRPr/>
            </a:lvl8pPr>
            <a:lvl9pPr indent="-304800" lvl="8" marL="4114800" algn="ctr">
              <a:spcBef>
                <a:spcPts val="0"/>
              </a:spcBef>
              <a:spcAft>
                <a:spcPts val="0"/>
              </a:spcAft>
              <a:buSzPts val="1200"/>
              <a:buChar char="■"/>
              <a:defRPr/>
            </a:lvl9pPr>
          </a:lstStyle>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759" name="Shape 759"/>
        <p:cNvGrpSpPr/>
        <p:nvPr/>
      </p:nvGrpSpPr>
      <p:grpSpPr>
        <a:xfrm>
          <a:off x="0" y="0"/>
          <a:ext cx="0" cy="0"/>
          <a:chOff x="0" y="0"/>
          <a:chExt cx="0" cy="0"/>
        </a:xfrm>
      </p:grpSpPr>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760" name="Shape 760"/>
        <p:cNvGrpSpPr/>
        <p:nvPr/>
      </p:nvGrpSpPr>
      <p:grpSpPr>
        <a:xfrm>
          <a:off x="0" y="0"/>
          <a:ext cx="0" cy="0"/>
          <a:chOff x="0" y="0"/>
          <a:chExt cx="0" cy="0"/>
        </a:xfrm>
      </p:grpSpPr>
      <p:sp>
        <p:nvSpPr>
          <p:cNvPr id="761" name="Google Shape;761;p84"/>
          <p:cNvSpPr txBox="1"/>
          <p:nvPr>
            <p:ph type="title"/>
          </p:nvPr>
        </p:nvSpPr>
        <p:spPr>
          <a:xfrm>
            <a:off x="677325" y="1832775"/>
            <a:ext cx="3217200" cy="1484100"/>
          </a:xfrm>
          <a:prstGeom prst="rect">
            <a:avLst/>
          </a:prstGeom>
        </p:spPr>
        <p:txBody>
          <a:bodyPr anchorCtr="0" anchor="ctr" bIns="91425" lIns="91425" spcFirstLastPara="1" rIns="91425" wrap="square" tIns="91425">
            <a:sp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2" name="Google Shape;762;p84"/>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63" name="Google Shape;763;p84"/>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64" name="Google Shape;764;p84"/>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65" name="Google Shape;765;p84"/>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66" name="Google Shape;766;p84"/>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67" name="Google Shape;767;p84"/>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768" name="Shape 768"/>
        <p:cNvGrpSpPr/>
        <p:nvPr/>
      </p:nvGrpSpPr>
      <p:grpSpPr>
        <a:xfrm>
          <a:off x="0" y="0"/>
          <a:ext cx="0" cy="0"/>
          <a:chOff x="0" y="0"/>
          <a:chExt cx="0" cy="0"/>
        </a:xfrm>
      </p:grpSpPr>
      <p:sp>
        <p:nvSpPr>
          <p:cNvPr id="769" name="Google Shape;769;p85"/>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770" name="Google Shape;770;p85"/>
          <p:cNvSpPr txBox="1"/>
          <p:nvPr>
            <p:ph idx="1" type="body"/>
          </p:nvPr>
        </p:nvSpPr>
        <p:spPr>
          <a:xfrm>
            <a:off x="311700" y="1152475"/>
            <a:ext cx="4473900" cy="34164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771" name="Google Shape;771;p85"/>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772" name="Shape 772"/>
        <p:cNvGrpSpPr/>
        <p:nvPr/>
      </p:nvGrpSpPr>
      <p:grpSpPr>
        <a:xfrm>
          <a:off x="0" y="0"/>
          <a:ext cx="0" cy="0"/>
          <a:chOff x="0" y="0"/>
          <a:chExt cx="0" cy="0"/>
        </a:xfrm>
      </p:grpSpPr>
      <p:sp>
        <p:nvSpPr>
          <p:cNvPr id="773" name="Google Shape;773;p86"/>
          <p:cNvSpPr txBox="1"/>
          <p:nvPr>
            <p:ph type="title"/>
          </p:nvPr>
        </p:nvSpPr>
        <p:spPr>
          <a:xfrm>
            <a:off x="483175" y="450025"/>
            <a:ext cx="8184600" cy="758100"/>
          </a:xfrm>
          <a:prstGeom prst="rect">
            <a:avLst/>
          </a:prstGeom>
        </p:spPr>
        <p:txBody>
          <a:bodyPr anchorCtr="0" anchor="ctr" bIns="91425" lIns="91425" spcFirstLastPara="1" rIns="91425" wrap="square" tIns="91425">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p:txBody>
      </p:sp>
      <p:sp>
        <p:nvSpPr>
          <p:cNvPr id="774" name="Google Shape;774;p86"/>
          <p:cNvSpPr txBox="1"/>
          <p:nvPr>
            <p:ph idx="1" type="body"/>
          </p:nvPr>
        </p:nvSpPr>
        <p:spPr>
          <a:xfrm>
            <a:off x="483150" y="2237788"/>
            <a:ext cx="36198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775" name="Google Shape;775;p86"/>
          <p:cNvSpPr txBox="1"/>
          <p:nvPr>
            <p:ph idx="2" type="body"/>
          </p:nvPr>
        </p:nvSpPr>
        <p:spPr>
          <a:xfrm>
            <a:off x="5048000" y="2237788"/>
            <a:ext cx="36198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776" name="Google Shape;776;p86"/>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77" name="Google Shape;777;p86"/>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778" name="Shape 778"/>
        <p:cNvGrpSpPr/>
        <p:nvPr/>
      </p:nvGrpSpPr>
      <p:grpSpPr>
        <a:xfrm>
          <a:off x="0" y="0"/>
          <a:ext cx="0" cy="0"/>
          <a:chOff x="0" y="0"/>
          <a:chExt cx="0" cy="0"/>
        </a:xfrm>
      </p:grpSpPr>
      <p:sp>
        <p:nvSpPr>
          <p:cNvPr id="779" name="Google Shape;779;p87"/>
          <p:cNvSpPr txBox="1"/>
          <p:nvPr>
            <p:ph idx="1" type="body"/>
          </p:nvPr>
        </p:nvSpPr>
        <p:spPr>
          <a:xfrm>
            <a:off x="483175" y="2417500"/>
            <a:ext cx="24555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780" name="Google Shape;780;p87"/>
          <p:cNvSpPr txBox="1"/>
          <p:nvPr>
            <p:ph idx="2" type="body"/>
          </p:nvPr>
        </p:nvSpPr>
        <p:spPr>
          <a:xfrm>
            <a:off x="334772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781" name="Google Shape;781;p87"/>
          <p:cNvSpPr txBox="1"/>
          <p:nvPr>
            <p:ph type="title"/>
          </p:nvPr>
        </p:nvSpPr>
        <p:spPr>
          <a:xfrm>
            <a:off x="483175" y="450025"/>
            <a:ext cx="8184600" cy="758100"/>
          </a:xfrm>
          <a:prstGeom prst="rect">
            <a:avLst/>
          </a:prstGeom>
        </p:spPr>
        <p:txBody>
          <a:bodyPr anchorCtr="0" anchor="ctr" bIns="91425" lIns="91425" spcFirstLastPara="1" rIns="91425" wrap="square" tIns="91425">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p:txBody>
      </p:sp>
      <p:sp>
        <p:nvSpPr>
          <p:cNvPr id="782" name="Google Shape;782;p87"/>
          <p:cNvSpPr txBox="1"/>
          <p:nvPr>
            <p:ph idx="3"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83" name="Google Shape;783;p87"/>
          <p:cNvSpPr txBox="1"/>
          <p:nvPr>
            <p:ph idx="4"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84" name="Google Shape;784;p87"/>
          <p:cNvSpPr txBox="1"/>
          <p:nvPr>
            <p:ph idx="5"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85" name="Google Shape;785;p87"/>
          <p:cNvSpPr txBox="1"/>
          <p:nvPr>
            <p:ph idx="6" type="body"/>
          </p:nvPr>
        </p:nvSpPr>
        <p:spPr>
          <a:xfrm>
            <a:off x="621227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786" name="Shape 786"/>
        <p:cNvGrpSpPr/>
        <p:nvPr/>
      </p:nvGrpSpPr>
      <p:grpSpPr>
        <a:xfrm>
          <a:off x="0" y="0"/>
          <a:ext cx="0" cy="0"/>
          <a:chOff x="0" y="0"/>
          <a:chExt cx="0" cy="0"/>
        </a:xfrm>
      </p:grpSpPr>
      <p:sp>
        <p:nvSpPr>
          <p:cNvPr id="787" name="Google Shape;787;p88"/>
          <p:cNvSpPr txBox="1"/>
          <p:nvPr>
            <p:ph idx="1" type="body"/>
          </p:nvPr>
        </p:nvSpPr>
        <p:spPr>
          <a:xfrm>
            <a:off x="366725" y="1759093"/>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788" name="Google Shape;788;p88"/>
          <p:cNvSpPr txBox="1"/>
          <p:nvPr>
            <p:ph idx="2" type="body"/>
          </p:nvPr>
        </p:nvSpPr>
        <p:spPr>
          <a:xfrm>
            <a:off x="4938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789" name="Google Shape;789;p88"/>
          <p:cNvSpPr txBox="1"/>
          <p:nvPr>
            <p:ph idx="3" type="body"/>
          </p:nvPr>
        </p:nvSpPr>
        <p:spPr>
          <a:xfrm>
            <a:off x="366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790" name="Google Shape;790;p88"/>
          <p:cNvSpPr txBox="1"/>
          <p:nvPr>
            <p:ph idx="4" type="body"/>
          </p:nvPr>
        </p:nvSpPr>
        <p:spPr>
          <a:xfrm>
            <a:off x="4938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791" name="Google Shape;791;p88"/>
          <p:cNvSpPr txBox="1"/>
          <p:nvPr>
            <p:ph type="title"/>
          </p:nvPr>
        </p:nvSpPr>
        <p:spPr>
          <a:xfrm>
            <a:off x="366750" y="450025"/>
            <a:ext cx="8184600" cy="758100"/>
          </a:xfrm>
          <a:prstGeom prst="rect">
            <a:avLst/>
          </a:prstGeom>
        </p:spPr>
        <p:txBody>
          <a:bodyPr anchorCtr="0" anchor="ctr" bIns="91425" lIns="91425" spcFirstLastPara="1" rIns="91425" wrap="square" tIns="91425">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p:txBody>
      </p:sp>
      <p:sp>
        <p:nvSpPr>
          <p:cNvPr id="792" name="Google Shape;792;p88"/>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93" name="Google Shape;793;p88"/>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94" name="Google Shape;794;p88"/>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795" name="Google Shape;795;p88"/>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796" name="Shape 796"/>
        <p:cNvGrpSpPr/>
        <p:nvPr/>
      </p:nvGrpSpPr>
      <p:grpSpPr>
        <a:xfrm>
          <a:off x="0" y="0"/>
          <a:ext cx="0" cy="0"/>
          <a:chOff x="0" y="0"/>
          <a:chExt cx="0" cy="0"/>
        </a:xfrm>
      </p:grpSpPr>
      <p:sp>
        <p:nvSpPr>
          <p:cNvPr id="797" name="Google Shape;797;p89"/>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798" name="Google Shape;798;p89"/>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799" name="Shape 799"/>
        <p:cNvGrpSpPr/>
        <p:nvPr/>
      </p:nvGrpSpPr>
      <p:grpSpPr>
        <a:xfrm>
          <a:off x="0" y="0"/>
          <a:ext cx="0" cy="0"/>
          <a:chOff x="0" y="0"/>
          <a:chExt cx="0" cy="0"/>
        </a:xfrm>
      </p:grpSpPr>
      <p:sp>
        <p:nvSpPr>
          <p:cNvPr id="800" name="Google Shape;800;p90"/>
          <p:cNvSpPr txBox="1"/>
          <p:nvPr>
            <p:ph idx="1" type="body"/>
          </p:nvPr>
        </p:nvSpPr>
        <p:spPr>
          <a:xfrm>
            <a:off x="311700" y="4080225"/>
            <a:ext cx="4027500" cy="9261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801" name="Google Shape;801;p90"/>
          <p:cNvSpPr/>
          <p:nvPr>
            <p:ph idx="2" type="pic"/>
          </p:nvPr>
        </p:nvSpPr>
        <p:spPr>
          <a:xfrm>
            <a:off x="4804825" y="1133300"/>
            <a:ext cx="4027500" cy="2392800"/>
          </a:xfrm>
          <a:prstGeom prst="rect">
            <a:avLst/>
          </a:prstGeom>
          <a:noFill/>
          <a:ln>
            <a:noFill/>
          </a:ln>
        </p:spPr>
      </p:sp>
      <p:sp>
        <p:nvSpPr>
          <p:cNvPr id="802" name="Google Shape;802;p90"/>
          <p:cNvSpPr/>
          <p:nvPr>
            <p:ph idx="3" type="pic"/>
          </p:nvPr>
        </p:nvSpPr>
        <p:spPr>
          <a:xfrm>
            <a:off x="311725" y="1133300"/>
            <a:ext cx="4027500" cy="2392800"/>
          </a:xfrm>
          <a:prstGeom prst="rect">
            <a:avLst/>
          </a:prstGeom>
          <a:noFill/>
          <a:ln>
            <a:noFill/>
          </a:ln>
        </p:spPr>
      </p:sp>
      <p:sp>
        <p:nvSpPr>
          <p:cNvPr id="803" name="Google Shape;803;p90"/>
          <p:cNvSpPr txBox="1"/>
          <p:nvPr>
            <p:ph idx="4" type="body"/>
          </p:nvPr>
        </p:nvSpPr>
        <p:spPr>
          <a:xfrm>
            <a:off x="4804825"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04" name="Google Shape;804;p90"/>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805" name="Google Shape;805;p90"/>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806" name="Google Shape;806;p90"/>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807" name="Shape 807"/>
        <p:cNvGrpSpPr/>
        <p:nvPr/>
      </p:nvGrpSpPr>
      <p:grpSpPr>
        <a:xfrm>
          <a:off x="0" y="0"/>
          <a:ext cx="0" cy="0"/>
          <a:chOff x="0" y="0"/>
          <a:chExt cx="0" cy="0"/>
        </a:xfrm>
      </p:grpSpPr>
      <p:sp>
        <p:nvSpPr>
          <p:cNvPr id="808" name="Google Shape;808;p91"/>
          <p:cNvSpPr txBox="1"/>
          <p:nvPr>
            <p:ph idx="1" type="body"/>
          </p:nvPr>
        </p:nvSpPr>
        <p:spPr>
          <a:xfrm>
            <a:off x="311700" y="3911700"/>
            <a:ext cx="2627100" cy="10185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809" name="Google Shape;809;p91"/>
          <p:cNvSpPr/>
          <p:nvPr>
            <p:ph idx="2" type="pic"/>
          </p:nvPr>
        </p:nvSpPr>
        <p:spPr>
          <a:xfrm>
            <a:off x="6205225" y="1128325"/>
            <a:ext cx="2627100" cy="2273100"/>
          </a:xfrm>
          <a:prstGeom prst="rect">
            <a:avLst/>
          </a:prstGeom>
          <a:noFill/>
          <a:ln>
            <a:noFill/>
          </a:ln>
        </p:spPr>
      </p:sp>
      <p:sp>
        <p:nvSpPr>
          <p:cNvPr id="810" name="Google Shape;810;p91"/>
          <p:cNvSpPr/>
          <p:nvPr>
            <p:ph idx="3" type="pic"/>
          </p:nvPr>
        </p:nvSpPr>
        <p:spPr>
          <a:xfrm>
            <a:off x="311725" y="1128325"/>
            <a:ext cx="2627100" cy="2273100"/>
          </a:xfrm>
          <a:prstGeom prst="rect">
            <a:avLst/>
          </a:prstGeom>
          <a:noFill/>
          <a:ln>
            <a:noFill/>
          </a:ln>
        </p:spPr>
      </p:sp>
      <p:sp>
        <p:nvSpPr>
          <p:cNvPr id="811" name="Google Shape;811;p91"/>
          <p:cNvSpPr txBox="1"/>
          <p:nvPr>
            <p:ph idx="4" type="body"/>
          </p:nvPr>
        </p:nvSpPr>
        <p:spPr>
          <a:xfrm>
            <a:off x="6205225"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12" name="Google Shape;812;p91"/>
          <p:cNvSpPr/>
          <p:nvPr>
            <p:ph idx="5" type="pic"/>
          </p:nvPr>
        </p:nvSpPr>
        <p:spPr>
          <a:xfrm>
            <a:off x="3255250" y="1128325"/>
            <a:ext cx="2627100" cy="2273100"/>
          </a:xfrm>
          <a:prstGeom prst="rect">
            <a:avLst/>
          </a:prstGeom>
          <a:noFill/>
          <a:ln>
            <a:noFill/>
          </a:ln>
        </p:spPr>
      </p:sp>
      <p:sp>
        <p:nvSpPr>
          <p:cNvPr id="813" name="Google Shape;813;p91"/>
          <p:cNvSpPr txBox="1"/>
          <p:nvPr>
            <p:ph idx="6" type="body"/>
          </p:nvPr>
        </p:nvSpPr>
        <p:spPr>
          <a:xfrm>
            <a:off x="325525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14" name="Google Shape;814;p91"/>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815" name="Google Shape;815;p91"/>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816" name="Google Shape;816;p91"/>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817" name="Google Shape;817;p91"/>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818" name="Shape 818"/>
        <p:cNvGrpSpPr/>
        <p:nvPr/>
      </p:nvGrpSpPr>
      <p:grpSpPr>
        <a:xfrm>
          <a:off x="0" y="0"/>
          <a:ext cx="0" cy="0"/>
          <a:chOff x="0" y="0"/>
          <a:chExt cx="0" cy="0"/>
        </a:xfrm>
      </p:grpSpPr>
      <p:sp>
        <p:nvSpPr>
          <p:cNvPr id="819" name="Google Shape;819;p92"/>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820" name="Shape 820"/>
        <p:cNvGrpSpPr/>
        <p:nvPr/>
      </p:nvGrpSpPr>
      <p:grpSpPr>
        <a:xfrm>
          <a:off x="0" y="0"/>
          <a:ext cx="0" cy="0"/>
          <a:chOff x="0" y="0"/>
          <a:chExt cx="0" cy="0"/>
        </a:xfrm>
      </p:grpSpPr>
      <p:sp>
        <p:nvSpPr>
          <p:cNvPr id="821" name="Google Shape;821;p93"/>
          <p:cNvSpPr/>
          <p:nvPr>
            <p:ph idx="2" type="pic"/>
          </p:nvPr>
        </p:nvSpPr>
        <p:spPr>
          <a:xfrm>
            <a:off x="3389600" y="118913"/>
            <a:ext cx="1643700" cy="1535100"/>
          </a:xfrm>
          <a:prstGeom prst="rect">
            <a:avLst/>
          </a:prstGeom>
          <a:noFill/>
          <a:ln>
            <a:noFill/>
          </a:ln>
        </p:spPr>
      </p:sp>
      <p:sp>
        <p:nvSpPr>
          <p:cNvPr id="822" name="Google Shape;822;p93"/>
          <p:cNvSpPr/>
          <p:nvPr>
            <p:ph idx="3" type="pic"/>
          </p:nvPr>
        </p:nvSpPr>
        <p:spPr>
          <a:xfrm>
            <a:off x="5195935" y="118913"/>
            <a:ext cx="1643700" cy="1535100"/>
          </a:xfrm>
          <a:prstGeom prst="rect">
            <a:avLst/>
          </a:prstGeom>
          <a:noFill/>
          <a:ln>
            <a:noFill/>
          </a:ln>
        </p:spPr>
      </p:sp>
      <p:sp>
        <p:nvSpPr>
          <p:cNvPr id="823" name="Google Shape;823;p93"/>
          <p:cNvSpPr/>
          <p:nvPr>
            <p:ph idx="4" type="pic"/>
          </p:nvPr>
        </p:nvSpPr>
        <p:spPr>
          <a:xfrm>
            <a:off x="7002270" y="118913"/>
            <a:ext cx="1643700" cy="1535100"/>
          </a:xfrm>
          <a:prstGeom prst="rect">
            <a:avLst/>
          </a:prstGeom>
          <a:noFill/>
          <a:ln>
            <a:noFill/>
          </a:ln>
        </p:spPr>
      </p:sp>
      <p:sp>
        <p:nvSpPr>
          <p:cNvPr id="824" name="Google Shape;824;p93"/>
          <p:cNvSpPr/>
          <p:nvPr>
            <p:ph idx="5" type="pic"/>
          </p:nvPr>
        </p:nvSpPr>
        <p:spPr>
          <a:xfrm>
            <a:off x="3389588" y="1804212"/>
            <a:ext cx="1643700" cy="1535100"/>
          </a:xfrm>
          <a:prstGeom prst="rect">
            <a:avLst/>
          </a:prstGeom>
          <a:noFill/>
          <a:ln>
            <a:noFill/>
          </a:ln>
        </p:spPr>
      </p:sp>
      <p:sp>
        <p:nvSpPr>
          <p:cNvPr id="825" name="Google Shape;825;p93"/>
          <p:cNvSpPr/>
          <p:nvPr>
            <p:ph idx="6" type="pic"/>
          </p:nvPr>
        </p:nvSpPr>
        <p:spPr>
          <a:xfrm>
            <a:off x="5195922" y="1804212"/>
            <a:ext cx="1643700" cy="1535100"/>
          </a:xfrm>
          <a:prstGeom prst="rect">
            <a:avLst/>
          </a:prstGeom>
          <a:noFill/>
          <a:ln>
            <a:noFill/>
          </a:ln>
        </p:spPr>
      </p:sp>
      <p:sp>
        <p:nvSpPr>
          <p:cNvPr id="826" name="Google Shape;826;p93"/>
          <p:cNvSpPr/>
          <p:nvPr>
            <p:ph idx="7" type="pic"/>
          </p:nvPr>
        </p:nvSpPr>
        <p:spPr>
          <a:xfrm>
            <a:off x="7002257" y="1804212"/>
            <a:ext cx="1643700" cy="1535100"/>
          </a:xfrm>
          <a:prstGeom prst="rect">
            <a:avLst/>
          </a:prstGeom>
          <a:noFill/>
          <a:ln>
            <a:noFill/>
          </a:ln>
        </p:spPr>
      </p:sp>
      <p:sp>
        <p:nvSpPr>
          <p:cNvPr id="827" name="Google Shape;827;p93"/>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828" name="Google Shape;828;p93"/>
          <p:cNvSpPr/>
          <p:nvPr>
            <p:ph idx="8" type="pic"/>
          </p:nvPr>
        </p:nvSpPr>
        <p:spPr>
          <a:xfrm>
            <a:off x="3389588" y="3489487"/>
            <a:ext cx="1643700" cy="1535100"/>
          </a:xfrm>
          <a:prstGeom prst="rect">
            <a:avLst/>
          </a:prstGeom>
          <a:noFill/>
          <a:ln>
            <a:noFill/>
          </a:ln>
        </p:spPr>
      </p:sp>
      <p:sp>
        <p:nvSpPr>
          <p:cNvPr id="829" name="Google Shape;829;p93"/>
          <p:cNvSpPr/>
          <p:nvPr>
            <p:ph idx="9" type="pic"/>
          </p:nvPr>
        </p:nvSpPr>
        <p:spPr>
          <a:xfrm>
            <a:off x="5195922" y="3489487"/>
            <a:ext cx="1643700" cy="1535100"/>
          </a:xfrm>
          <a:prstGeom prst="rect">
            <a:avLst/>
          </a:prstGeom>
          <a:noFill/>
          <a:ln>
            <a:noFill/>
          </a:ln>
        </p:spPr>
      </p:sp>
      <p:sp>
        <p:nvSpPr>
          <p:cNvPr id="830" name="Google Shape;830;p93"/>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40" Type="http://schemas.openxmlformats.org/officeDocument/2006/relationships/slideLayout" Target="../slideLayouts/slideLayout88.xml"/><Relationship Id="rId42" Type="http://schemas.openxmlformats.org/officeDocument/2006/relationships/slideLayout" Target="../slideLayouts/slideLayout90.xml"/><Relationship Id="rId41" Type="http://schemas.openxmlformats.org/officeDocument/2006/relationships/slideLayout" Target="../slideLayouts/slideLayout89.xml"/><Relationship Id="rId44" Type="http://schemas.openxmlformats.org/officeDocument/2006/relationships/theme" Target="../theme/theme2.xml"/><Relationship Id="rId43" Type="http://schemas.openxmlformats.org/officeDocument/2006/relationships/slideLayout" Target="../slideLayouts/slideLayout91.xml"/><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9" Type="http://schemas.openxmlformats.org/officeDocument/2006/relationships/slideLayout" Target="../slideLayouts/slideLayout57.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31" Type="http://schemas.openxmlformats.org/officeDocument/2006/relationships/slideLayout" Target="../slideLayouts/slideLayout79.xml"/><Relationship Id="rId30" Type="http://schemas.openxmlformats.org/officeDocument/2006/relationships/slideLayout" Target="../slideLayouts/slideLayout78.xml"/><Relationship Id="rId33" Type="http://schemas.openxmlformats.org/officeDocument/2006/relationships/slideLayout" Target="../slideLayouts/slideLayout81.xml"/><Relationship Id="rId32" Type="http://schemas.openxmlformats.org/officeDocument/2006/relationships/slideLayout" Target="../slideLayouts/slideLayout80.xml"/><Relationship Id="rId35" Type="http://schemas.openxmlformats.org/officeDocument/2006/relationships/slideLayout" Target="../slideLayouts/slideLayout83.xml"/><Relationship Id="rId34" Type="http://schemas.openxmlformats.org/officeDocument/2006/relationships/slideLayout" Target="../slideLayouts/slideLayout82.xml"/><Relationship Id="rId37" Type="http://schemas.openxmlformats.org/officeDocument/2006/relationships/slideLayout" Target="../slideLayouts/slideLayout85.xml"/><Relationship Id="rId36" Type="http://schemas.openxmlformats.org/officeDocument/2006/relationships/slideLayout" Target="../slideLayouts/slideLayout84.xml"/><Relationship Id="rId39" Type="http://schemas.openxmlformats.org/officeDocument/2006/relationships/slideLayout" Target="../slideLayouts/slideLayout87.xml"/><Relationship Id="rId38" Type="http://schemas.openxmlformats.org/officeDocument/2006/relationships/slideLayout" Target="../slideLayouts/slideLayout86.xml"/><Relationship Id="rId20" Type="http://schemas.openxmlformats.org/officeDocument/2006/relationships/slideLayout" Target="../slideLayouts/slideLayout68.xml"/><Relationship Id="rId22" Type="http://schemas.openxmlformats.org/officeDocument/2006/relationships/slideLayout" Target="../slideLayouts/slideLayout70.xml"/><Relationship Id="rId21" Type="http://schemas.openxmlformats.org/officeDocument/2006/relationships/slideLayout" Target="../slideLayouts/slideLayout69.xml"/><Relationship Id="rId24" Type="http://schemas.openxmlformats.org/officeDocument/2006/relationships/slideLayout" Target="../slideLayouts/slideLayout72.xml"/><Relationship Id="rId23" Type="http://schemas.openxmlformats.org/officeDocument/2006/relationships/slideLayout" Target="../slideLayouts/slideLayout71.xml"/><Relationship Id="rId26" Type="http://schemas.openxmlformats.org/officeDocument/2006/relationships/slideLayout" Target="../slideLayouts/slideLayout74.xml"/><Relationship Id="rId25" Type="http://schemas.openxmlformats.org/officeDocument/2006/relationships/slideLayout" Target="../slideLayouts/slideLayout73.xml"/><Relationship Id="rId28" Type="http://schemas.openxmlformats.org/officeDocument/2006/relationships/slideLayout" Target="../slideLayouts/slideLayout76.xml"/><Relationship Id="rId27" Type="http://schemas.openxmlformats.org/officeDocument/2006/relationships/slideLayout" Target="../slideLayouts/slideLayout75.xml"/><Relationship Id="rId29" Type="http://schemas.openxmlformats.org/officeDocument/2006/relationships/slideLayout" Target="../slideLayouts/slideLayout77.xml"/><Relationship Id="rId11" Type="http://schemas.openxmlformats.org/officeDocument/2006/relationships/slideLayout" Target="../slideLayouts/slideLayout59.xml"/><Relationship Id="rId10" Type="http://schemas.openxmlformats.org/officeDocument/2006/relationships/slideLayout" Target="../slideLayouts/slideLayout58.xml"/><Relationship Id="rId13" Type="http://schemas.openxmlformats.org/officeDocument/2006/relationships/slideLayout" Target="../slideLayouts/slideLayout61.xml"/><Relationship Id="rId12" Type="http://schemas.openxmlformats.org/officeDocument/2006/relationships/slideLayout" Target="../slideLayouts/slideLayout60.xml"/><Relationship Id="rId15" Type="http://schemas.openxmlformats.org/officeDocument/2006/relationships/slideLayout" Target="../slideLayouts/slideLayout63.xml"/><Relationship Id="rId14" Type="http://schemas.openxmlformats.org/officeDocument/2006/relationships/slideLayout" Target="../slideLayouts/slideLayout62.xml"/><Relationship Id="rId17" Type="http://schemas.openxmlformats.org/officeDocument/2006/relationships/slideLayout" Target="../slideLayouts/slideLayout65.xml"/><Relationship Id="rId16" Type="http://schemas.openxmlformats.org/officeDocument/2006/relationships/slideLayout" Target="../slideLayouts/slideLayout64.xml"/><Relationship Id="rId19" Type="http://schemas.openxmlformats.org/officeDocument/2006/relationships/slideLayout" Target="../slideLayouts/slideLayout67.xml"/><Relationship Id="rId18" Type="http://schemas.openxmlformats.org/officeDocument/2006/relationships/slideLayout" Target="../slideLayouts/slideLayout6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284775" y="282900"/>
            <a:ext cx="5681100" cy="2233800"/>
          </a:xfrm>
          <a:prstGeom prst="rect">
            <a:avLst/>
          </a:prstGeom>
          <a:noFill/>
          <a:ln>
            <a:noFill/>
          </a:ln>
        </p:spPr>
        <p:txBody>
          <a:bodyPr anchorCtr="0" anchor="t" bIns="0" lIns="0" spcFirstLastPara="1" rIns="0" wrap="square" tIns="0">
            <a:noAutofit/>
          </a:bodyPr>
          <a:lstStyle>
            <a:lvl1pPr lvl="0">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1pPr>
            <a:lvl2pPr lvl="1">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2pPr>
            <a:lvl3pPr lvl="2">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3pPr>
            <a:lvl4pPr lvl="3">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4pPr>
            <a:lvl5pPr lvl="4">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5pPr>
            <a:lvl6pPr lvl="5">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6pPr>
            <a:lvl7pPr lvl="6">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7pPr>
            <a:lvl8pPr lvl="7">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8pPr>
            <a:lvl9pPr lvl="8">
              <a:lnSpc>
                <a:spcPct val="80000"/>
              </a:lnSpc>
              <a:spcBef>
                <a:spcPts val="0"/>
              </a:spcBef>
              <a:spcAft>
                <a:spcPts val="0"/>
              </a:spcAft>
              <a:buClr>
                <a:schemeClr val="lt1"/>
              </a:buClr>
              <a:buSzPts val="6000"/>
              <a:buFont typeface="Outfit"/>
              <a:buNone/>
              <a:defRPr sz="6000">
                <a:solidFill>
                  <a:schemeClr val="lt1"/>
                </a:solidFill>
                <a:latin typeface="Outfit"/>
                <a:ea typeface="Outfit"/>
                <a:cs typeface="Outfit"/>
                <a:sym typeface="Outfit"/>
              </a:defRPr>
            </a:lvl9pPr>
          </a:lstStyle>
          <a:p/>
        </p:txBody>
      </p:sp>
      <p:sp>
        <p:nvSpPr>
          <p:cNvPr id="7" name="Google Shape;7;p1"/>
          <p:cNvSpPr txBox="1"/>
          <p:nvPr>
            <p:ph idx="1" type="body"/>
          </p:nvPr>
        </p:nvSpPr>
        <p:spPr>
          <a:xfrm>
            <a:off x="284775" y="2629050"/>
            <a:ext cx="3493500" cy="1989300"/>
          </a:xfrm>
          <a:prstGeom prst="rect">
            <a:avLst/>
          </a:prstGeom>
          <a:noFill/>
          <a:ln>
            <a:noFill/>
          </a:ln>
        </p:spPr>
        <p:txBody>
          <a:bodyPr anchorCtr="0" anchor="t" bIns="0" lIns="0" spcFirstLastPara="1" rIns="0" wrap="square" tIns="0">
            <a:noAutofit/>
          </a:bodyPr>
          <a:lstStyle>
            <a:lvl1pPr indent="-304800" lvl="0" marL="4572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1pPr>
            <a:lvl2pPr indent="-304800" lvl="1" marL="9144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2pPr>
            <a:lvl3pPr indent="-304800" lvl="2" marL="13716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3pPr>
            <a:lvl4pPr indent="-304800" lvl="3" marL="18288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4pPr>
            <a:lvl5pPr indent="-304800" lvl="4" marL="22860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5pPr>
            <a:lvl6pPr indent="-304800" lvl="5" marL="27432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6pPr>
            <a:lvl7pPr indent="-304800" lvl="6" marL="32004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7pPr>
            <a:lvl8pPr indent="-304800" lvl="7" marL="36576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8pPr>
            <a:lvl9pPr indent="-304800" lvl="8" marL="4114800">
              <a:spcBef>
                <a:spcPts val="0"/>
              </a:spcBef>
              <a:spcAft>
                <a:spcPts val="0"/>
              </a:spcAft>
              <a:buClr>
                <a:schemeClr val="lt1"/>
              </a:buClr>
              <a:buSzPts val="1200"/>
              <a:buFont typeface="Instrument Sans"/>
              <a:buChar char="■"/>
              <a:defRPr sz="1200">
                <a:solidFill>
                  <a:schemeClr val="lt1"/>
                </a:solidFill>
                <a:latin typeface="Instrument Sans"/>
                <a:ea typeface="Instrument Sans"/>
                <a:cs typeface="Instrument Sans"/>
                <a:sym typeface="Instrument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5581">
          <p15:clr>
            <a:srgbClr val="E46962"/>
          </p15:clr>
        </p15:guide>
        <p15:guide id="2" pos="179">
          <p15:clr>
            <a:srgbClr val="E46962"/>
          </p15:clr>
        </p15:guide>
        <p15:guide id="3" orient="horz" pos="178">
          <p15:clr>
            <a:srgbClr val="E46962"/>
          </p15:clr>
        </p15:guide>
        <p15:guide id="4" orient="horz" pos="3060">
          <p15:clr>
            <a:srgbClr val="E46962"/>
          </p15:clr>
        </p15:guide>
        <p15:guide id="5" pos="2847">
          <p15:clr>
            <a:srgbClr val="E46962"/>
          </p15:clr>
        </p15:guide>
        <p15:guide id="6" pos="2913">
          <p15:clr>
            <a:srgbClr val="E46962"/>
          </p15:clr>
        </p15:guide>
        <p15:guide id="7" pos="568">
          <p15:clr>
            <a:srgbClr val="E46962"/>
          </p15:clr>
        </p15:guide>
        <p15:guide id="8" pos="635">
          <p15:clr>
            <a:srgbClr val="E46962"/>
          </p15:clr>
        </p15:guide>
        <p15:guide id="9" pos="4213">
          <p15:clr>
            <a:srgbClr val="E46962"/>
          </p15:clr>
        </p15:guide>
        <p15:guide id="10" pos="4280">
          <p15:clr>
            <a:srgbClr val="E46962"/>
          </p15:clr>
        </p15:guide>
        <p15:guide id="11" pos="3758">
          <p15:clr>
            <a:srgbClr val="E46962"/>
          </p15:clr>
        </p15:guide>
        <p15:guide id="12" pos="3825">
          <p15:clr>
            <a:srgbClr val="E46962"/>
          </p15:clr>
        </p15:guide>
        <p15:guide id="13" pos="1024">
          <p15:clr>
            <a:srgbClr val="E46962"/>
          </p15:clr>
        </p15:guide>
        <p15:guide id="14" pos="1091">
          <p15:clr>
            <a:srgbClr val="E46962"/>
          </p15:clr>
        </p15:guide>
        <p15:guide id="15" orient="horz" pos="245">
          <p15:clr>
            <a:srgbClr val="E46962"/>
          </p15:clr>
        </p15:guide>
        <p15:guide id="16" orient="horz" pos="2993">
          <p15:clr>
            <a:srgbClr val="E46962"/>
          </p15:clr>
        </p15:guide>
        <p15:guide id="17" orient="horz" pos="882">
          <p15:clr>
            <a:srgbClr val="E46962"/>
          </p15:clr>
        </p15:guide>
        <p15:guide id="18" orient="horz" pos="949">
          <p15:clr>
            <a:srgbClr val="E46962"/>
          </p15:clr>
        </p15:guide>
        <p15:guide id="19" orient="horz" pos="2289">
          <p15:clr>
            <a:srgbClr val="E46962"/>
          </p15:clr>
        </p15:guide>
        <p15:guide id="20" orient="horz" pos="2356">
          <p15:clr>
            <a:srgbClr val="E46962"/>
          </p15:clr>
        </p15:guide>
        <p15:guide id="21" pos="1479">
          <p15:clr>
            <a:srgbClr val="E46962"/>
          </p15:clr>
        </p15:guide>
        <p15:guide id="22" pos="1546">
          <p15:clr>
            <a:srgbClr val="E46962"/>
          </p15:clr>
        </p15:guide>
        <p15:guide id="23" pos="1935">
          <p15:clr>
            <a:srgbClr val="E46962"/>
          </p15:clr>
        </p15:guide>
        <p15:guide id="24" pos="2002">
          <p15:clr>
            <a:srgbClr val="E46962"/>
          </p15:clr>
        </p15:guide>
        <p15:guide id="25" pos="2391">
          <p15:clr>
            <a:srgbClr val="E46962"/>
          </p15:clr>
        </p15:guide>
        <p15:guide id="26" pos="2458">
          <p15:clr>
            <a:srgbClr val="E46962"/>
          </p15:clr>
        </p15:guide>
        <p15:guide id="27" pos="3302">
          <p15:clr>
            <a:srgbClr val="E46962"/>
          </p15:clr>
        </p15:guide>
        <p15:guide id="28" pos="3369">
          <p15:clr>
            <a:srgbClr val="E46962"/>
          </p15:clr>
        </p15:guide>
        <p15:guide id="29" pos="4669">
          <p15:clr>
            <a:srgbClr val="E46962"/>
          </p15:clr>
        </p15:guide>
        <p15:guide id="30" pos="4736">
          <p15:clr>
            <a:srgbClr val="E46962"/>
          </p15:clr>
        </p15:guide>
        <p15:guide id="31" pos="5125">
          <p15:clr>
            <a:srgbClr val="E46962"/>
          </p15:clr>
        </p15:guide>
        <p15:guide id="32" pos="5192">
          <p15:clr>
            <a:srgbClr val="E46962"/>
          </p15:clr>
        </p15:guide>
        <p15:guide id="33" orient="horz" pos="1585">
          <p15:clr>
            <a:srgbClr val="E46962"/>
          </p15:clr>
        </p15:guide>
        <p15:guide id="34" orient="horz" pos="1653">
          <p15:clr>
            <a:srgbClr val="E46962"/>
          </p15:clr>
        </p15:guide>
        <p15:guide id="35" orient="horz" pos="2909">
          <p15:clr>
            <a:srgbClr val="E46962"/>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2"/>
        </a:solidFill>
      </p:bgPr>
    </p:bg>
    <p:spTree>
      <p:nvGrpSpPr>
        <p:cNvPr id="414" name="Shape 414"/>
        <p:cNvGrpSpPr/>
        <p:nvPr/>
      </p:nvGrpSpPr>
      <p:grpSpPr>
        <a:xfrm>
          <a:off x="0" y="0"/>
          <a:ext cx="0" cy="0"/>
          <a:chOff x="0" y="0"/>
          <a:chExt cx="0" cy="0"/>
        </a:xfrm>
      </p:grpSpPr>
      <p:sp>
        <p:nvSpPr>
          <p:cNvPr id="415" name="Google Shape;415;p50"/>
          <p:cNvSpPr txBox="1"/>
          <p:nvPr>
            <p:ph idx="1" type="body"/>
          </p:nvPr>
        </p:nvSpPr>
        <p:spPr>
          <a:xfrm>
            <a:off x="228600" y="1833125"/>
            <a:ext cx="5760600" cy="3460200"/>
          </a:xfrm>
          <a:prstGeom prst="rect">
            <a:avLst/>
          </a:prstGeom>
          <a:noFill/>
          <a:ln>
            <a:noFill/>
          </a:ln>
        </p:spPr>
        <p:txBody>
          <a:bodyPr anchorCtr="0" anchor="t" bIns="91425" lIns="91425" spcFirstLastPara="1" rIns="91425" wrap="square" tIns="91425">
            <a:spAutoFit/>
          </a:bodyPr>
          <a:lstStyle>
            <a:lvl1pPr indent="-304800" lvl="0" marL="457200">
              <a:lnSpc>
                <a:spcPct val="115000"/>
              </a:lnSpc>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1pPr>
            <a:lvl2pPr indent="-304800" lvl="1" marL="914400">
              <a:lnSpc>
                <a:spcPct val="115000"/>
              </a:lnSpc>
              <a:spcBef>
                <a:spcPts val="80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2pPr>
            <a:lvl3pPr indent="-304800" lvl="2" marL="1371600">
              <a:lnSpc>
                <a:spcPct val="115000"/>
              </a:lnSpc>
              <a:spcBef>
                <a:spcPts val="80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3pPr>
            <a:lvl4pPr indent="-304800" lvl="3" marL="1828800">
              <a:lnSpc>
                <a:spcPct val="115000"/>
              </a:lnSpc>
              <a:spcBef>
                <a:spcPts val="80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4pPr>
            <a:lvl5pPr indent="-304800" lvl="4" marL="2286000">
              <a:lnSpc>
                <a:spcPct val="115000"/>
              </a:lnSpc>
              <a:spcBef>
                <a:spcPts val="80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5pPr>
            <a:lvl6pPr indent="-304800" lvl="5" marL="2743200">
              <a:lnSpc>
                <a:spcPct val="115000"/>
              </a:lnSpc>
              <a:spcBef>
                <a:spcPts val="80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6pPr>
            <a:lvl7pPr indent="-304800" lvl="6" marL="3200400">
              <a:lnSpc>
                <a:spcPct val="115000"/>
              </a:lnSpc>
              <a:spcBef>
                <a:spcPts val="80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7pPr>
            <a:lvl8pPr indent="-304800" lvl="7" marL="3657600">
              <a:lnSpc>
                <a:spcPct val="115000"/>
              </a:lnSpc>
              <a:spcBef>
                <a:spcPts val="80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8pPr>
            <a:lvl9pPr indent="-304800" lvl="8" marL="4114800">
              <a:lnSpc>
                <a:spcPct val="115000"/>
              </a:lnSpc>
              <a:spcBef>
                <a:spcPts val="800"/>
              </a:spcBef>
              <a:spcAft>
                <a:spcPts val="800"/>
              </a:spcAft>
              <a:buClr>
                <a:schemeClr val="dk1"/>
              </a:buClr>
              <a:buSzPts val="1200"/>
              <a:buFont typeface="Nunito Sans"/>
              <a:buChar char="■"/>
              <a:defRPr sz="1200">
                <a:solidFill>
                  <a:schemeClr val="dk1"/>
                </a:solidFill>
                <a:latin typeface="Nunito Sans"/>
                <a:ea typeface="Nunito Sans"/>
                <a:cs typeface="Nunito Sans"/>
                <a:sym typeface="Nunito Sans"/>
              </a:defRPr>
            </a:lvl9pPr>
          </a:lstStyle>
          <a:p/>
        </p:txBody>
      </p:sp>
      <p:sp>
        <p:nvSpPr>
          <p:cNvPr id="416" name="Google Shape;416;p50"/>
          <p:cNvSpPr txBox="1"/>
          <p:nvPr>
            <p:ph type="title"/>
          </p:nvPr>
        </p:nvSpPr>
        <p:spPr>
          <a:xfrm>
            <a:off x="228600" y="256925"/>
            <a:ext cx="5707200" cy="587700"/>
          </a:xfrm>
          <a:prstGeom prst="rect">
            <a:avLst/>
          </a:prstGeom>
          <a:noFill/>
          <a:ln>
            <a:noFill/>
          </a:ln>
        </p:spPr>
        <p:txBody>
          <a:bodyPr anchorCtr="0" anchor="t" bIns="91425" lIns="91425" spcFirstLastPara="1" rIns="91425" wrap="square" tIns="91425">
            <a:spAutoFit/>
          </a:bodyPr>
          <a:lstStyle>
            <a:lvl1pPr lvl="0">
              <a:spcBef>
                <a:spcPts val="0"/>
              </a:spcBef>
              <a:spcAft>
                <a:spcPts val="0"/>
              </a:spcAft>
              <a:buNone/>
              <a:defRPr b="1" sz="2800">
                <a:solidFill>
                  <a:schemeClr val="dk1"/>
                </a:solidFill>
                <a:latin typeface="Poppins"/>
                <a:ea typeface="Poppins"/>
                <a:cs typeface="Poppins"/>
                <a:sym typeface="Poppins"/>
              </a:defRPr>
            </a:lvl1pPr>
            <a:lvl2pPr lvl="1">
              <a:spcBef>
                <a:spcPts val="0"/>
              </a:spcBef>
              <a:spcAft>
                <a:spcPts val="0"/>
              </a:spcAft>
              <a:buNone/>
              <a:defRPr sz="2800">
                <a:solidFill>
                  <a:schemeClr val="dk1"/>
                </a:solidFill>
                <a:latin typeface="Poppins SemiBold"/>
                <a:ea typeface="Poppins SemiBold"/>
                <a:cs typeface="Poppins SemiBold"/>
                <a:sym typeface="Poppins SemiBold"/>
              </a:defRPr>
            </a:lvl2pPr>
            <a:lvl3pPr lvl="2">
              <a:spcBef>
                <a:spcPts val="0"/>
              </a:spcBef>
              <a:spcAft>
                <a:spcPts val="0"/>
              </a:spcAft>
              <a:buNone/>
              <a:defRPr sz="2800">
                <a:solidFill>
                  <a:schemeClr val="dk1"/>
                </a:solidFill>
                <a:latin typeface="Poppins SemiBold"/>
                <a:ea typeface="Poppins SemiBold"/>
                <a:cs typeface="Poppins SemiBold"/>
                <a:sym typeface="Poppins SemiBold"/>
              </a:defRPr>
            </a:lvl3pPr>
            <a:lvl4pPr lvl="3">
              <a:spcBef>
                <a:spcPts val="0"/>
              </a:spcBef>
              <a:spcAft>
                <a:spcPts val="0"/>
              </a:spcAft>
              <a:buNone/>
              <a:defRPr sz="2800">
                <a:solidFill>
                  <a:schemeClr val="dk1"/>
                </a:solidFill>
                <a:latin typeface="Poppins SemiBold"/>
                <a:ea typeface="Poppins SemiBold"/>
                <a:cs typeface="Poppins SemiBold"/>
                <a:sym typeface="Poppins SemiBold"/>
              </a:defRPr>
            </a:lvl4pPr>
            <a:lvl5pPr lvl="4">
              <a:spcBef>
                <a:spcPts val="0"/>
              </a:spcBef>
              <a:spcAft>
                <a:spcPts val="0"/>
              </a:spcAft>
              <a:buNone/>
              <a:defRPr sz="2800">
                <a:solidFill>
                  <a:schemeClr val="dk1"/>
                </a:solidFill>
                <a:latin typeface="Poppins SemiBold"/>
                <a:ea typeface="Poppins SemiBold"/>
                <a:cs typeface="Poppins SemiBold"/>
                <a:sym typeface="Poppins SemiBold"/>
              </a:defRPr>
            </a:lvl5pPr>
            <a:lvl6pPr lvl="5">
              <a:spcBef>
                <a:spcPts val="0"/>
              </a:spcBef>
              <a:spcAft>
                <a:spcPts val="0"/>
              </a:spcAft>
              <a:buNone/>
              <a:defRPr sz="2800">
                <a:solidFill>
                  <a:schemeClr val="dk1"/>
                </a:solidFill>
                <a:latin typeface="Poppins SemiBold"/>
                <a:ea typeface="Poppins SemiBold"/>
                <a:cs typeface="Poppins SemiBold"/>
                <a:sym typeface="Poppins SemiBold"/>
              </a:defRPr>
            </a:lvl6pPr>
            <a:lvl7pPr lvl="6">
              <a:spcBef>
                <a:spcPts val="0"/>
              </a:spcBef>
              <a:spcAft>
                <a:spcPts val="0"/>
              </a:spcAft>
              <a:buNone/>
              <a:defRPr sz="2800">
                <a:solidFill>
                  <a:schemeClr val="dk1"/>
                </a:solidFill>
                <a:latin typeface="Poppins SemiBold"/>
                <a:ea typeface="Poppins SemiBold"/>
                <a:cs typeface="Poppins SemiBold"/>
                <a:sym typeface="Poppins SemiBold"/>
              </a:defRPr>
            </a:lvl7pPr>
            <a:lvl8pPr lvl="7">
              <a:spcBef>
                <a:spcPts val="0"/>
              </a:spcBef>
              <a:spcAft>
                <a:spcPts val="0"/>
              </a:spcAft>
              <a:buNone/>
              <a:defRPr sz="2800">
                <a:solidFill>
                  <a:schemeClr val="dk1"/>
                </a:solidFill>
                <a:latin typeface="Poppins SemiBold"/>
                <a:ea typeface="Poppins SemiBold"/>
                <a:cs typeface="Poppins SemiBold"/>
                <a:sym typeface="Poppins SemiBold"/>
              </a:defRPr>
            </a:lvl8pPr>
            <a:lvl9pPr lvl="8">
              <a:spcBef>
                <a:spcPts val="0"/>
              </a:spcBef>
              <a:spcAft>
                <a:spcPts val="0"/>
              </a:spcAft>
              <a:buNone/>
              <a:defRPr sz="2800">
                <a:solidFill>
                  <a:schemeClr val="dk1"/>
                </a:solidFill>
                <a:latin typeface="Poppins SemiBold"/>
                <a:ea typeface="Poppins SemiBold"/>
                <a:cs typeface="Poppins SemiBold"/>
                <a:sym typeface="Poppins SemiBold"/>
              </a:defRPr>
            </a:lvl9pPr>
          </a:lstStyle>
          <a:p/>
        </p:txBody>
      </p:sp>
      <p:sp>
        <p:nvSpPr>
          <p:cNvPr id="417" name="Google Shape;417;p50"/>
          <p:cNvSpPr txBox="1"/>
          <p:nvPr>
            <p:ph idx="2" type="body"/>
          </p:nvPr>
        </p:nvSpPr>
        <p:spPr>
          <a:xfrm>
            <a:off x="4392125" y="1843600"/>
            <a:ext cx="3919500" cy="2773200"/>
          </a:xfrm>
          <a:prstGeom prst="rect">
            <a:avLst/>
          </a:prstGeom>
          <a:noFill/>
          <a:ln>
            <a:noFill/>
          </a:ln>
        </p:spPr>
        <p:txBody>
          <a:bodyPr anchorCtr="0" anchor="t" bIns="91425" lIns="91425" spcFirstLastPara="1" rIns="91425" wrap="square" tIns="91425">
            <a:noAutofit/>
          </a:bodyPr>
          <a:lstStyle>
            <a:lvl1pPr indent="-304800" lvl="0" marL="4572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1pPr>
            <a:lvl2pPr indent="-304800" lvl="1" marL="9144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2pPr>
            <a:lvl3pPr indent="-304800" lvl="2" marL="13716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3pPr>
            <a:lvl4pPr indent="-304800" lvl="3" marL="18288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4pPr>
            <a:lvl5pPr indent="-304800" lvl="4" marL="22860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5pPr>
            <a:lvl6pPr indent="-304800" lvl="5" marL="27432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6pPr>
            <a:lvl7pPr indent="-304800" lvl="6" marL="32004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7pPr>
            <a:lvl8pPr indent="-304800" lvl="7" marL="36576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8pPr>
            <a:lvl9pPr indent="-304800" lvl="8" marL="4114800">
              <a:spcBef>
                <a:spcPts val="0"/>
              </a:spcBef>
              <a:spcAft>
                <a:spcPts val="0"/>
              </a:spcAft>
              <a:buClr>
                <a:schemeClr val="dk1"/>
              </a:buClr>
              <a:buSzPts val="1200"/>
              <a:buFont typeface="Nunito Sans"/>
              <a:buChar char="■"/>
              <a:defRPr sz="1200">
                <a:solidFill>
                  <a:schemeClr val="dk1"/>
                </a:solidFill>
                <a:latin typeface="Nunito Sans"/>
                <a:ea typeface="Nunito Sans"/>
                <a:cs typeface="Nunito Sans"/>
                <a:sym typeface="Nunito Sans"/>
              </a:defRPr>
            </a:lvl9pPr>
          </a:lstStyle>
          <a:p/>
        </p:txBody>
      </p:sp>
    </p:spTree>
  </p:cSld>
  <p:clrMap accent1="accent1" accent2="accent2" accent3="accent3" accent4="accent4" accent5="accent5" accent6="accent6" bg1="lt1" bg2="dk2" tx1="dk1" tx2="lt2" folHlink="folHlink" hlink="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 id="2147483710" r:id="rId15"/>
    <p:sldLayoutId id="2147483711" r:id="rId16"/>
    <p:sldLayoutId id="2147483712" r:id="rId17"/>
    <p:sldLayoutId id="2147483713" r:id="rId18"/>
    <p:sldLayoutId id="2147483714" r:id="rId19"/>
    <p:sldLayoutId id="2147483715" r:id="rId20"/>
    <p:sldLayoutId id="2147483716" r:id="rId21"/>
    <p:sldLayoutId id="2147483717" r:id="rId22"/>
    <p:sldLayoutId id="2147483718" r:id="rId23"/>
    <p:sldLayoutId id="2147483719" r:id="rId24"/>
    <p:sldLayoutId id="2147483720" r:id="rId25"/>
    <p:sldLayoutId id="2147483721" r:id="rId26"/>
    <p:sldLayoutId id="2147483722" r:id="rId27"/>
    <p:sldLayoutId id="2147483723" r:id="rId28"/>
    <p:sldLayoutId id="2147483724" r:id="rId29"/>
    <p:sldLayoutId id="2147483725" r:id="rId30"/>
    <p:sldLayoutId id="2147483726" r:id="rId31"/>
    <p:sldLayoutId id="2147483727" r:id="rId32"/>
    <p:sldLayoutId id="2147483728" r:id="rId33"/>
    <p:sldLayoutId id="2147483729" r:id="rId34"/>
    <p:sldLayoutId id="2147483730" r:id="rId35"/>
    <p:sldLayoutId id="2147483731" r:id="rId36"/>
    <p:sldLayoutId id="2147483732" r:id="rId37"/>
    <p:sldLayoutId id="2147483733" r:id="rId38"/>
    <p:sldLayoutId id="2147483734" r:id="rId39"/>
    <p:sldLayoutId id="2147483735" r:id="rId40"/>
    <p:sldLayoutId id="2147483736" r:id="rId41"/>
    <p:sldLayoutId id="2147483737" r:id="rId42"/>
    <p:sldLayoutId id="2147483738"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26">
          <p15:clr>
            <a:srgbClr val="E46962"/>
          </p15:clr>
        </p15:guide>
        <p15:guide id="10" pos="4285">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2.xml"/><Relationship Id="rId3"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33.xml"/><Relationship Id="rId3" Type="http://schemas.openxmlformats.org/officeDocument/2006/relationships/image" Target="../media/image29.pn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34.xml"/><Relationship Id="rId3"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94"/>
          <p:cNvSpPr txBox="1"/>
          <p:nvPr>
            <p:ph type="title"/>
          </p:nvPr>
        </p:nvSpPr>
        <p:spPr>
          <a:xfrm>
            <a:off x="1230200" y="1565531"/>
            <a:ext cx="6683700" cy="1726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Muesli Delivery</a:t>
            </a:r>
            <a:endParaRPr/>
          </a:p>
          <a:p>
            <a:pPr indent="0" lvl="0" marL="0" rtl="0" algn="ctr">
              <a:spcBef>
                <a:spcPts val="0"/>
              </a:spcBef>
              <a:spcAft>
                <a:spcPts val="0"/>
              </a:spcAft>
              <a:buNone/>
            </a:pPr>
            <a:r>
              <a:rPr lang="en"/>
              <a:t>EDA</a:t>
            </a:r>
            <a:endParaRPr/>
          </a:p>
        </p:txBody>
      </p:sp>
      <p:sp>
        <p:nvSpPr>
          <p:cNvPr id="836" name="Google Shape;836;p94"/>
          <p:cNvSpPr txBox="1"/>
          <p:nvPr>
            <p:ph idx="1" type="subTitle"/>
          </p:nvPr>
        </p:nvSpPr>
        <p:spPr>
          <a:xfrm>
            <a:off x="2423700" y="1121975"/>
            <a:ext cx="4346700" cy="45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Cayenne Clusters Muesli Project Presentation</a:t>
            </a:r>
            <a:endParaRPr/>
          </a:p>
        </p:txBody>
      </p:sp>
      <p:sp>
        <p:nvSpPr>
          <p:cNvPr id="837" name="Google Shape;837;p94"/>
          <p:cNvSpPr/>
          <p:nvPr/>
        </p:nvSpPr>
        <p:spPr>
          <a:xfrm>
            <a:off x="1753843" y="3637225"/>
            <a:ext cx="5591400" cy="400200"/>
          </a:xfrm>
          <a:prstGeom prst="round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200">
                <a:solidFill>
                  <a:schemeClr val="dk2"/>
                </a:solidFill>
                <a:latin typeface="Nunito Sans"/>
                <a:ea typeface="Nunito Sans"/>
                <a:cs typeface="Nunito Sans"/>
                <a:sym typeface="Nunito Sans"/>
              </a:rPr>
              <a:t>Erick + Antonio + Dasha</a:t>
            </a:r>
            <a:endParaRPr b="1" sz="1200">
              <a:solidFill>
                <a:schemeClr val="dk2"/>
              </a:solidFill>
              <a:latin typeface="Nunito Sans"/>
              <a:ea typeface="Nunito Sans"/>
              <a:cs typeface="Nunito Sans"/>
              <a:sym typeface="Nunito Sans"/>
            </a:endParaRPr>
          </a:p>
        </p:txBody>
      </p:sp>
      <p:sp>
        <p:nvSpPr>
          <p:cNvPr id="838" name="Google Shape;838;p94"/>
          <p:cNvSpPr/>
          <p:nvPr/>
        </p:nvSpPr>
        <p:spPr>
          <a:xfrm rot="-395291">
            <a:off x="3110326" y="3199308"/>
            <a:ext cx="3041752" cy="281119"/>
          </a:xfrm>
          <a:custGeom>
            <a:rect b="b" l="l" r="r" t="t"/>
            <a:pathLst>
              <a:path extrusionOk="0" h="17616" w="182716">
                <a:moveTo>
                  <a:pt x="0" y="0"/>
                </a:moveTo>
                <a:cubicBezTo>
                  <a:pt x="61188" y="0"/>
                  <a:pt x="122876" y="4843"/>
                  <a:pt x="182716" y="17616"/>
                </a:cubicBezTo>
              </a:path>
            </a:pathLst>
          </a:custGeom>
          <a:noFill/>
          <a:ln cap="flat" cmpd="sng" w="19050">
            <a:solidFill>
              <a:schemeClr val="lt2"/>
            </a:solidFill>
            <a:prstDash val="solid"/>
            <a:round/>
            <a:headEnd len="med" w="med" type="none"/>
            <a:tailEnd len="med" w="med" type="none"/>
          </a:ln>
        </p:spPr>
      </p:sp>
      <p:sp>
        <p:nvSpPr>
          <p:cNvPr id="839" name="Google Shape;839;p94"/>
          <p:cNvSpPr/>
          <p:nvPr/>
        </p:nvSpPr>
        <p:spPr>
          <a:xfrm rot="-509448">
            <a:off x="4276371" y="3322374"/>
            <a:ext cx="1877891" cy="123212"/>
          </a:xfrm>
          <a:custGeom>
            <a:rect b="b" l="l" r="r" t="t"/>
            <a:pathLst>
              <a:path extrusionOk="0" h="17616" w="182716">
                <a:moveTo>
                  <a:pt x="0" y="0"/>
                </a:moveTo>
                <a:cubicBezTo>
                  <a:pt x="61188" y="0"/>
                  <a:pt x="122876" y="4843"/>
                  <a:pt x="182716" y="17616"/>
                </a:cubicBezTo>
              </a:path>
            </a:pathLst>
          </a:custGeom>
          <a:noFill/>
          <a:ln cap="flat" cmpd="sng" w="19050">
            <a:solidFill>
              <a:schemeClr val="lt2"/>
            </a:solidFill>
            <a:prstDash val="solid"/>
            <a:round/>
            <a:headEnd len="med" w="med" type="none"/>
            <a:tailEnd len="med" w="med" type="none"/>
          </a:ln>
        </p:spPr>
      </p:sp>
      <p:sp>
        <p:nvSpPr>
          <p:cNvPr id="840" name="Google Shape;840;p94"/>
          <p:cNvSpPr/>
          <p:nvPr/>
        </p:nvSpPr>
        <p:spPr>
          <a:xfrm>
            <a:off x="3511810" y="4090881"/>
            <a:ext cx="2026500" cy="453000"/>
          </a:xfrm>
          <a:prstGeom prst="roundRect">
            <a:avLst>
              <a:gd fmla="val 50000" name="adj"/>
            </a:avLst>
          </a:prstGeom>
          <a:solidFill>
            <a:schemeClr val="lt2"/>
          </a:solidFill>
          <a:ln>
            <a:noFill/>
          </a:ln>
        </p:spPr>
        <p:txBody>
          <a:bodyPr anchorCtr="0" anchor="ctr" bIns="103475" lIns="310425" spcFirstLastPara="1" rIns="310425" wrap="square" tIns="103475">
            <a:noAutofit/>
          </a:bodyPr>
          <a:lstStyle/>
          <a:p>
            <a:pPr indent="0" lvl="0" marL="0" rtl="0" algn="l">
              <a:spcBef>
                <a:spcPts val="0"/>
              </a:spcBef>
              <a:spcAft>
                <a:spcPts val="0"/>
              </a:spcAft>
              <a:buNone/>
            </a:pPr>
            <a:r>
              <a:t/>
            </a:r>
            <a:endParaRPr b="1" sz="1131">
              <a:solidFill>
                <a:schemeClr val="dk2"/>
              </a:solidFill>
              <a:latin typeface="Nunito Sans"/>
              <a:ea typeface="Nunito Sans"/>
              <a:cs typeface="Nunito Sans"/>
              <a:sym typeface="Nunito Sans"/>
            </a:endParaRPr>
          </a:p>
        </p:txBody>
      </p:sp>
      <p:sp>
        <p:nvSpPr>
          <p:cNvPr id="841" name="Google Shape;841;p94"/>
          <p:cNvSpPr txBox="1"/>
          <p:nvPr>
            <p:ph idx="4294967295" type="subTitle"/>
          </p:nvPr>
        </p:nvSpPr>
        <p:spPr>
          <a:xfrm>
            <a:off x="3510462" y="4135181"/>
            <a:ext cx="2029200" cy="453000"/>
          </a:xfrm>
          <a:prstGeom prst="rect">
            <a:avLst/>
          </a:prstGeom>
        </p:spPr>
        <p:txBody>
          <a:bodyPr anchorCtr="0" anchor="t" bIns="103475" lIns="103475" spcFirstLastPara="1" rIns="103475" wrap="square" tIns="103475">
            <a:noAutofit/>
          </a:bodyPr>
          <a:lstStyle/>
          <a:p>
            <a:pPr indent="0" lvl="0" marL="0" rtl="0" algn="ctr">
              <a:spcBef>
                <a:spcPts val="0"/>
              </a:spcBef>
              <a:spcAft>
                <a:spcPts val="0"/>
              </a:spcAft>
              <a:buNone/>
            </a:pPr>
            <a:r>
              <a:rPr b="1" lang="en" sz="1000">
                <a:solidFill>
                  <a:schemeClr val="dk2"/>
                </a:solidFill>
                <a:latin typeface="Nunito Sans"/>
                <a:ea typeface="Nunito Sans"/>
                <a:cs typeface="Nunito Sans"/>
                <a:sym typeface="Nunito Sans"/>
              </a:rPr>
              <a:t>March 16, 2026</a:t>
            </a:r>
            <a:endParaRPr b="1" sz="1000">
              <a:solidFill>
                <a:schemeClr val="dk2"/>
              </a:solidFill>
              <a:latin typeface="Nunito Sans"/>
              <a:ea typeface="Nunito Sans"/>
              <a:cs typeface="Nunito Sans"/>
              <a:sym typeface="Nunito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5" name="Shape 845"/>
        <p:cNvGrpSpPr/>
        <p:nvPr/>
      </p:nvGrpSpPr>
      <p:grpSpPr>
        <a:xfrm>
          <a:off x="0" y="0"/>
          <a:ext cx="0" cy="0"/>
          <a:chOff x="0" y="0"/>
          <a:chExt cx="0" cy="0"/>
        </a:xfrm>
      </p:grpSpPr>
      <p:sp>
        <p:nvSpPr>
          <p:cNvPr id="846" name="Google Shape;846;p95"/>
          <p:cNvSpPr/>
          <p:nvPr/>
        </p:nvSpPr>
        <p:spPr>
          <a:xfrm>
            <a:off x="3577325" y="536550"/>
            <a:ext cx="404100" cy="40020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100">
              <a:solidFill>
                <a:schemeClr val="dk2"/>
              </a:solidFill>
              <a:latin typeface="Nunito Sans SemiBold"/>
              <a:ea typeface="Nunito Sans SemiBold"/>
              <a:cs typeface="Nunito Sans SemiBold"/>
              <a:sym typeface="Nunito Sans SemiBold"/>
            </a:endParaRPr>
          </a:p>
        </p:txBody>
      </p:sp>
      <p:sp>
        <p:nvSpPr>
          <p:cNvPr id="847" name="Google Shape;847;p95"/>
          <p:cNvSpPr/>
          <p:nvPr/>
        </p:nvSpPr>
        <p:spPr>
          <a:xfrm>
            <a:off x="3577325" y="1228600"/>
            <a:ext cx="404100" cy="40020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100">
              <a:solidFill>
                <a:schemeClr val="dk2"/>
              </a:solidFill>
              <a:latin typeface="Nunito Sans SemiBold"/>
              <a:ea typeface="Nunito Sans SemiBold"/>
              <a:cs typeface="Nunito Sans SemiBold"/>
              <a:sym typeface="Nunito Sans SemiBold"/>
            </a:endParaRPr>
          </a:p>
        </p:txBody>
      </p:sp>
      <p:sp>
        <p:nvSpPr>
          <p:cNvPr id="848" name="Google Shape;848;p95"/>
          <p:cNvSpPr/>
          <p:nvPr/>
        </p:nvSpPr>
        <p:spPr>
          <a:xfrm>
            <a:off x="3577325" y="1920650"/>
            <a:ext cx="404100" cy="40020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100">
              <a:solidFill>
                <a:schemeClr val="dk2"/>
              </a:solidFill>
              <a:latin typeface="Nunito Sans SemiBold"/>
              <a:ea typeface="Nunito Sans SemiBold"/>
              <a:cs typeface="Nunito Sans SemiBold"/>
              <a:sym typeface="Nunito Sans SemiBold"/>
            </a:endParaRPr>
          </a:p>
        </p:txBody>
      </p:sp>
      <p:sp>
        <p:nvSpPr>
          <p:cNvPr id="849" name="Google Shape;849;p95"/>
          <p:cNvSpPr/>
          <p:nvPr/>
        </p:nvSpPr>
        <p:spPr>
          <a:xfrm>
            <a:off x="3577325" y="2612700"/>
            <a:ext cx="404100" cy="40020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100">
              <a:solidFill>
                <a:schemeClr val="dk2"/>
              </a:solidFill>
              <a:latin typeface="Nunito Sans SemiBold"/>
              <a:ea typeface="Nunito Sans SemiBold"/>
              <a:cs typeface="Nunito Sans SemiBold"/>
              <a:sym typeface="Nunito Sans SemiBold"/>
            </a:endParaRPr>
          </a:p>
        </p:txBody>
      </p:sp>
      <p:sp>
        <p:nvSpPr>
          <p:cNvPr id="850" name="Google Shape;850;p95"/>
          <p:cNvSpPr/>
          <p:nvPr/>
        </p:nvSpPr>
        <p:spPr>
          <a:xfrm>
            <a:off x="3577325" y="3304750"/>
            <a:ext cx="404100" cy="40020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100">
              <a:solidFill>
                <a:schemeClr val="dk2"/>
              </a:solidFill>
              <a:latin typeface="Nunito Sans SemiBold"/>
              <a:ea typeface="Nunito Sans SemiBold"/>
              <a:cs typeface="Nunito Sans SemiBold"/>
              <a:sym typeface="Nunito Sans SemiBold"/>
            </a:endParaRPr>
          </a:p>
        </p:txBody>
      </p:sp>
      <p:sp>
        <p:nvSpPr>
          <p:cNvPr id="851" name="Google Shape;851;p95"/>
          <p:cNvSpPr/>
          <p:nvPr/>
        </p:nvSpPr>
        <p:spPr>
          <a:xfrm>
            <a:off x="3577325" y="3996800"/>
            <a:ext cx="404100" cy="40020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100">
              <a:solidFill>
                <a:schemeClr val="dk2"/>
              </a:solidFill>
              <a:latin typeface="Nunito Sans SemiBold"/>
              <a:ea typeface="Nunito Sans SemiBold"/>
              <a:cs typeface="Nunito Sans SemiBold"/>
              <a:sym typeface="Nunito Sans SemiBold"/>
            </a:endParaRPr>
          </a:p>
        </p:txBody>
      </p:sp>
      <p:cxnSp>
        <p:nvCxnSpPr>
          <p:cNvPr id="852" name="Google Shape;852;p95"/>
          <p:cNvCxnSpPr/>
          <p:nvPr/>
        </p:nvCxnSpPr>
        <p:spPr>
          <a:xfrm>
            <a:off x="4087725" y="1082675"/>
            <a:ext cx="4770000" cy="0"/>
          </a:xfrm>
          <a:prstGeom prst="straightConnector1">
            <a:avLst/>
          </a:prstGeom>
          <a:noFill/>
          <a:ln cap="flat" cmpd="sng" w="9525">
            <a:solidFill>
              <a:schemeClr val="accent6"/>
            </a:solidFill>
            <a:prstDash val="solid"/>
            <a:round/>
            <a:headEnd len="med" w="med" type="none"/>
            <a:tailEnd len="med" w="med" type="none"/>
          </a:ln>
        </p:spPr>
      </p:cxnSp>
      <p:cxnSp>
        <p:nvCxnSpPr>
          <p:cNvPr id="853" name="Google Shape;853;p95"/>
          <p:cNvCxnSpPr/>
          <p:nvPr/>
        </p:nvCxnSpPr>
        <p:spPr>
          <a:xfrm>
            <a:off x="4087725" y="1774725"/>
            <a:ext cx="4770000" cy="0"/>
          </a:xfrm>
          <a:prstGeom prst="straightConnector1">
            <a:avLst/>
          </a:prstGeom>
          <a:noFill/>
          <a:ln cap="flat" cmpd="sng" w="9525">
            <a:solidFill>
              <a:schemeClr val="accent6"/>
            </a:solidFill>
            <a:prstDash val="solid"/>
            <a:round/>
            <a:headEnd len="med" w="med" type="none"/>
            <a:tailEnd len="med" w="med" type="none"/>
          </a:ln>
        </p:spPr>
      </p:cxnSp>
      <p:cxnSp>
        <p:nvCxnSpPr>
          <p:cNvPr id="854" name="Google Shape;854;p95"/>
          <p:cNvCxnSpPr/>
          <p:nvPr/>
        </p:nvCxnSpPr>
        <p:spPr>
          <a:xfrm>
            <a:off x="4087725" y="2466775"/>
            <a:ext cx="4770000" cy="0"/>
          </a:xfrm>
          <a:prstGeom prst="straightConnector1">
            <a:avLst/>
          </a:prstGeom>
          <a:noFill/>
          <a:ln cap="flat" cmpd="sng" w="9525">
            <a:solidFill>
              <a:schemeClr val="accent6"/>
            </a:solidFill>
            <a:prstDash val="solid"/>
            <a:round/>
            <a:headEnd len="med" w="med" type="none"/>
            <a:tailEnd len="med" w="med" type="none"/>
          </a:ln>
        </p:spPr>
      </p:cxnSp>
      <p:cxnSp>
        <p:nvCxnSpPr>
          <p:cNvPr id="855" name="Google Shape;855;p95"/>
          <p:cNvCxnSpPr/>
          <p:nvPr/>
        </p:nvCxnSpPr>
        <p:spPr>
          <a:xfrm>
            <a:off x="4087725" y="3158825"/>
            <a:ext cx="4770000" cy="0"/>
          </a:xfrm>
          <a:prstGeom prst="straightConnector1">
            <a:avLst/>
          </a:prstGeom>
          <a:noFill/>
          <a:ln cap="flat" cmpd="sng" w="9525">
            <a:solidFill>
              <a:schemeClr val="accent6"/>
            </a:solidFill>
            <a:prstDash val="solid"/>
            <a:round/>
            <a:headEnd len="med" w="med" type="none"/>
            <a:tailEnd len="med" w="med" type="none"/>
          </a:ln>
        </p:spPr>
      </p:cxnSp>
      <p:cxnSp>
        <p:nvCxnSpPr>
          <p:cNvPr id="856" name="Google Shape;856;p95"/>
          <p:cNvCxnSpPr/>
          <p:nvPr/>
        </p:nvCxnSpPr>
        <p:spPr>
          <a:xfrm>
            <a:off x="4087725" y="3850875"/>
            <a:ext cx="4770000" cy="0"/>
          </a:xfrm>
          <a:prstGeom prst="straightConnector1">
            <a:avLst/>
          </a:prstGeom>
          <a:noFill/>
          <a:ln cap="flat" cmpd="sng" w="9525">
            <a:solidFill>
              <a:schemeClr val="accent6"/>
            </a:solidFill>
            <a:prstDash val="solid"/>
            <a:round/>
            <a:headEnd len="med" w="med" type="none"/>
            <a:tailEnd len="med" w="med" type="none"/>
          </a:ln>
        </p:spPr>
      </p:cxnSp>
      <p:sp>
        <p:nvSpPr>
          <p:cNvPr id="857" name="Google Shape;857;p95"/>
          <p:cNvSpPr txBox="1"/>
          <p:nvPr>
            <p:ph idx="1" type="subTitle"/>
          </p:nvPr>
        </p:nvSpPr>
        <p:spPr>
          <a:xfrm>
            <a:off x="3584425" y="53655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01</a:t>
            </a:r>
            <a:endParaRPr/>
          </a:p>
        </p:txBody>
      </p:sp>
      <p:sp>
        <p:nvSpPr>
          <p:cNvPr id="858" name="Google Shape;858;p95"/>
          <p:cNvSpPr txBox="1"/>
          <p:nvPr>
            <p:ph idx="5" type="subTitle"/>
          </p:nvPr>
        </p:nvSpPr>
        <p:spPr>
          <a:xfrm>
            <a:off x="3584425" y="122860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02</a:t>
            </a:r>
            <a:endParaRPr/>
          </a:p>
        </p:txBody>
      </p:sp>
      <p:sp>
        <p:nvSpPr>
          <p:cNvPr id="859" name="Google Shape;859;p95"/>
          <p:cNvSpPr txBox="1"/>
          <p:nvPr>
            <p:ph idx="2" type="subTitle"/>
          </p:nvPr>
        </p:nvSpPr>
        <p:spPr>
          <a:xfrm>
            <a:off x="3584425" y="192065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03</a:t>
            </a:r>
            <a:endParaRPr/>
          </a:p>
        </p:txBody>
      </p:sp>
      <p:sp>
        <p:nvSpPr>
          <p:cNvPr id="860" name="Google Shape;860;p95"/>
          <p:cNvSpPr txBox="1"/>
          <p:nvPr>
            <p:ph idx="6" type="subTitle"/>
          </p:nvPr>
        </p:nvSpPr>
        <p:spPr>
          <a:xfrm>
            <a:off x="3584425" y="261270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04</a:t>
            </a:r>
            <a:endParaRPr/>
          </a:p>
        </p:txBody>
      </p:sp>
      <p:sp>
        <p:nvSpPr>
          <p:cNvPr id="861" name="Google Shape;861;p95"/>
          <p:cNvSpPr txBox="1"/>
          <p:nvPr>
            <p:ph idx="3" type="subTitle"/>
          </p:nvPr>
        </p:nvSpPr>
        <p:spPr>
          <a:xfrm>
            <a:off x="3584425" y="3291625"/>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05</a:t>
            </a:r>
            <a:endParaRPr/>
          </a:p>
        </p:txBody>
      </p:sp>
      <p:sp>
        <p:nvSpPr>
          <p:cNvPr id="862" name="Google Shape;862;p95"/>
          <p:cNvSpPr txBox="1"/>
          <p:nvPr>
            <p:ph idx="4" type="subTitle"/>
          </p:nvPr>
        </p:nvSpPr>
        <p:spPr>
          <a:xfrm>
            <a:off x="3584425" y="399680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06</a:t>
            </a:r>
            <a:endParaRPr/>
          </a:p>
        </p:txBody>
      </p:sp>
      <p:sp>
        <p:nvSpPr>
          <p:cNvPr id="863" name="Google Shape;863;p95"/>
          <p:cNvSpPr txBox="1"/>
          <p:nvPr>
            <p:ph idx="7" type="subTitle"/>
          </p:nvPr>
        </p:nvSpPr>
        <p:spPr>
          <a:xfrm>
            <a:off x="3986175" y="510300"/>
            <a:ext cx="3858900" cy="45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Data: Overview &amp; Cleaning</a:t>
            </a:r>
            <a:endParaRPr/>
          </a:p>
        </p:txBody>
      </p:sp>
      <p:sp>
        <p:nvSpPr>
          <p:cNvPr id="864" name="Google Shape;864;p95"/>
          <p:cNvSpPr txBox="1"/>
          <p:nvPr>
            <p:ph idx="8" type="subTitle"/>
          </p:nvPr>
        </p:nvSpPr>
        <p:spPr>
          <a:xfrm>
            <a:off x="3986175" y="1202350"/>
            <a:ext cx="3858900" cy="45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Delivery Process: Flow &amp; Steps</a:t>
            </a:r>
            <a:endParaRPr/>
          </a:p>
        </p:txBody>
      </p:sp>
      <p:sp>
        <p:nvSpPr>
          <p:cNvPr id="865" name="Google Shape;865;p95"/>
          <p:cNvSpPr txBox="1"/>
          <p:nvPr>
            <p:ph idx="9" type="subTitle"/>
          </p:nvPr>
        </p:nvSpPr>
        <p:spPr>
          <a:xfrm>
            <a:off x="3986175" y="1894400"/>
            <a:ext cx="3858900" cy="45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Our Approach</a:t>
            </a:r>
            <a:endParaRPr/>
          </a:p>
        </p:txBody>
      </p:sp>
      <p:sp>
        <p:nvSpPr>
          <p:cNvPr id="866" name="Google Shape;866;p95"/>
          <p:cNvSpPr txBox="1"/>
          <p:nvPr>
            <p:ph idx="13" type="subTitle"/>
          </p:nvPr>
        </p:nvSpPr>
        <p:spPr>
          <a:xfrm>
            <a:off x="3986175" y="2586450"/>
            <a:ext cx="3858900" cy="45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Main KPIs Explained</a:t>
            </a:r>
            <a:endParaRPr/>
          </a:p>
        </p:txBody>
      </p:sp>
      <p:sp>
        <p:nvSpPr>
          <p:cNvPr id="867" name="Google Shape;867;p95"/>
          <p:cNvSpPr txBox="1"/>
          <p:nvPr>
            <p:ph idx="14" type="subTitle"/>
          </p:nvPr>
        </p:nvSpPr>
        <p:spPr>
          <a:xfrm>
            <a:off x="3986175" y="3278500"/>
            <a:ext cx="3858900" cy="452700"/>
          </a:xfrm>
          <a:prstGeom prst="rect">
            <a:avLst/>
          </a:prstGeom>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
              <a:t>Diagnostic analytics</a:t>
            </a:r>
            <a:endParaRPr/>
          </a:p>
        </p:txBody>
      </p:sp>
      <p:sp>
        <p:nvSpPr>
          <p:cNvPr id="868" name="Google Shape;868;p95"/>
          <p:cNvSpPr txBox="1"/>
          <p:nvPr>
            <p:ph idx="15" type="subTitle"/>
          </p:nvPr>
        </p:nvSpPr>
        <p:spPr>
          <a:xfrm>
            <a:off x="3986175" y="3970550"/>
            <a:ext cx="3858900" cy="452700"/>
          </a:xfrm>
          <a:prstGeom prst="rect">
            <a:avLst/>
          </a:prstGeom>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
              <a:t>Conclusions &amp; Recommendations</a:t>
            </a:r>
            <a:endParaRPr/>
          </a:p>
        </p:txBody>
      </p:sp>
      <p:sp>
        <p:nvSpPr>
          <p:cNvPr id="869" name="Google Shape;869;p95"/>
          <p:cNvSpPr txBox="1"/>
          <p:nvPr>
            <p:ph type="title"/>
          </p:nvPr>
        </p:nvSpPr>
        <p:spPr>
          <a:xfrm>
            <a:off x="228600" y="256925"/>
            <a:ext cx="29262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Agenda</a:t>
            </a:r>
            <a:endParaRPr/>
          </a:p>
        </p:txBody>
      </p:sp>
      <p:sp>
        <p:nvSpPr>
          <p:cNvPr id="870" name="Google Shape;870;p95"/>
          <p:cNvSpPr/>
          <p:nvPr/>
        </p:nvSpPr>
        <p:spPr>
          <a:xfrm rot="188826">
            <a:off x="319974" y="856283"/>
            <a:ext cx="1440087" cy="45350"/>
          </a:xfrm>
          <a:custGeom>
            <a:rect b="b" l="l" r="r" t="t"/>
            <a:pathLst>
              <a:path extrusionOk="0" h="1814" w="57603">
                <a:moveTo>
                  <a:pt x="0" y="1814"/>
                </a:moveTo>
                <a:cubicBezTo>
                  <a:pt x="19211" y="1814"/>
                  <a:pt x="38392" y="0"/>
                  <a:pt x="57603" y="0"/>
                </a:cubicBezTo>
              </a:path>
            </a:pathLst>
          </a:custGeom>
          <a:noFill/>
          <a:ln cap="flat" cmpd="sng" w="19050">
            <a:solidFill>
              <a:schemeClr val="lt2"/>
            </a:solidFill>
            <a:prstDash val="solid"/>
            <a:round/>
            <a:headEnd len="med" w="med" type="none"/>
            <a:tailEnd len="med" w="med" type="none"/>
          </a:ln>
        </p:spPr>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4" name="Shape 874"/>
        <p:cNvGrpSpPr/>
        <p:nvPr/>
      </p:nvGrpSpPr>
      <p:grpSpPr>
        <a:xfrm>
          <a:off x="0" y="0"/>
          <a:ext cx="0" cy="0"/>
          <a:chOff x="0" y="0"/>
          <a:chExt cx="0" cy="0"/>
        </a:xfrm>
      </p:grpSpPr>
      <p:sp>
        <p:nvSpPr>
          <p:cNvPr id="875" name="Google Shape;875;p96"/>
          <p:cNvSpPr/>
          <p:nvPr/>
        </p:nvSpPr>
        <p:spPr>
          <a:xfrm>
            <a:off x="240781" y="2504891"/>
            <a:ext cx="2026500" cy="2406000"/>
          </a:xfrm>
          <a:prstGeom prst="round2SameRect">
            <a:avLst>
              <a:gd fmla="val 0" name="adj1"/>
              <a:gd fmla="val 14216" name="adj2"/>
            </a:avLst>
          </a:prstGeom>
          <a:solidFill>
            <a:schemeClr val="accent6"/>
          </a:solidFill>
          <a:ln>
            <a:noFill/>
          </a:ln>
        </p:spPr>
        <p:txBody>
          <a:bodyPr anchorCtr="0" anchor="ctr" bIns="103475" lIns="103475" spcFirstLastPara="1" rIns="103475" wrap="square" tIns="103475">
            <a:noAutofit/>
          </a:bodyPr>
          <a:lstStyle/>
          <a:p>
            <a:pPr indent="0" lvl="0" marL="0" rtl="0" algn="ctr">
              <a:spcBef>
                <a:spcPts val="0"/>
              </a:spcBef>
              <a:spcAft>
                <a:spcPts val="0"/>
              </a:spcAft>
              <a:buNone/>
            </a:pPr>
            <a:r>
              <a:t/>
            </a:r>
            <a:endParaRPr sz="1584">
              <a:solidFill>
                <a:schemeClr val="dk1"/>
              </a:solidFill>
              <a:latin typeface="Nunito Sans"/>
              <a:ea typeface="Nunito Sans"/>
              <a:cs typeface="Nunito Sans"/>
              <a:sym typeface="Nunito Sans"/>
            </a:endParaRPr>
          </a:p>
        </p:txBody>
      </p:sp>
      <p:sp>
        <p:nvSpPr>
          <p:cNvPr id="876" name="Google Shape;876;p96"/>
          <p:cNvSpPr/>
          <p:nvPr/>
        </p:nvSpPr>
        <p:spPr>
          <a:xfrm>
            <a:off x="240763" y="2259424"/>
            <a:ext cx="2026500" cy="453000"/>
          </a:xfrm>
          <a:prstGeom prst="roundRect">
            <a:avLst>
              <a:gd fmla="val 50000" name="adj"/>
            </a:avLst>
          </a:prstGeom>
          <a:solidFill>
            <a:schemeClr val="lt2"/>
          </a:solidFill>
          <a:ln>
            <a:noFill/>
          </a:ln>
        </p:spPr>
        <p:txBody>
          <a:bodyPr anchorCtr="0" anchor="ctr" bIns="103475" lIns="310425" spcFirstLastPara="1" rIns="310425" wrap="square" tIns="103475">
            <a:noAutofit/>
          </a:bodyPr>
          <a:lstStyle/>
          <a:p>
            <a:pPr indent="0" lvl="0" marL="0" rtl="0" algn="l">
              <a:spcBef>
                <a:spcPts val="0"/>
              </a:spcBef>
              <a:spcAft>
                <a:spcPts val="0"/>
              </a:spcAft>
              <a:buNone/>
            </a:pPr>
            <a:r>
              <a:t/>
            </a:r>
            <a:endParaRPr b="1" sz="1131">
              <a:solidFill>
                <a:schemeClr val="dk2"/>
              </a:solidFill>
              <a:latin typeface="Nunito Sans"/>
              <a:ea typeface="Nunito Sans"/>
              <a:cs typeface="Nunito Sans"/>
              <a:sym typeface="Nunito Sans"/>
            </a:endParaRPr>
          </a:p>
        </p:txBody>
      </p:sp>
      <p:sp>
        <p:nvSpPr>
          <p:cNvPr id="877" name="Google Shape;877;p96"/>
          <p:cNvSpPr/>
          <p:nvPr/>
        </p:nvSpPr>
        <p:spPr>
          <a:xfrm>
            <a:off x="4433128" y="2504891"/>
            <a:ext cx="2026500" cy="2406000"/>
          </a:xfrm>
          <a:prstGeom prst="round2SameRect">
            <a:avLst>
              <a:gd fmla="val 0" name="adj1"/>
              <a:gd fmla="val 14216" name="adj2"/>
            </a:avLst>
          </a:prstGeom>
          <a:solidFill>
            <a:schemeClr val="accent6"/>
          </a:solidFill>
          <a:ln>
            <a:noFill/>
          </a:ln>
        </p:spPr>
        <p:txBody>
          <a:bodyPr anchorCtr="0" anchor="ctr" bIns="103475" lIns="103475" spcFirstLastPara="1" rIns="103475" wrap="square" tIns="103475">
            <a:noAutofit/>
          </a:bodyPr>
          <a:lstStyle/>
          <a:p>
            <a:pPr indent="0" lvl="0" marL="0" rtl="0" algn="ctr">
              <a:spcBef>
                <a:spcPts val="0"/>
              </a:spcBef>
              <a:spcAft>
                <a:spcPts val="0"/>
              </a:spcAft>
              <a:buNone/>
            </a:pPr>
            <a:r>
              <a:t/>
            </a:r>
            <a:endParaRPr sz="1584">
              <a:solidFill>
                <a:schemeClr val="dk1"/>
              </a:solidFill>
              <a:latin typeface="Nunito Sans"/>
              <a:ea typeface="Nunito Sans"/>
              <a:cs typeface="Nunito Sans"/>
              <a:sym typeface="Nunito Sans"/>
            </a:endParaRPr>
          </a:p>
        </p:txBody>
      </p:sp>
      <p:sp>
        <p:nvSpPr>
          <p:cNvPr id="878" name="Google Shape;878;p96"/>
          <p:cNvSpPr/>
          <p:nvPr/>
        </p:nvSpPr>
        <p:spPr>
          <a:xfrm>
            <a:off x="4433109" y="2259424"/>
            <a:ext cx="2026500" cy="453000"/>
          </a:xfrm>
          <a:prstGeom prst="roundRect">
            <a:avLst>
              <a:gd fmla="val 50000" name="adj"/>
            </a:avLst>
          </a:prstGeom>
          <a:solidFill>
            <a:schemeClr val="lt2"/>
          </a:solidFill>
          <a:ln>
            <a:noFill/>
          </a:ln>
        </p:spPr>
        <p:txBody>
          <a:bodyPr anchorCtr="0" anchor="ctr" bIns="103475" lIns="310425" spcFirstLastPara="1" rIns="310425" wrap="square" tIns="103475">
            <a:noAutofit/>
          </a:bodyPr>
          <a:lstStyle/>
          <a:p>
            <a:pPr indent="0" lvl="0" marL="0" rtl="0" algn="l">
              <a:spcBef>
                <a:spcPts val="0"/>
              </a:spcBef>
              <a:spcAft>
                <a:spcPts val="0"/>
              </a:spcAft>
              <a:buNone/>
            </a:pPr>
            <a:r>
              <a:t/>
            </a:r>
            <a:endParaRPr b="1" sz="1131">
              <a:solidFill>
                <a:schemeClr val="dk2"/>
              </a:solidFill>
              <a:latin typeface="Nunito Sans"/>
              <a:ea typeface="Nunito Sans"/>
              <a:cs typeface="Nunito Sans"/>
              <a:sym typeface="Nunito Sans"/>
            </a:endParaRPr>
          </a:p>
        </p:txBody>
      </p:sp>
      <p:sp>
        <p:nvSpPr>
          <p:cNvPr id="879" name="Google Shape;879;p96"/>
          <p:cNvSpPr/>
          <p:nvPr/>
        </p:nvSpPr>
        <p:spPr>
          <a:xfrm>
            <a:off x="2338422" y="2504891"/>
            <a:ext cx="2026500" cy="2406000"/>
          </a:xfrm>
          <a:prstGeom prst="round2SameRect">
            <a:avLst>
              <a:gd fmla="val 0" name="adj1"/>
              <a:gd fmla="val 14216" name="adj2"/>
            </a:avLst>
          </a:prstGeom>
          <a:solidFill>
            <a:schemeClr val="accent6"/>
          </a:solidFill>
          <a:ln>
            <a:noFill/>
          </a:ln>
        </p:spPr>
        <p:txBody>
          <a:bodyPr anchorCtr="0" anchor="ctr" bIns="103475" lIns="103475" spcFirstLastPara="1" rIns="103475" wrap="square" tIns="103475">
            <a:noAutofit/>
          </a:bodyPr>
          <a:lstStyle/>
          <a:p>
            <a:pPr indent="0" lvl="0" marL="0" rtl="0" algn="ctr">
              <a:spcBef>
                <a:spcPts val="0"/>
              </a:spcBef>
              <a:spcAft>
                <a:spcPts val="0"/>
              </a:spcAft>
              <a:buNone/>
            </a:pPr>
            <a:r>
              <a:t/>
            </a:r>
            <a:endParaRPr sz="1584">
              <a:solidFill>
                <a:schemeClr val="dk1"/>
              </a:solidFill>
              <a:latin typeface="Nunito Sans"/>
              <a:ea typeface="Nunito Sans"/>
              <a:cs typeface="Nunito Sans"/>
              <a:sym typeface="Nunito Sans"/>
            </a:endParaRPr>
          </a:p>
        </p:txBody>
      </p:sp>
      <p:sp>
        <p:nvSpPr>
          <p:cNvPr id="880" name="Google Shape;880;p96"/>
          <p:cNvSpPr/>
          <p:nvPr/>
        </p:nvSpPr>
        <p:spPr>
          <a:xfrm>
            <a:off x="2338404" y="2259424"/>
            <a:ext cx="2026500" cy="453000"/>
          </a:xfrm>
          <a:prstGeom prst="roundRect">
            <a:avLst>
              <a:gd fmla="val 50000" name="adj"/>
            </a:avLst>
          </a:prstGeom>
          <a:solidFill>
            <a:schemeClr val="lt2"/>
          </a:solidFill>
          <a:ln>
            <a:noFill/>
          </a:ln>
        </p:spPr>
        <p:txBody>
          <a:bodyPr anchorCtr="0" anchor="ctr" bIns="103475" lIns="310425" spcFirstLastPara="1" rIns="310425" wrap="square" tIns="103475">
            <a:noAutofit/>
          </a:bodyPr>
          <a:lstStyle/>
          <a:p>
            <a:pPr indent="0" lvl="0" marL="0" rtl="0" algn="l">
              <a:spcBef>
                <a:spcPts val="0"/>
              </a:spcBef>
              <a:spcAft>
                <a:spcPts val="0"/>
              </a:spcAft>
              <a:buNone/>
            </a:pPr>
            <a:r>
              <a:t/>
            </a:r>
            <a:endParaRPr b="1" sz="1131">
              <a:solidFill>
                <a:schemeClr val="dk2"/>
              </a:solidFill>
              <a:latin typeface="Nunito Sans"/>
              <a:ea typeface="Nunito Sans"/>
              <a:cs typeface="Nunito Sans"/>
              <a:sym typeface="Nunito Sans"/>
            </a:endParaRPr>
          </a:p>
        </p:txBody>
      </p:sp>
      <p:sp>
        <p:nvSpPr>
          <p:cNvPr id="881" name="Google Shape;881;p96"/>
          <p:cNvSpPr txBox="1"/>
          <p:nvPr>
            <p:ph idx="1" type="subTitle"/>
          </p:nvPr>
        </p:nvSpPr>
        <p:spPr>
          <a:xfrm>
            <a:off x="240763" y="2259424"/>
            <a:ext cx="2029200" cy="453000"/>
          </a:xfrm>
          <a:prstGeom prst="rect">
            <a:avLst/>
          </a:prstGeom>
        </p:spPr>
        <p:txBody>
          <a:bodyPr anchorCtr="0" anchor="ctr" bIns="103475" lIns="103475" spcFirstLastPara="1" rIns="103475" wrap="square" tIns="103475">
            <a:noAutofit/>
          </a:bodyPr>
          <a:lstStyle/>
          <a:p>
            <a:pPr indent="0" lvl="0" marL="0" rtl="0" algn="l">
              <a:spcBef>
                <a:spcPts val="0"/>
              </a:spcBef>
              <a:spcAft>
                <a:spcPts val="0"/>
              </a:spcAft>
              <a:buNone/>
            </a:pPr>
            <a:r>
              <a:rPr lang="en" sz="1400"/>
              <a:t>Orders</a:t>
            </a:r>
            <a:endParaRPr sz="1400"/>
          </a:p>
        </p:txBody>
      </p:sp>
      <p:sp>
        <p:nvSpPr>
          <p:cNvPr id="882" name="Google Shape;882;p96"/>
          <p:cNvSpPr txBox="1"/>
          <p:nvPr>
            <p:ph idx="2" type="subTitle"/>
          </p:nvPr>
        </p:nvSpPr>
        <p:spPr>
          <a:xfrm>
            <a:off x="2336945" y="2259424"/>
            <a:ext cx="2029200" cy="453000"/>
          </a:xfrm>
          <a:prstGeom prst="rect">
            <a:avLst/>
          </a:prstGeom>
        </p:spPr>
        <p:txBody>
          <a:bodyPr anchorCtr="0" anchor="ctr" bIns="103475" lIns="103475" spcFirstLastPara="1" rIns="103475" wrap="square" tIns="103475">
            <a:noAutofit/>
          </a:bodyPr>
          <a:lstStyle/>
          <a:p>
            <a:pPr indent="0" lvl="0" marL="0" rtl="0" algn="l">
              <a:spcBef>
                <a:spcPts val="0"/>
              </a:spcBef>
              <a:spcAft>
                <a:spcPts val="0"/>
              </a:spcAft>
              <a:buNone/>
            </a:pPr>
            <a:r>
              <a:rPr lang="en" sz="1400"/>
              <a:t>Interns</a:t>
            </a:r>
            <a:endParaRPr sz="1400"/>
          </a:p>
        </p:txBody>
      </p:sp>
      <p:sp>
        <p:nvSpPr>
          <p:cNvPr id="883" name="Google Shape;883;p96"/>
          <p:cNvSpPr txBox="1"/>
          <p:nvPr>
            <p:ph idx="3" type="subTitle"/>
          </p:nvPr>
        </p:nvSpPr>
        <p:spPr>
          <a:xfrm>
            <a:off x="4433136" y="2259424"/>
            <a:ext cx="2029200" cy="453000"/>
          </a:xfrm>
          <a:prstGeom prst="rect">
            <a:avLst/>
          </a:prstGeom>
        </p:spPr>
        <p:txBody>
          <a:bodyPr anchorCtr="0" anchor="ctr" bIns="103475" lIns="103475" spcFirstLastPara="1" rIns="103475" wrap="square" tIns="103475">
            <a:noAutofit/>
          </a:bodyPr>
          <a:lstStyle/>
          <a:p>
            <a:pPr indent="0" lvl="0" marL="0" rtl="0" algn="l">
              <a:spcBef>
                <a:spcPts val="0"/>
              </a:spcBef>
              <a:spcAft>
                <a:spcPts val="0"/>
              </a:spcAft>
              <a:buNone/>
            </a:pPr>
            <a:r>
              <a:rPr lang="en" sz="1400"/>
              <a:t>Process</a:t>
            </a:r>
            <a:endParaRPr sz="1400"/>
          </a:p>
        </p:txBody>
      </p:sp>
      <p:sp>
        <p:nvSpPr>
          <p:cNvPr id="884" name="Google Shape;884;p96"/>
          <p:cNvSpPr txBox="1"/>
          <p:nvPr>
            <p:ph idx="4" type="body"/>
          </p:nvPr>
        </p:nvSpPr>
        <p:spPr>
          <a:xfrm>
            <a:off x="136250" y="3082626"/>
            <a:ext cx="2133900" cy="1828200"/>
          </a:xfrm>
          <a:prstGeom prst="rect">
            <a:avLst/>
          </a:prstGeom>
        </p:spPr>
        <p:txBody>
          <a:bodyPr anchorCtr="0" anchor="t" bIns="103475" lIns="103475" spcFirstLastPara="1" rIns="103475" wrap="square" tIns="103475">
            <a:noAutofit/>
          </a:bodyPr>
          <a:lstStyle/>
          <a:p>
            <a:pPr indent="0" lvl="0" marL="0" rtl="0" algn="l">
              <a:spcBef>
                <a:spcPts val="0"/>
              </a:spcBef>
              <a:spcAft>
                <a:spcPts val="0"/>
              </a:spcAft>
              <a:buNone/>
            </a:pPr>
            <a:r>
              <a:rPr lang="en" sz="1131"/>
              <a:t>   </a:t>
            </a:r>
            <a:r>
              <a:rPr lang="en" sz="1131"/>
              <a:t>Total records: 5009</a:t>
            </a:r>
            <a:endParaRPr sz="1131"/>
          </a:p>
          <a:p>
            <a:pPr indent="0" lvl="0" marL="0" rtl="0" algn="l">
              <a:spcBef>
                <a:spcPts val="0"/>
              </a:spcBef>
              <a:spcAft>
                <a:spcPts val="0"/>
              </a:spcAft>
              <a:buNone/>
            </a:pPr>
            <a:r>
              <a:rPr lang="en" sz="1131"/>
              <a:t>   Unique orders: 5009</a:t>
            </a:r>
            <a:endParaRPr sz="1131"/>
          </a:p>
          <a:p>
            <a:pPr indent="0" lvl="0" marL="0" rtl="0" algn="l">
              <a:spcBef>
                <a:spcPts val="0"/>
              </a:spcBef>
              <a:spcAft>
                <a:spcPts val="0"/>
              </a:spcAft>
              <a:buNone/>
            </a:pPr>
            <a:r>
              <a:t/>
            </a:r>
            <a:endParaRPr sz="1131"/>
          </a:p>
          <a:p>
            <a:pPr indent="0" lvl="0" marL="0" rtl="0" algn="l">
              <a:spcBef>
                <a:spcPts val="0"/>
              </a:spcBef>
              <a:spcAft>
                <a:spcPts val="0"/>
              </a:spcAft>
              <a:buNone/>
            </a:pPr>
            <a:r>
              <a:rPr lang="en" sz="1131"/>
              <a:t>    </a:t>
            </a:r>
            <a:r>
              <a:rPr lang="en" sz="1131"/>
              <a:t>Main info:</a:t>
            </a:r>
            <a:endParaRPr sz="1131"/>
          </a:p>
          <a:p>
            <a:pPr indent="-330572" lvl="0" marL="517417" rtl="0" algn="l">
              <a:spcBef>
                <a:spcPts val="0"/>
              </a:spcBef>
              <a:spcAft>
                <a:spcPts val="0"/>
              </a:spcAft>
              <a:buSzPts val="1132"/>
              <a:buChar char="●"/>
            </a:pPr>
            <a:r>
              <a:rPr lang="en" sz="1131"/>
              <a:t>order_date</a:t>
            </a:r>
            <a:endParaRPr sz="1131"/>
          </a:p>
          <a:p>
            <a:pPr indent="-330572" lvl="0" marL="517417" rtl="0" algn="l">
              <a:spcBef>
                <a:spcPts val="0"/>
              </a:spcBef>
              <a:spcAft>
                <a:spcPts val="0"/>
              </a:spcAft>
              <a:buSzPts val="1132"/>
              <a:buChar char="●"/>
            </a:pPr>
            <a:r>
              <a:rPr lang="en" sz="1131"/>
              <a:t>ship_mode</a:t>
            </a:r>
            <a:endParaRPr sz="1131"/>
          </a:p>
          <a:p>
            <a:pPr indent="-330572" lvl="0" marL="517417" rtl="0" algn="l">
              <a:spcBef>
                <a:spcPts val="0"/>
              </a:spcBef>
              <a:spcAft>
                <a:spcPts val="0"/>
              </a:spcAft>
              <a:buSzPts val="1132"/>
              <a:buChar char="●"/>
            </a:pPr>
            <a:r>
              <a:rPr lang="en" sz="1131"/>
              <a:t>origin_channel</a:t>
            </a:r>
            <a:endParaRPr sz="1131"/>
          </a:p>
        </p:txBody>
      </p:sp>
      <p:sp>
        <p:nvSpPr>
          <p:cNvPr id="885" name="Google Shape;885;p96"/>
          <p:cNvSpPr txBox="1"/>
          <p:nvPr>
            <p:ph idx="5" type="body"/>
          </p:nvPr>
        </p:nvSpPr>
        <p:spPr>
          <a:xfrm>
            <a:off x="2140819" y="3082626"/>
            <a:ext cx="2428800" cy="1315200"/>
          </a:xfrm>
          <a:prstGeom prst="rect">
            <a:avLst/>
          </a:prstGeom>
        </p:spPr>
        <p:txBody>
          <a:bodyPr anchorCtr="0" anchor="t" bIns="103475" lIns="103475" spcFirstLastPara="1" rIns="103475" wrap="square" tIns="103475">
            <a:noAutofit/>
          </a:bodyPr>
          <a:lstStyle/>
          <a:p>
            <a:pPr indent="0" lvl="0" marL="0" rtl="0" algn="l">
              <a:spcBef>
                <a:spcPts val="0"/>
              </a:spcBef>
              <a:spcAft>
                <a:spcPts val="0"/>
              </a:spcAft>
              <a:buNone/>
            </a:pPr>
            <a:r>
              <a:rPr lang="en" sz="1131"/>
              <a:t>      </a:t>
            </a:r>
            <a:r>
              <a:rPr lang="en" sz="1131"/>
              <a:t>Total records: 204</a:t>
            </a:r>
            <a:endParaRPr sz="1131"/>
          </a:p>
          <a:p>
            <a:pPr indent="0" lvl="0" marL="0" rtl="0" algn="l">
              <a:spcBef>
                <a:spcPts val="0"/>
              </a:spcBef>
              <a:spcAft>
                <a:spcPts val="0"/>
              </a:spcAft>
              <a:buNone/>
            </a:pPr>
            <a:r>
              <a:rPr lang="en" sz="1131"/>
              <a:t>     Unique orders: 204</a:t>
            </a:r>
            <a:endParaRPr sz="1131"/>
          </a:p>
          <a:p>
            <a:pPr indent="0" lvl="0" marL="0" rtl="0" algn="l">
              <a:spcBef>
                <a:spcPts val="0"/>
              </a:spcBef>
              <a:spcAft>
                <a:spcPts val="0"/>
              </a:spcAft>
              <a:buNone/>
            </a:pPr>
            <a:r>
              <a:t/>
            </a:r>
            <a:endParaRPr sz="1131"/>
          </a:p>
          <a:p>
            <a:pPr indent="0" lvl="0" marL="0" rtl="0" algn="l">
              <a:spcBef>
                <a:spcPts val="0"/>
              </a:spcBef>
              <a:spcAft>
                <a:spcPts val="0"/>
              </a:spcAft>
              <a:buNone/>
            </a:pPr>
            <a:r>
              <a:rPr lang="en" sz="1131"/>
              <a:t>     </a:t>
            </a:r>
            <a:r>
              <a:rPr lang="en" sz="1131"/>
              <a:t>Main info:</a:t>
            </a:r>
            <a:endParaRPr sz="1131"/>
          </a:p>
          <a:p>
            <a:pPr indent="-330572" lvl="0" marL="517417" rtl="0" algn="l">
              <a:spcBef>
                <a:spcPts val="0"/>
              </a:spcBef>
              <a:spcAft>
                <a:spcPts val="0"/>
              </a:spcAft>
              <a:buSzPts val="1132"/>
              <a:buChar char="●"/>
            </a:pPr>
            <a:r>
              <a:rPr lang="en" sz="1131"/>
              <a:t>ready_to_ship_date</a:t>
            </a:r>
            <a:endParaRPr sz="1131"/>
          </a:p>
          <a:p>
            <a:pPr indent="-330572" lvl="0" marL="517417" rtl="0" algn="l">
              <a:spcBef>
                <a:spcPts val="0"/>
              </a:spcBef>
              <a:spcAft>
                <a:spcPts val="0"/>
              </a:spcAft>
              <a:buSzPts val="1132"/>
              <a:buChar char="●"/>
            </a:pPr>
            <a:r>
              <a:rPr lang="en" sz="1131"/>
              <a:t>pickup_date</a:t>
            </a:r>
            <a:endParaRPr sz="1131"/>
          </a:p>
          <a:p>
            <a:pPr indent="0" lvl="0" marL="0" rtl="0" algn="l">
              <a:spcBef>
                <a:spcPts val="0"/>
              </a:spcBef>
              <a:spcAft>
                <a:spcPts val="0"/>
              </a:spcAft>
              <a:buNone/>
            </a:pPr>
            <a:r>
              <a:t/>
            </a:r>
            <a:endParaRPr sz="1131"/>
          </a:p>
        </p:txBody>
      </p:sp>
      <p:sp>
        <p:nvSpPr>
          <p:cNvPr id="886" name="Google Shape;886;p96"/>
          <p:cNvSpPr txBox="1"/>
          <p:nvPr>
            <p:ph idx="6" type="body"/>
          </p:nvPr>
        </p:nvSpPr>
        <p:spPr>
          <a:xfrm>
            <a:off x="4174302" y="3082626"/>
            <a:ext cx="2505900" cy="1315200"/>
          </a:xfrm>
          <a:prstGeom prst="rect">
            <a:avLst/>
          </a:prstGeom>
        </p:spPr>
        <p:txBody>
          <a:bodyPr anchorCtr="0" anchor="t" bIns="103475" lIns="103475" spcFirstLastPara="1" rIns="103475" wrap="square" tIns="103475">
            <a:noAutofit/>
          </a:bodyPr>
          <a:lstStyle/>
          <a:p>
            <a:pPr indent="0" lvl="0" marL="0" rtl="0" algn="l">
              <a:spcBef>
                <a:spcPts val="0"/>
              </a:spcBef>
              <a:spcAft>
                <a:spcPts val="0"/>
              </a:spcAft>
              <a:buNone/>
            </a:pPr>
            <a:r>
              <a:rPr lang="en" sz="1131"/>
              <a:t>     </a:t>
            </a:r>
            <a:r>
              <a:rPr lang="en" sz="1131"/>
              <a:t>Total records: 3002</a:t>
            </a:r>
            <a:endParaRPr sz="1131"/>
          </a:p>
          <a:p>
            <a:pPr indent="0" lvl="0" marL="0" rtl="0" algn="l">
              <a:spcBef>
                <a:spcPts val="0"/>
              </a:spcBef>
              <a:spcAft>
                <a:spcPts val="0"/>
              </a:spcAft>
              <a:buNone/>
            </a:pPr>
            <a:r>
              <a:rPr lang="en" sz="1131"/>
              <a:t>     Unique orders: 3002</a:t>
            </a:r>
            <a:endParaRPr sz="1131"/>
          </a:p>
          <a:p>
            <a:pPr indent="0" lvl="0" marL="0" rtl="0" algn="l">
              <a:spcBef>
                <a:spcPts val="0"/>
              </a:spcBef>
              <a:spcAft>
                <a:spcPts val="0"/>
              </a:spcAft>
              <a:buNone/>
            </a:pPr>
            <a:r>
              <a:t/>
            </a:r>
            <a:endParaRPr sz="1131"/>
          </a:p>
          <a:p>
            <a:pPr indent="0" lvl="0" marL="0" rtl="0" algn="l">
              <a:spcBef>
                <a:spcPts val="0"/>
              </a:spcBef>
              <a:spcAft>
                <a:spcPts val="0"/>
              </a:spcAft>
              <a:buNone/>
            </a:pPr>
            <a:r>
              <a:rPr lang="en" sz="1131"/>
              <a:t>    </a:t>
            </a:r>
            <a:r>
              <a:rPr lang="en" sz="1131"/>
              <a:t>Main info:</a:t>
            </a:r>
            <a:endParaRPr sz="1131"/>
          </a:p>
          <a:p>
            <a:pPr indent="-330572" lvl="0" marL="517417" rtl="0" algn="l">
              <a:spcBef>
                <a:spcPts val="0"/>
              </a:spcBef>
              <a:spcAft>
                <a:spcPts val="0"/>
              </a:spcAft>
              <a:buSzPts val="1132"/>
              <a:buChar char="●"/>
            </a:pPr>
            <a:r>
              <a:rPr lang="en" sz="1131"/>
              <a:t>on_truck_scan_date</a:t>
            </a:r>
            <a:endParaRPr sz="1131"/>
          </a:p>
          <a:p>
            <a:pPr indent="-330572" lvl="0" marL="517417" rtl="0" algn="l">
              <a:spcBef>
                <a:spcPts val="0"/>
              </a:spcBef>
              <a:spcAft>
                <a:spcPts val="0"/>
              </a:spcAft>
              <a:buSzPts val="1132"/>
              <a:buChar char="●"/>
            </a:pPr>
            <a:r>
              <a:rPr lang="en" sz="1131"/>
              <a:t>truck_ship_mode</a:t>
            </a:r>
            <a:endParaRPr sz="1131"/>
          </a:p>
          <a:p>
            <a:pPr indent="0" lvl="0" marL="0" rtl="0" algn="l">
              <a:spcBef>
                <a:spcPts val="0"/>
              </a:spcBef>
              <a:spcAft>
                <a:spcPts val="0"/>
              </a:spcAft>
              <a:buNone/>
            </a:pPr>
            <a:r>
              <a:t/>
            </a:r>
            <a:endParaRPr sz="1131"/>
          </a:p>
        </p:txBody>
      </p:sp>
      <p:sp>
        <p:nvSpPr>
          <p:cNvPr id="887" name="Google Shape;887;p96"/>
          <p:cNvSpPr txBox="1"/>
          <p:nvPr>
            <p:ph type="title"/>
          </p:nvPr>
        </p:nvSpPr>
        <p:spPr>
          <a:xfrm>
            <a:off x="228600" y="256925"/>
            <a:ext cx="57072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01 Data Overview and Cleaning</a:t>
            </a:r>
            <a:endParaRPr/>
          </a:p>
        </p:txBody>
      </p:sp>
      <p:sp>
        <p:nvSpPr>
          <p:cNvPr id="888" name="Google Shape;888;p96"/>
          <p:cNvSpPr/>
          <p:nvPr/>
        </p:nvSpPr>
        <p:spPr>
          <a:xfrm>
            <a:off x="6535130" y="2506231"/>
            <a:ext cx="2026500" cy="2406000"/>
          </a:xfrm>
          <a:prstGeom prst="round2SameRect">
            <a:avLst>
              <a:gd fmla="val 0" name="adj1"/>
              <a:gd fmla="val 14216" name="adj2"/>
            </a:avLst>
          </a:prstGeom>
          <a:solidFill>
            <a:schemeClr val="accent6"/>
          </a:solidFill>
          <a:ln>
            <a:noFill/>
          </a:ln>
        </p:spPr>
        <p:txBody>
          <a:bodyPr anchorCtr="0" anchor="ctr" bIns="103475" lIns="103475" spcFirstLastPara="1" rIns="103475" wrap="square" tIns="103475">
            <a:noAutofit/>
          </a:bodyPr>
          <a:lstStyle/>
          <a:p>
            <a:pPr indent="0" lvl="0" marL="0" rtl="0" algn="ctr">
              <a:spcBef>
                <a:spcPts val="0"/>
              </a:spcBef>
              <a:spcAft>
                <a:spcPts val="0"/>
              </a:spcAft>
              <a:buNone/>
            </a:pPr>
            <a:r>
              <a:t/>
            </a:r>
            <a:endParaRPr sz="1584">
              <a:solidFill>
                <a:schemeClr val="dk1"/>
              </a:solidFill>
              <a:latin typeface="Nunito Sans"/>
              <a:ea typeface="Nunito Sans"/>
              <a:cs typeface="Nunito Sans"/>
              <a:sym typeface="Nunito Sans"/>
            </a:endParaRPr>
          </a:p>
        </p:txBody>
      </p:sp>
      <p:sp>
        <p:nvSpPr>
          <p:cNvPr id="889" name="Google Shape;889;p96"/>
          <p:cNvSpPr/>
          <p:nvPr/>
        </p:nvSpPr>
        <p:spPr>
          <a:xfrm>
            <a:off x="6535110" y="2260256"/>
            <a:ext cx="2026500" cy="453000"/>
          </a:xfrm>
          <a:prstGeom prst="roundRect">
            <a:avLst>
              <a:gd fmla="val 50000" name="adj"/>
            </a:avLst>
          </a:prstGeom>
          <a:solidFill>
            <a:schemeClr val="lt2"/>
          </a:solidFill>
          <a:ln>
            <a:noFill/>
          </a:ln>
        </p:spPr>
        <p:txBody>
          <a:bodyPr anchorCtr="0" anchor="ctr" bIns="103475" lIns="310425" spcFirstLastPara="1" rIns="310425" wrap="square" tIns="103475">
            <a:noAutofit/>
          </a:bodyPr>
          <a:lstStyle/>
          <a:p>
            <a:pPr indent="0" lvl="0" marL="0" rtl="0" algn="l">
              <a:spcBef>
                <a:spcPts val="0"/>
              </a:spcBef>
              <a:spcAft>
                <a:spcPts val="0"/>
              </a:spcAft>
              <a:buNone/>
            </a:pPr>
            <a:r>
              <a:t/>
            </a:r>
            <a:endParaRPr b="1" sz="1131">
              <a:solidFill>
                <a:schemeClr val="dk2"/>
              </a:solidFill>
              <a:latin typeface="Nunito Sans"/>
              <a:ea typeface="Nunito Sans"/>
              <a:cs typeface="Nunito Sans"/>
              <a:sym typeface="Nunito Sans"/>
            </a:endParaRPr>
          </a:p>
        </p:txBody>
      </p:sp>
      <p:sp>
        <p:nvSpPr>
          <p:cNvPr id="890" name="Google Shape;890;p96"/>
          <p:cNvSpPr txBox="1"/>
          <p:nvPr>
            <p:ph idx="3" type="subTitle"/>
          </p:nvPr>
        </p:nvSpPr>
        <p:spPr>
          <a:xfrm>
            <a:off x="6535137" y="2260256"/>
            <a:ext cx="2029200" cy="453000"/>
          </a:xfrm>
          <a:prstGeom prst="rect">
            <a:avLst/>
          </a:prstGeom>
        </p:spPr>
        <p:txBody>
          <a:bodyPr anchorCtr="0" anchor="ctr" bIns="103475" lIns="103475" spcFirstLastPara="1" rIns="103475" wrap="square" tIns="103475">
            <a:noAutofit/>
          </a:bodyPr>
          <a:lstStyle/>
          <a:p>
            <a:pPr indent="0" lvl="0" marL="0" rtl="0" algn="l">
              <a:spcBef>
                <a:spcPts val="0"/>
              </a:spcBef>
              <a:spcAft>
                <a:spcPts val="0"/>
              </a:spcAft>
              <a:buNone/>
            </a:pPr>
            <a:r>
              <a:rPr lang="en" sz="1400"/>
              <a:t>Campaign</a:t>
            </a:r>
            <a:endParaRPr sz="1400"/>
          </a:p>
        </p:txBody>
      </p:sp>
      <p:sp>
        <p:nvSpPr>
          <p:cNvPr id="891" name="Google Shape;891;p96"/>
          <p:cNvSpPr txBox="1"/>
          <p:nvPr>
            <p:ph idx="6" type="body"/>
          </p:nvPr>
        </p:nvSpPr>
        <p:spPr>
          <a:xfrm>
            <a:off x="6381249" y="3083984"/>
            <a:ext cx="2313000" cy="1315200"/>
          </a:xfrm>
          <a:prstGeom prst="rect">
            <a:avLst/>
          </a:prstGeom>
        </p:spPr>
        <p:txBody>
          <a:bodyPr anchorCtr="0" anchor="t" bIns="103475" lIns="103475" spcFirstLastPara="1" rIns="103475" wrap="square" tIns="103475">
            <a:noAutofit/>
          </a:bodyPr>
          <a:lstStyle/>
          <a:p>
            <a:pPr indent="0" lvl="0" marL="0" rtl="0" algn="l">
              <a:spcBef>
                <a:spcPts val="0"/>
              </a:spcBef>
              <a:spcAft>
                <a:spcPts val="0"/>
              </a:spcAft>
              <a:buNone/>
            </a:pPr>
            <a:r>
              <a:rPr lang="en" sz="1131"/>
              <a:t>     </a:t>
            </a:r>
            <a:r>
              <a:rPr lang="en" sz="1131"/>
              <a:t>Total records: 333</a:t>
            </a:r>
            <a:endParaRPr sz="1131"/>
          </a:p>
          <a:p>
            <a:pPr indent="0" lvl="0" marL="0" rtl="0" algn="l">
              <a:spcBef>
                <a:spcPts val="0"/>
              </a:spcBef>
              <a:spcAft>
                <a:spcPts val="0"/>
              </a:spcAft>
              <a:buNone/>
            </a:pPr>
            <a:r>
              <a:rPr lang="en" sz="1131"/>
              <a:t>     Unique orders: 333</a:t>
            </a:r>
            <a:endParaRPr sz="1131"/>
          </a:p>
          <a:p>
            <a:pPr indent="0" lvl="0" marL="0" rtl="0" algn="l">
              <a:spcBef>
                <a:spcPts val="0"/>
              </a:spcBef>
              <a:spcAft>
                <a:spcPts val="0"/>
              </a:spcAft>
              <a:buNone/>
            </a:pPr>
            <a:r>
              <a:t/>
            </a:r>
            <a:endParaRPr sz="1131"/>
          </a:p>
          <a:p>
            <a:pPr indent="0" lvl="0" marL="0" rtl="0" algn="l">
              <a:spcBef>
                <a:spcPts val="0"/>
              </a:spcBef>
              <a:spcAft>
                <a:spcPts val="0"/>
              </a:spcAft>
              <a:buNone/>
            </a:pPr>
            <a:r>
              <a:rPr lang="en" sz="1131"/>
              <a:t>    </a:t>
            </a:r>
            <a:r>
              <a:rPr lang="en" sz="1131"/>
              <a:t>Main info:</a:t>
            </a:r>
            <a:endParaRPr sz="1131"/>
          </a:p>
          <a:p>
            <a:pPr indent="-330572" lvl="0" marL="517417" rtl="0" algn="l">
              <a:spcBef>
                <a:spcPts val="0"/>
              </a:spcBef>
              <a:spcAft>
                <a:spcPts val="0"/>
              </a:spcAft>
              <a:buSzPts val="1132"/>
              <a:buChar char="●"/>
            </a:pPr>
            <a:r>
              <a:rPr lang="en" sz="1131"/>
              <a:t>arrival_scan-date</a:t>
            </a:r>
            <a:endParaRPr sz="1131"/>
          </a:p>
          <a:p>
            <a:pPr indent="0" lvl="0" marL="0" rtl="0" algn="l">
              <a:spcBef>
                <a:spcPts val="0"/>
              </a:spcBef>
              <a:spcAft>
                <a:spcPts val="0"/>
              </a:spcAft>
              <a:buNone/>
            </a:pPr>
            <a:r>
              <a:t/>
            </a:r>
            <a:endParaRPr sz="1131"/>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5" name="Shape 895"/>
        <p:cNvGrpSpPr/>
        <p:nvPr/>
      </p:nvGrpSpPr>
      <p:grpSpPr>
        <a:xfrm>
          <a:off x="0" y="0"/>
          <a:ext cx="0" cy="0"/>
          <a:chOff x="0" y="0"/>
          <a:chExt cx="0" cy="0"/>
        </a:xfrm>
      </p:grpSpPr>
      <p:sp>
        <p:nvSpPr>
          <p:cNvPr id="896" name="Google Shape;896;p97"/>
          <p:cNvSpPr/>
          <p:nvPr/>
        </p:nvSpPr>
        <p:spPr>
          <a:xfrm>
            <a:off x="228675" y="2215125"/>
            <a:ext cx="8489100" cy="2696100"/>
          </a:xfrm>
          <a:prstGeom prst="round2SameRect">
            <a:avLst>
              <a:gd fmla="val 0" name="adj1"/>
              <a:gd fmla="val 14216" name="adj2"/>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897" name="Google Shape;897;p97"/>
          <p:cNvSpPr/>
          <p:nvPr/>
        </p:nvSpPr>
        <p:spPr>
          <a:xfrm>
            <a:off x="228600" y="2014400"/>
            <a:ext cx="7278600" cy="400200"/>
          </a:xfrm>
          <a:prstGeom prst="roundRect">
            <a:avLst>
              <a:gd fmla="val 50000" name="adj"/>
            </a:avLst>
          </a:prstGeom>
          <a:solidFill>
            <a:schemeClr val="lt2"/>
          </a:solidFill>
          <a:ln>
            <a:noFill/>
          </a:ln>
        </p:spPr>
        <p:txBody>
          <a:bodyPr anchorCtr="0" anchor="ctr" bIns="91425" lIns="274300" spcFirstLastPara="1" rIns="274300" wrap="square" tIns="91425">
            <a:noAutofit/>
          </a:bodyPr>
          <a:lstStyle/>
          <a:p>
            <a:pPr indent="0" lvl="0" marL="0" rtl="0" algn="l">
              <a:spcBef>
                <a:spcPts val="0"/>
              </a:spcBef>
              <a:spcAft>
                <a:spcPts val="0"/>
              </a:spcAft>
              <a:buNone/>
            </a:pPr>
            <a:r>
              <a:t/>
            </a:r>
            <a:endParaRPr b="1" sz="1000">
              <a:solidFill>
                <a:schemeClr val="dk2"/>
              </a:solidFill>
              <a:latin typeface="Nunito Sans"/>
              <a:ea typeface="Nunito Sans"/>
              <a:cs typeface="Nunito Sans"/>
              <a:sym typeface="Nunito Sans"/>
            </a:endParaRPr>
          </a:p>
        </p:txBody>
      </p:sp>
      <p:sp>
        <p:nvSpPr>
          <p:cNvPr id="898" name="Google Shape;898;p97"/>
          <p:cNvSpPr txBox="1"/>
          <p:nvPr>
            <p:ph idx="1" type="subTitle"/>
          </p:nvPr>
        </p:nvSpPr>
        <p:spPr>
          <a:xfrm>
            <a:off x="228675" y="2014400"/>
            <a:ext cx="84891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rPr lang="en" sz="1400"/>
              <a:t>Key Takeaways:</a:t>
            </a:r>
            <a:endParaRPr sz="1400"/>
          </a:p>
        </p:txBody>
      </p:sp>
      <p:sp>
        <p:nvSpPr>
          <p:cNvPr id="899" name="Google Shape;899;p97"/>
          <p:cNvSpPr txBox="1"/>
          <p:nvPr>
            <p:ph idx="4" type="body"/>
          </p:nvPr>
        </p:nvSpPr>
        <p:spPr>
          <a:xfrm>
            <a:off x="0" y="2551050"/>
            <a:ext cx="8489100" cy="2023200"/>
          </a:xfrm>
          <a:prstGeom prst="rect">
            <a:avLst/>
          </a:prstGeom>
        </p:spPr>
        <p:txBody>
          <a:bodyPr anchorCtr="0" anchor="t" bIns="91425" lIns="274300" spcFirstLastPara="1" rIns="274300" wrap="square" tIns="91425">
            <a:noAutofit/>
          </a:bodyPr>
          <a:lstStyle/>
          <a:p>
            <a:pPr indent="-304800" lvl="0" marL="457200" rtl="0" algn="l">
              <a:spcBef>
                <a:spcPts val="0"/>
              </a:spcBef>
              <a:spcAft>
                <a:spcPts val="0"/>
              </a:spcAft>
              <a:buSzPts val="1200"/>
              <a:buChar char="●"/>
            </a:pPr>
            <a:r>
              <a:rPr lang="en" sz="1200"/>
              <a:t>The project uses </a:t>
            </a:r>
            <a:r>
              <a:rPr b="1" lang="en" sz="1200">
                <a:solidFill>
                  <a:schemeClr val="lt2"/>
                </a:solidFill>
              </a:rPr>
              <a:t>several datasets</a:t>
            </a:r>
            <a:r>
              <a:rPr lang="en" sz="1200"/>
              <a:t>: orders, intern warehouse observations, </a:t>
            </a:r>
            <a:r>
              <a:rPr lang="en" sz="1200"/>
              <a:t>shipment</a:t>
            </a:r>
            <a:r>
              <a:rPr lang="en" sz="1200"/>
              <a:t> scans, and customer arrival scans</a:t>
            </a:r>
            <a:endParaRPr sz="1200"/>
          </a:p>
          <a:p>
            <a:pPr indent="0" lvl="0" marL="457200" rtl="0" algn="l">
              <a:spcBef>
                <a:spcPts val="0"/>
              </a:spcBef>
              <a:spcAft>
                <a:spcPts val="0"/>
              </a:spcAft>
              <a:buNone/>
            </a:pPr>
            <a:r>
              <a:t/>
            </a:r>
            <a:endParaRPr sz="1200"/>
          </a:p>
          <a:p>
            <a:pPr indent="-304800" lvl="0" marL="457200" rtl="0" algn="l">
              <a:spcBef>
                <a:spcPts val="0"/>
              </a:spcBef>
              <a:spcAft>
                <a:spcPts val="0"/>
              </a:spcAft>
              <a:buSzPts val="1200"/>
              <a:buChar char="●"/>
            </a:pPr>
            <a:r>
              <a:rPr lang="en" sz="1200"/>
              <a:t>The data was cleaned to make sure column names and date formats were </a:t>
            </a:r>
            <a:r>
              <a:rPr b="1" lang="en" sz="1200">
                <a:solidFill>
                  <a:schemeClr val="lt2"/>
                </a:solidFill>
              </a:rPr>
              <a:t>consistent</a:t>
            </a:r>
            <a:r>
              <a:rPr lang="en" sz="1200"/>
              <a:t>.</a:t>
            </a:r>
            <a:endParaRPr sz="1200"/>
          </a:p>
          <a:p>
            <a:pPr indent="0" lvl="0" marL="457200" rtl="0" algn="l">
              <a:spcBef>
                <a:spcPts val="0"/>
              </a:spcBef>
              <a:spcAft>
                <a:spcPts val="0"/>
              </a:spcAft>
              <a:buNone/>
            </a:pPr>
            <a:r>
              <a:t/>
            </a:r>
            <a:endParaRPr sz="1200"/>
          </a:p>
          <a:p>
            <a:pPr indent="-304800" lvl="0" marL="457200" rtl="0" algn="l">
              <a:spcBef>
                <a:spcPts val="0"/>
              </a:spcBef>
              <a:spcAft>
                <a:spcPts val="0"/>
              </a:spcAft>
              <a:buSzPts val="1200"/>
              <a:buChar char="●"/>
            </a:pPr>
            <a:r>
              <a:rPr lang="en" sz="1200"/>
              <a:t>Data columns were converted so we could </a:t>
            </a:r>
            <a:r>
              <a:rPr b="1" lang="en" sz="1200">
                <a:solidFill>
                  <a:schemeClr val="lt2"/>
                </a:solidFill>
              </a:rPr>
              <a:t>calculate time differences</a:t>
            </a:r>
            <a:r>
              <a:rPr lang="en" sz="1200"/>
              <a:t> between delivery stages.</a:t>
            </a:r>
            <a:endParaRPr sz="1200"/>
          </a:p>
          <a:p>
            <a:pPr indent="0" lvl="0" marL="0" rtl="0" algn="l">
              <a:spcBef>
                <a:spcPts val="0"/>
              </a:spcBef>
              <a:spcAft>
                <a:spcPts val="0"/>
              </a:spcAft>
              <a:buNone/>
            </a:pPr>
            <a:r>
              <a:t/>
            </a:r>
            <a:endParaRPr sz="1200"/>
          </a:p>
          <a:p>
            <a:pPr indent="-304800" lvl="0" marL="457200" rtl="0" algn="l">
              <a:spcBef>
                <a:spcPts val="0"/>
              </a:spcBef>
              <a:spcAft>
                <a:spcPts val="0"/>
              </a:spcAft>
              <a:buSzPts val="1200"/>
              <a:buChar char="●"/>
            </a:pPr>
            <a:r>
              <a:rPr lang="en" sz="1200"/>
              <a:t>After</a:t>
            </a:r>
            <a:r>
              <a:rPr lang="en" sz="1200"/>
              <a:t> cleaning, the datasets were </a:t>
            </a:r>
            <a:r>
              <a:rPr b="1" lang="en" sz="1200">
                <a:solidFill>
                  <a:schemeClr val="lt2"/>
                </a:solidFill>
              </a:rPr>
              <a:t>merged</a:t>
            </a:r>
            <a:r>
              <a:rPr lang="en" sz="1200"/>
              <a:t> to </a:t>
            </a:r>
            <a:r>
              <a:rPr lang="en" sz="1200"/>
              <a:t>reconstruct</a:t>
            </a:r>
            <a:r>
              <a:rPr lang="en" sz="1200"/>
              <a:t> the full delivery process for each order.</a:t>
            </a:r>
            <a:endParaRPr sz="1200"/>
          </a:p>
        </p:txBody>
      </p:sp>
      <p:sp>
        <p:nvSpPr>
          <p:cNvPr id="900" name="Google Shape;900;p97"/>
          <p:cNvSpPr txBox="1"/>
          <p:nvPr>
            <p:ph type="title"/>
          </p:nvPr>
        </p:nvSpPr>
        <p:spPr>
          <a:xfrm>
            <a:off x="228600" y="256925"/>
            <a:ext cx="57072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01 Data Overview &amp; Cleaning</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4" name="Shape 904"/>
        <p:cNvGrpSpPr/>
        <p:nvPr/>
      </p:nvGrpSpPr>
      <p:grpSpPr>
        <a:xfrm>
          <a:off x="0" y="0"/>
          <a:ext cx="0" cy="0"/>
          <a:chOff x="0" y="0"/>
          <a:chExt cx="0" cy="0"/>
        </a:xfrm>
      </p:grpSpPr>
      <p:sp>
        <p:nvSpPr>
          <p:cNvPr id="905" name="Google Shape;905;p98"/>
          <p:cNvSpPr txBox="1"/>
          <p:nvPr>
            <p:ph type="title"/>
          </p:nvPr>
        </p:nvSpPr>
        <p:spPr>
          <a:xfrm>
            <a:off x="228600" y="256925"/>
            <a:ext cx="67287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02 Delivery Process: Flow &amp; Steps</a:t>
            </a:r>
            <a:endParaRPr/>
          </a:p>
        </p:txBody>
      </p:sp>
      <p:sp>
        <p:nvSpPr>
          <p:cNvPr id="906" name="Google Shape;906;p98"/>
          <p:cNvSpPr/>
          <p:nvPr/>
        </p:nvSpPr>
        <p:spPr>
          <a:xfrm>
            <a:off x="228615" y="2785073"/>
            <a:ext cx="1665600" cy="2126100"/>
          </a:xfrm>
          <a:prstGeom prst="round2SameRect">
            <a:avLst>
              <a:gd fmla="val 0" name="adj1"/>
              <a:gd fmla="val 14216" name="adj2"/>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07" name="Google Shape;907;p98"/>
          <p:cNvSpPr/>
          <p:nvPr/>
        </p:nvSpPr>
        <p:spPr>
          <a:xfrm>
            <a:off x="228600" y="2568175"/>
            <a:ext cx="1665600" cy="400200"/>
          </a:xfrm>
          <a:prstGeom prst="roundRect">
            <a:avLst>
              <a:gd fmla="val 50000" name="adj"/>
            </a:avLst>
          </a:prstGeom>
          <a:solidFill>
            <a:schemeClr val="lt2"/>
          </a:solidFill>
          <a:ln>
            <a:noFill/>
          </a:ln>
        </p:spPr>
        <p:txBody>
          <a:bodyPr anchorCtr="0" anchor="ctr" bIns="91425" lIns="274300" spcFirstLastPara="1" rIns="274300" wrap="square" tIns="91425">
            <a:noAutofit/>
          </a:bodyPr>
          <a:lstStyle/>
          <a:p>
            <a:pPr indent="0" lvl="0" marL="0" rtl="0" algn="l">
              <a:spcBef>
                <a:spcPts val="0"/>
              </a:spcBef>
              <a:spcAft>
                <a:spcPts val="0"/>
              </a:spcAft>
              <a:buNone/>
            </a:pPr>
            <a:r>
              <a:t/>
            </a:r>
            <a:endParaRPr b="1" sz="1000">
              <a:solidFill>
                <a:schemeClr val="dk2"/>
              </a:solidFill>
              <a:latin typeface="Nunito Sans"/>
              <a:ea typeface="Nunito Sans"/>
              <a:cs typeface="Nunito Sans"/>
              <a:sym typeface="Nunito Sans"/>
            </a:endParaRPr>
          </a:p>
        </p:txBody>
      </p:sp>
      <p:sp>
        <p:nvSpPr>
          <p:cNvPr id="908" name="Google Shape;908;p98"/>
          <p:cNvSpPr/>
          <p:nvPr/>
        </p:nvSpPr>
        <p:spPr>
          <a:xfrm>
            <a:off x="3674146" y="2785073"/>
            <a:ext cx="1665600" cy="2126100"/>
          </a:xfrm>
          <a:prstGeom prst="round2SameRect">
            <a:avLst>
              <a:gd fmla="val 0" name="adj1"/>
              <a:gd fmla="val 14216" name="adj2"/>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09" name="Google Shape;909;p98"/>
          <p:cNvSpPr/>
          <p:nvPr/>
        </p:nvSpPr>
        <p:spPr>
          <a:xfrm>
            <a:off x="3674131" y="2568175"/>
            <a:ext cx="1665600" cy="400200"/>
          </a:xfrm>
          <a:prstGeom prst="roundRect">
            <a:avLst>
              <a:gd fmla="val 50000" name="adj"/>
            </a:avLst>
          </a:prstGeom>
          <a:solidFill>
            <a:srgbClr val="EA9999"/>
          </a:solidFill>
          <a:ln>
            <a:noFill/>
          </a:ln>
        </p:spPr>
        <p:txBody>
          <a:bodyPr anchorCtr="0" anchor="ctr" bIns="91425" lIns="274300" spcFirstLastPara="1" rIns="274300" wrap="square" tIns="91425">
            <a:noAutofit/>
          </a:bodyPr>
          <a:lstStyle/>
          <a:p>
            <a:pPr indent="0" lvl="0" marL="0" rtl="0" algn="l">
              <a:spcBef>
                <a:spcPts val="0"/>
              </a:spcBef>
              <a:spcAft>
                <a:spcPts val="0"/>
              </a:spcAft>
              <a:buNone/>
            </a:pPr>
            <a:r>
              <a:t/>
            </a:r>
            <a:endParaRPr b="1" sz="1000">
              <a:solidFill>
                <a:schemeClr val="dk2"/>
              </a:solidFill>
              <a:latin typeface="Nunito Sans"/>
              <a:ea typeface="Nunito Sans"/>
              <a:cs typeface="Nunito Sans"/>
              <a:sym typeface="Nunito Sans"/>
            </a:endParaRPr>
          </a:p>
        </p:txBody>
      </p:sp>
      <p:sp>
        <p:nvSpPr>
          <p:cNvPr id="910" name="Google Shape;910;p98"/>
          <p:cNvSpPr/>
          <p:nvPr/>
        </p:nvSpPr>
        <p:spPr>
          <a:xfrm>
            <a:off x="1952587" y="2785073"/>
            <a:ext cx="1665600" cy="2126100"/>
          </a:xfrm>
          <a:prstGeom prst="round2SameRect">
            <a:avLst>
              <a:gd fmla="val 0" name="adj1"/>
              <a:gd fmla="val 14216" name="adj2"/>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11" name="Google Shape;911;p98"/>
          <p:cNvSpPr/>
          <p:nvPr/>
        </p:nvSpPr>
        <p:spPr>
          <a:xfrm>
            <a:off x="1952572" y="2568175"/>
            <a:ext cx="1665600" cy="400200"/>
          </a:xfrm>
          <a:prstGeom prst="roundRect">
            <a:avLst>
              <a:gd fmla="val 50000" name="adj"/>
            </a:avLst>
          </a:prstGeom>
          <a:solidFill>
            <a:srgbClr val="EA9999"/>
          </a:solidFill>
          <a:ln>
            <a:noFill/>
          </a:ln>
        </p:spPr>
        <p:txBody>
          <a:bodyPr anchorCtr="0" anchor="ctr" bIns="91425" lIns="274300" spcFirstLastPara="1" rIns="274300" wrap="square" tIns="91425">
            <a:noAutofit/>
          </a:bodyPr>
          <a:lstStyle/>
          <a:p>
            <a:pPr indent="0" lvl="0" marL="0" rtl="0" algn="l">
              <a:spcBef>
                <a:spcPts val="0"/>
              </a:spcBef>
              <a:spcAft>
                <a:spcPts val="0"/>
              </a:spcAft>
              <a:buNone/>
            </a:pPr>
            <a:r>
              <a:t/>
            </a:r>
            <a:endParaRPr b="1" sz="1000">
              <a:solidFill>
                <a:schemeClr val="dk2"/>
              </a:solidFill>
              <a:latin typeface="Nunito Sans"/>
              <a:ea typeface="Nunito Sans"/>
              <a:cs typeface="Nunito Sans"/>
              <a:sym typeface="Nunito Sans"/>
            </a:endParaRPr>
          </a:p>
        </p:txBody>
      </p:sp>
      <p:sp>
        <p:nvSpPr>
          <p:cNvPr id="912" name="Google Shape;912;p98"/>
          <p:cNvSpPr txBox="1"/>
          <p:nvPr>
            <p:ph idx="1" type="subTitle"/>
          </p:nvPr>
        </p:nvSpPr>
        <p:spPr>
          <a:xfrm>
            <a:off x="230425" y="2568180"/>
            <a:ext cx="16680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rPr lang="en" sz="1200"/>
              <a:t>Order</a:t>
            </a:r>
            <a:endParaRPr sz="1200"/>
          </a:p>
        </p:txBody>
      </p:sp>
      <p:sp>
        <p:nvSpPr>
          <p:cNvPr id="913" name="Google Shape;913;p98"/>
          <p:cNvSpPr txBox="1"/>
          <p:nvPr>
            <p:ph idx="2" type="subTitle"/>
          </p:nvPr>
        </p:nvSpPr>
        <p:spPr>
          <a:xfrm>
            <a:off x="1952273" y="2568900"/>
            <a:ext cx="1668000" cy="400200"/>
          </a:xfrm>
          <a:prstGeom prst="rect">
            <a:avLst/>
          </a:prstGeom>
          <a:noFill/>
        </p:spPr>
        <p:txBody>
          <a:bodyPr anchorCtr="0" anchor="ctr" bIns="0" lIns="274300" spcFirstLastPara="1" rIns="274300" wrap="square" tIns="0">
            <a:noAutofit/>
          </a:bodyPr>
          <a:lstStyle/>
          <a:p>
            <a:pPr indent="0" lvl="0" marL="0" rtl="0" algn="l">
              <a:spcBef>
                <a:spcPts val="0"/>
              </a:spcBef>
              <a:spcAft>
                <a:spcPts val="0"/>
              </a:spcAft>
              <a:buNone/>
            </a:pPr>
            <a:r>
              <a:rPr lang="en" sz="1100"/>
              <a:t>Warehouse Processing</a:t>
            </a:r>
            <a:endParaRPr sz="1100"/>
          </a:p>
        </p:txBody>
      </p:sp>
      <p:sp>
        <p:nvSpPr>
          <p:cNvPr id="914" name="Google Shape;914;p98"/>
          <p:cNvSpPr txBox="1"/>
          <p:nvPr>
            <p:ph idx="3" type="subTitle"/>
          </p:nvPr>
        </p:nvSpPr>
        <p:spPr>
          <a:xfrm>
            <a:off x="3675940" y="2568900"/>
            <a:ext cx="16680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rPr lang="en" sz="1200"/>
              <a:t>Truck Picks Up</a:t>
            </a:r>
            <a:endParaRPr sz="1200"/>
          </a:p>
        </p:txBody>
      </p:sp>
      <p:sp>
        <p:nvSpPr>
          <p:cNvPr id="915" name="Google Shape;915;p98"/>
          <p:cNvSpPr txBox="1"/>
          <p:nvPr>
            <p:ph idx="4" type="body"/>
          </p:nvPr>
        </p:nvSpPr>
        <p:spPr>
          <a:xfrm>
            <a:off x="228600" y="3295579"/>
            <a:ext cx="1668000" cy="1385700"/>
          </a:xfrm>
          <a:prstGeom prst="rect">
            <a:avLst/>
          </a:prstGeom>
        </p:spPr>
        <p:txBody>
          <a:bodyPr anchorCtr="0" anchor="t" bIns="91425" lIns="274300" spcFirstLastPara="1" rIns="274300" wrap="square" tIns="91425">
            <a:noAutofit/>
          </a:bodyPr>
          <a:lstStyle/>
          <a:p>
            <a:pPr indent="0" lvl="0" marL="0" rtl="0" algn="l">
              <a:spcBef>
                <a:spcPts val="0"/>
              </a:spcBef>
              <a:spcAft>
                <a:spcPts val="0"/>
              </a:spcAft>
              <a:buNone/>
            </a:pPr>
            <a:r>
              <a:rPr lang="en"/>
              <a:t>-</a:t>
            </a:r>
            <a:r>
              <a:rPr lang="en"/>
              <a:t>Customer places an order</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t>
            </a:r>
            <a:r>
              <a:rPr lang="en"/>
              <a:t>Order is recorded in the system</a:t>
            </a:r>
            <a:endParaRPr/>
          </a:p>
        </p:txBody>
      </p:sp>
      <p:sp>
        <p:nvSpPr>
          <p:cNvPr id="916" name="Google Shape;916;p98"/>
          <p:cNvSpPr txBox="1"/>
          <p:nvPr>
            <p:ph idx="5" type="body"/>
          </p:nvPr>
        </p:nvSpPr>
        <p:spPr>
          <a:xfrm>
            <a:off x="1951373" y="3295577"/>
            <a:ext cx="1668000" cy="1162200"/>
          </a:xfrm>
          <a:prstGeom prst="rect">
            <a:avLst/>
          </a:prstGeom>
        </p:spPr>
        <p:txBody>
          <a:bodyPr anchorCtr="0" anchor="t" bIns="91425" lIns="274300" spcFirstLastPara="1" rIns="274300" wrap="square" tIns="91425">
            <a:noAutofit/>
          </a:bodyPr>
          <a:lstStyle/>
          <a:p>
            <a:pPr indent="0" lvl="0" marL="0" rtl="0" algn="l">
              <a:spcBef>
                <a:spcPts val="0"/>
              </a:spcBef>
              <a:spcAft>
                <a:spcPts val="0"/>
              </a:spcAft>
              <a:buNone/>
            </a:pPr>
            <a:r>
              <a:rPr lang="en"/>
              <a:t>-</a:t>
            </a:r>
            <a:r>
              <a:rPr lang="en"/>
              <a:t>Order is processed in the </a:t>
            </a:r>
            <a:r>
              <a:rPr lang="en"/>
              <a:t>warehouse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-Processing time: ~2 days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917" name="Google Shape;917;p98"/>
          <p:cNvSpPr txBox="1"/>
          <p:nvPr>
            <p:ph idx="6" type="body"/>
          </p:nvPr>
        </p:nvSpPr>
        <p:spPr>
          <a:xfrm>
            <a:off x="3674154" y="3295577"/>
            <a:ext cx="1668000" cy="1162200"/>
          </a:xfrm>
          <a:prstGeom prst="rect">
            <a:avLst/>
          </a:prstGeom>
        </p:spPr>
        <p:txBody>
          <a:bodyPr anchorCtr="0" anchor="t" bIns="91425" lIns="274300" spcFirstLastPara="1" rIns="274300" wrap="square" tIns="91425">
            <a:noAutofit/>
          </a:bodyPr>
          <a:lstStyle/>
          <a:p>
            <a:pPr indent="0" lvl="0" marL="0" rtl="0" algn="l">
              <a:spcBef>
                <a:spcPts val="0"/>
              </a:spcBef>
              <a:spcAft>
                <a:spcPts val="0"/>
              </a:spcAft>
              <a:buNone/>
            </a:pPr>
            <a:r>
              <a:rPr lang="en"/>
              <a:t>- </a:t>
            </a:r>
            <a:r>
              <a:rPr lang="en"/>
              <a:t>Logistics company</a:t>
            </a:r>
            <a:r>
              <a:rPr lang="en"/>
              <a:t> picks up the order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-Trucks leave: Monday, Wednesday, Friday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918" name="Google Shape;918;p98"/>
          <p:cNvSpPr/>
          <p:nvPr/>
        </p:nvSpPr>
        <p:spPr>
          <a:xfrm>
            <a:off x="5401702" y="2786257"/>
            <a:ext cx="1665600" cy="2126100"/>
          </a:xfrm>
          <a:prstGeom prst="round2SameRect">
            <a:avLst>
              <a:gd fmla="val 0" name="adj1"/>
              <a:gd fmla="val 14216" name="adj2"/>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19" name="Google Shape;919;p98"/>
          <p:cNvSpPr/>
          <p:nvPr/>
        </p:nvSpPr>
        <p:spPr>
          <a:xfrm>
            <a:off x="5401686" y="2568911"/>
            <a:ext cx="1665600" cy="400200"/>
          </a:xfrm>
          <a:prstGeom prst="roundRect">
            <a:avLst>
              <a:gd fmla="val 50000" name="adj"/>
            </a:avLst>
          </a:prstGeom>
          <a:solidFill>
            <a:schemeClr val="lt2"/>
          </a:solidFill>
          <a:ln>
            <a:noFill/>
          </a:ln>
        </p:spPr>
        <p:txBody>
          <a:bodyPr anchorCtr="0" anchor="ctr" bIns="91425" lIns="274300" spcFirstLastPara="1" rIns="274300" wrap="square" tIns="91425">
            <a:noAutofit/>
          </a:bodyPr>
          <a:lstStyle/>
          <a:p>
            <a:pPr indent="0" lvl="0" marL="0" rtl="0" algn="l">
              <a:spcBef>
                <a:spcPts val="0"/>
              </a:spcBef>
              <a:spcAft>
                <a:spcPts val="0"/>
              </a:spcAft>
              <a:buNone/>
            </a:pPr>
            <a:r>
              <a:t/>
            </a:r>
            <a:endParaRPr b="1" sz="1000">
              <a:solidFill>
                <a:schemeClr val="dk2"/>
              </a:solidFill>
              <a:latin typeface="Nunito Sans"/>
              <a:ea typeface="Nunito Sans"/>
              <a:cs typeface="Nunito Sans"/>
              <a:sym typeface="Nunito Sans"/>
            </a:endParaRPr>
          </a:p>
        </p:txBody>
      </p:sp>
      <p:sp>
        <p:nvSpPr>
          <p:cNvPr id="920" name="Google Shape;920;p98"/>
          <p:cNvSpPr txBox="1"/>
          <p:nvPr>
            <p:ph idx="3" type="subTitle"/>
          </p:nvPr>
        </p:nvSpPr>
        <p:spPr>
          <a:xfrm>
            <a:off x="5401708" y="2568911"/>
            <a:ext cx="16680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rPr lang="en" sz="1100"/>
              <a:t>Transportation</a:t>
            </a:r>
            <a:endParaRPr sz="1100"/>
          </a:p>
        </p:txBody>
      </p:sp>
      <p:sp>
        <p:nvSpPr>
          <p:cNvPr id="921" name="Google Shape;921;p98"/>
          <p:cNvSpPr txBox="1"/>
          <p:nvPr>
            <p:ph idx="6" type="body"/>
          </p:nvPr>
        </p:nvSpPr>
        <p:spPr>
          <a:xfrm>
            <a:off x="5401709" y="3296761"/>
            <a:ext cx="1668000" cy="1162200"/>
          </a:xfrm>
          <a:prstGeom prst="rect">
            <a:avLst/>
          </a:prstGeom>
        </p:spPr>
        <p:txBody>
          <a:bodyPr anchorCtr="0" anchor="t" bIns="91425" lIns="274300" spcFirstLastPara="1" rIns="274300" wrap="square" tIns="91425">
            <a:noAutofit/>
          </a:bodyPr>
          <a:lstStyle/>
          <a:p>
            <a:pPr indent="0" lvl="0" marL="0" rtl="0" algn="l">
              <a:spcBef>
                <a:spcPts val="0"/>
              </a:spcBef>
              <a:spcAft>
                <a:spcPts val="0"/>
              </a:spcAft>
              <a:buNone/>
            </a:pPr>
            <a:r>
              <a:rPr lang="en"/>
              <a:t>-The order is transported to the customer</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-Average delivery time: ~3 days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922" name="Google Shape;922;p98"/>
          <p:cNvSpPr/>
          <p:nvPr/>
        </p:nvSpPr>
        <p:spPr>
          <a:xfrm>
            <a:off x="7123418" y="2785532"/>
            <a:ext cx="1665600" cy="2126100"/>
          </a:xfrm>
          <a:prstGeom prst="round2SameRect">
            <a:avLst>
              <a:gd fmla="val 0" name="adj1"/>
              <a:gd fmla="val 14216" name="adj2"/>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23" name="Google Shape;923;p98"/>
          <p:cNvSpPr/>
          <p:nvPr/>
        </p:nvSpPr>
        <p:spPr>
          <a:xfrm>
            <a:off x="7123402" y="2568186"/>
            <a:ext cx="1665600" cy="400200"/>
          </a:xfrm>
          <a:prstGeom prst="roundRect">
            <a:avLst>
              <a:gd fmla="val 50000" name="adj"/>
            </a:avLst>
          </a:prstGeom>
          <a:solidFill>
            <a:schemeClr val="lt2"/>
          </a:solidFill>
          <a:ln>
            <a:noFill/>
          </a:ln>
        </p:spPr>
        <p:txBody>
          <a:bodyPr anchorCtr="0" anchor="ctr" bIns="91425" lIns="274300" spcFirstLastPara="1" rIns="274300" wrap="square" tIns="91425">
            <a:noAutofit/>
          </a:bodyPr>
          <a:lstStyle/>
          <a:p>
            <a:pPr indent="0" lvl="0" marL="0" rtl="0" algn="l">
              <a:spcBef>
                <a:spcPts val="0"/>
              </a:spcBef>
              <a:spcAft>
                <a:spcPts val="0"/>
              </a:spcAft>
              <a:buNone/>
            </a:pPr>
            <a:r>
              <a:t/>
            </a:r>
            <a:endParaRPr b="1" sz="1000">
              <a:solidFill>
                <a:schemeClr val="dk2"/>
              </a:solidFill>
              <a:latin typeface="Nunito Sans"/>
              <a:ea typeface="Nunito Sans"/>
              <a:cs typeface="Nunito Sans"/>
              <a:sym typeface="Nunito Sans"/>
            </a:endParaRPr>
          </a:p>
        </p:txBody>
      </p:sp>
      <p:sp>
        <p:nvSpPr>
          <p:cNvPr id="924" name="Google Shape;924;p98"/>
          <p:cNvSpPr txBox="1"/>
          <p:nvPr>
            <p:ph idx="3" type="subTitle"/>
          </p:nvPr>
        </p:nvSpPr>
        <p:spPr>
          <a:xfrm>
            <a:off x="7123424" y="2568186"/>
            <a:ext cx="16680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rPr lang="en" sz="1100"/>
              <a:t>Arrival</a:t>
            </a:r>
            <a:endParaRPr sz="1100"/>
          </a:p>
        </p:txBody>
      </p:sp>
      <p:sp>
        <p:nvSpPr>
          <p:cNvPr id="925" name="Google Shape;925;p98"/>
          <p:cNvSpPr txBox="1"/>
          <p:nvPr>
            <p:ph idx="6" type="body"/>
          </p:nvPr>
        </p:nvSpPr>
        <p:spPr>
          <a:xfrm>
            <a:off x="7123426" y="3296036"/>
            <a:ext cx="1668000" cy="1162200"/>
          </a:xfrm>
          <a:prstGeom prst="rect">
            <a:avLst/>
          </a:prstGeom>
        </p:spPr>
        <p:txBody>
          <a:bodyPr anchorCtr="0" anchor="t" bIns="91425" lIns="274300" spcFirstLastPara="1" rIns="274300" wrap="square" tIns="91425">
            <a:noAutofit/>
          </a:bodyPr>
          <a:lstStyle/>
          <a:p>
            <a:pPr indent="0" lvl="0" marL="0" rtl="0" algn="l">
              <a:spcBef>
                <a:spcPts val="0"/>
              </a:spcBef>
              <a:spcAft>
                <a:spcPts val="0"/>
              </a:spcAft>
              <a:buNone/>
            </a:pPr>
            <a:r>
              <a:rPr lang="en"/>
              <a:t>-Customer receives the order</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-Arrival scan recorded via QR code</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926" name="Google Shape;926;p98"/>
          <p:cNvSpPr/>
          <p:nvPr/>
        </p:nvSpPr>
        <p:spPr>
          <a:xfrm>
            <a:off x="289950" y="1310847"/>
            <a:ext cx="1665600" cy="908100"/>
          </a:xfrm>
          <a:prstGeom prst="round2SameRect">
            <a:avLst>
              <a:gd fmla="val 0" name="adj1"/>
              <a:gd fmla="val 14216"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27" name="Google Shape;927;p98"/>
          <p:cNvSpPr/>
          <p:nvPr/>
        </p:nvSpPr>
        <p:spPr>
          <a:xfrm>
            <a:off x="2014459" y="1310850"/>
            <a:ext cx="3325800" cy="908100"/>
          </a:xfrm>
          <a:prstGeom prst="round2SameRect">
            <a:avLst>
              <a:gd fmla="val 0" name="adj1"/>
              <a:gd fmla="val 14216"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28" name="Google Shape;928;p98"/>
          <p:cNvSpPr txBox="1"/>
          <p:nvPr>
            <p:ph idx="4" type="body"/>
          </p:nvPr>
        </p:nvSpPr>
        <p:spPr>
          <a:xfrm>
            <a:off x="290600" y="1400774"/>
            <a:ext cx="1668000" cy="1162200"/>
          </a:xfrm>
          <a:prstGeom prst="rect">
            <a:avLst/>
          </a:prstGeom>
        </p:spPr>
        <p:txBody>
          <a:bodyPr anchorCtr="0" anchor="t" bIns="91425" lIns="274300" spcFirstLastPara="1" rIns="274300" wrap="square" tIns="91425">
            <a:noAutofit/>
          </a:bodyPr>
          <a:lstStyle/>
          <a:p>
            <a:pPr indent="0" lvl="0" marL="0" rtl="0" algn="l">
              <a:spcBef>
                <a:spcPts val="0"/>
              </a:spcBef>
              <a:spcAft>
                <a:spcPts val="0"/>
              </a:spcAft>
              <a:buNone/>
            </a:pPr>
            <a:r>
              <a:rPr b="1" lang="en">
                <a:solidFill>
                  <a:schemeClr val="dk2"/>
                </a:solidFill>
              </a:rPr>
              <a:t>Orders Dataset</a:t>
            </a:r>
            <a:endParaRPr b="1">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lang="en" sz="900">
                <a:solidFill>
                  <a:schemeClr val="dk2"/>
                </a:solidFill>
              </a:rPr>
              <a:t>order_date</a:t>
            </a:r>
            <a:endParaRPr sz="900">
              <a:solidFill>
                <a:schemeClr val="dk2"/>
              </a:solidFill>
            </a:endParaRPr>
          </a:p>
          <a:p>
            <a:pPr indent="0" lvl="0" marL="0" rtl="0" algn="l">
              <a:spcBef>
                <a:spcPts val="0"/>
              </a:spcBef>
              <a:spcAft>
                <a:spcPts val="0"/>
              </a:spcAft>
              <a:buNone/>
            </a:pPr>
            <a:r>
              <a:rPr lang="en" sz="900">
                <a:solidFill>
                  <a:schemeClr val="dk2"/>
                </a:solidFill>
              </a:rPr>
              <a:t>ship_mode</a:t>
            </a:r>
            <a:endParaRPr sz="900">
              <a:solidFill>
                <a:schemeClr val="dk2"/>
              </a:solidFill>
            </a:endParaRPr>
          </a:p>
        </p:txBody>
      </p:sp>
      <p:sp>
        <p:nvSpPr>
          <p:cNvPr id="929" name="Google Shape;929;p98"/>
          <p:cNvSpPr txBox="1"/>
          <p:nvPr>
            <p:ph idx="5" type="body"/>
          </p:nvPr>
        </p:nvSpPr>
        <p:spPr>
          <a:xfrm>
            <a:off x="2013350" y="1400775"/>
            <a:ext cx="3325800" cy="1162200"/>
          </a:xfrm>
          <a:prstGeom prst="rect">
            <a:avLst/>
          </a:prstGeom>
        </p:spPr>
        <p:txBody>
          <a:bodyPr anchorCtr="0" anchor="t" bIns="91425" lIns="274300" spcFirstLastPara="1" rIns="274300" wrap="square" tIns="91425">
            <a:noAutofit/>
          </a:bodyPr>
          <a:lstStyle/>
          <a:p>
            <a:pPr indent="0" lvl="0" marL="0" rtl="0" algn="l">
              <a:spcBef>
                <a:spcPts val="0"/>
              </a:spcBef>
              <a:spcAft>
                <a:spcPts val="0"/>
              </a:spcAft>
              <a:buNone/>
            </a:pPr>
            <a:r>
              <a:rPr b="1" lang="en">
                <a:solidFill>
                  <a:schemeClr val="dk2"/>
                </a:solidFill>
              </a:rPr>
              <a:t>Intern Warehouse Observations</a:t>
            </a:r>
            <a:endParaRPr b="1">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lang="en" sz="900">
                <a:solidFill>
                  <a:schemeClr val="dk2"/>
                </a:solidFill>
              </a:rPr>
              <a:t>ready_to_ship_date</a:t>
            </a:r>
            <a:endParaRPr sz="900">
              <a:solidFill>
                <a:schemeClr val="dk2"/>
              </a:solidFill>
            </a:endParaRPr>
          </a:p>
          <a:p>
            <a:pPr indent="0" lvl="0" marL="0" rtl="0" algn="l">
              <a:spcBef>
                <a:spcPts val="0"/>
              </a:spcBef>
              <a:spcAft>
                <a:spcPts val="0"/>
              </a:spcAft>
              <a:buNone/>
            </a:pPr>
            <a:r>
              <a:rPr lang="en" sz="900">
                <a:solidFill>
                  <a:schemeClr val="dk2"/>
                </a:solidFill>
              </a:rPr>
              <a:t>pick_up_date</a:t>
            </a:r>
            <a:endParaRPr sz="900">
              <a:solidFill>
                <a:schemeClr val="dk2"/>
              </a:solidFill>
            </a:endParaRPr>
          </a:p>
        </p:txBody>
      </p:sp>
      <p:sp>
        <p:nvSpPr>
          <p:cNvPr id="930" name="Google Shape;930;p98"/>
          <p:cNvSpPr/>
          <p:nvPr/>
        </p:nvSpPr>
        <p:spPr>
          <a:xfrm>
            <a:off x="5463035" y="1311353"/>
            <a:ext cx="1665600" cy="908100"/>
          </a:xfrm>
          <a:prstGeom prst="round2SameRect">
            <a:avLst>
              <a:gd fmla="val 0" name="adj1"/>
              <a:gd fmla="val 14216"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31" name="Google Shape;931;p98"/>
          <p:cNvSpPr txBox="1"/>
          <p:nvPr>
            <p:ph idx="6" type="body"/>
          </p:nvPr>
        </p:nvSpPr>
        <p:spPr>
          <a:xfrm>
            <a:off x="5401675" y="1401950"/>
            <a:ext cx="1668000" cy="1162200"/>
          </a:xfrm>
          <a:prstGeom prst="rect">
            <a:avLst/>
          </a:prstGeom>
        </p:spPr>
        <p:txBody>
          <a:bodyPr anchorCtr="0" anchor="t" bIns="91425" lIns="274300" spcFirstLastPara="1" rIns="274300" wrap="square" tIns="91425">
            <a:noAutofit/>
          </a:bodyPr>
          <a:lstStyle/>
          <a:p>
            <a:pPr indent="0" lvl="0" marL="0" rtl="0" algn="l">
              <a:spcBef>
                <a:spcPts val="0"/>
              </a:spcBef>
              <a:spcAft>
                <a:spcPts val="0"/>
              </a:spcAft>
              <a:buNone/>
            </a:pPr>
            <a:r>
              <a:rPr b="1" lang="en">
                <a:solidFill>
                  <a:schemeClr val="dk2"/>
                </a:solidFill>
              </a:rPr>
              <a:t>Shipment Scan Data</a:t>
            </a:r>
            <a:endParaRPr b="1">
              <a:solidFill>
                <a:schemeClr val="dk2"/>
              </a:solidFill>
            </a:endParaRPr>
          </a:p>
          <a:p>
            <a:pPr indent="0" lvl="0" marL="0" rtl="0" algn="l">
              <a:spcBef>
                <a:spcPts val="0"/>
              </a:spcBef>
              <a:spcAft>
                <a:spcPts val="0"/>
              </a:spcAft>
              <a:buNone/>
            </a:pPr>
            <a:r>
              <a:t/>
            </a:r>
            <a:endParaRPr sz="900">
              <a:solidFill>
                <a:schemeClr val="dk2"/>
              </a:solidFill>
            </a:endParaRPr>
          </a:p>
          <a:p>
            <a:pPr indent="0" lvl="0" marL="0" rtl="0" algn="l">
              <a:spcBef>
                <a:spcPts val="0"/>
              </a:spcBef>
              <a:spcAft>
                <a:spcPts val="0"/>
              </a:spcAft>
              <a:buNone/>
            </a:pPr>
            <a:r>
              <a:rPr lang="en" sz="900">
                <a:solidFill>
                  <a:schemeClr val="dk2"/>
                </a:solidFill>
              </a:rPr>
              <a:t>on_truck_scan_date</a:t>
            </a:r>
            <a:endParaRPr sz="900">
              <a:solidFill>
                <a:schemeClr val="dk2"/>
              </a:solidFill>
            </a:endParaRPr>
          </a:p>
          <a:p>
            <a:pPr indent="0" lvl="0" marL="0" rtl="0" algn="l">
              <a:spcBef>
                <a:spcPts val="0"/>
              </a:spcBef>
              <a:spcAft>
                <a:spcPts val="0"/>
              </a:spcAft>
              <a:buNone/>
            </a:pPr>
            <a:r>
              <a:rPr lang="en" sz="900">
                <a:solidFill>
                  <a:schemeClr val="dk2"/>
                </a:solidFill>
              </a:rPr>
              <a:t>truck_ship_mode</a:t>
            </a:r>
            <a:endParaRPr sz="900">
              <a:solidFill>
                <a:schemeClr val="dk2"/>
              </a:solidFill>
            </a:endParaRPr>
          </a:p>
        </p:txBody>
      </p:sp>
      <p:sp>
        <p:nvSpPr>
          <p:cNvPr id="932" name="Google Shape;932;p98"/>
          <p:cNvSpPr/>
          <p:nvPr/>
        </p:nvSpPr>
        <p:spPr>
          <a:xfrm>
            <a:off x="7184751" y="1311043"/>
            <a:ext cx="1665600" cy="908100"/>
          </a:xfrm>
          <a:prstGeom prst="round2SameRect">
            <a:avLst>
              <a:gd fmla="val 0" name="adj1"/>
              <a:gd fmla="val 14216"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Nunito Sans"/>
              <a:ea typeface="Nunito Sans"/>
              <a:cs typeface="Nunito Sans"/>
              <a:sym typeface="Nunito Sans"/>
            </a:endParaRPr>
          </a:p>
        </p:txBody>
      </p:sp>
      <p:sp>
        <p:nvSpPr>
          <p:cNvPr id="933" name="Google Shape;933;p98"/>
          <p:cNvSpPr txBox="1"/>
          <p:nvPr>
            <p:ph idx="6" type="body"/>
          </p:nvPr>
        </p:nvSpPr>
        <p:spPr>
          <a:xfrm>
            <a:off x="7128625" y="1401225"/>
            <a:ext cx="1724700" cy="1162200"/>
          </a:xfrm>
          <a:prstGeom prst="rect">
            <a:avLst/>
          </a:prstGeom>
        </p:spPr>
        <p:txBody>
          <a:bodyPr anchorCtr="0" anchor="t" bIns="91425" lIns="91425" spcFirstLastPara="1" rIns="10625" wrap="square" tIns="91425">
            <a:noAutofit/>
          </a:bodyPr>
          <a:lstStyle/>
          <a:p>
            <a:pPr indent="0" lvl="0" marL="0" rtl="0" algn="l">
              <a:spcBef>
                <a:spcPts val="0"/>
              </a:spcBef>
              <a:spcAft>
                <a:spcPts val="0"/>
              </a:spcAft>
              <a:buNone/>
            </a:pPr>
            <a:r>
              <a:rPr b="1" lang="en">
                <a:solidFill>
                  <a:schemeClr val="dk2"/>
                </a:solidFill>
              </a:rPr>
              <a:t>    Customer Arrival Scan Data</a:t>
            </a:r>
            <a:endParaRPr b="1">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lang="en" sz="900">
                <a:solidFill>
                  <a:schemeClr val="dk2"/>
                </a:solidFill>
              </a:rPr>
              <a:t>arrival_scan_date</a:t>
            </a:r>
            <a:endParaRPr sz="900">
              <a:solidFill>
                <a:schemeClr val="dk2"/>
              </a:solidFill>
            </a:endParaRPr>
          </a:p>
        </p:txBody>
      </p:sp>
      <p:sp>
        <p:nvSpPr>
          <p:cNvPr id="934" name="Google Shape;934;p98"/>
          <p:cNvSpPr/>
          <p:nvPr/>
        </p:nvSpPr>
        <p:spPr>
          <a:xfrm>
            <a:off x="228600" y="994350"/>
            <a:ext cx="8686800" cy="400200"/>
          </a:xfrm>
          <a:prstGeom prst="roundRect">
            <a:avLst>
              <a:gd fmla="val 50000" name="adj"/>
            </a:avLst>
          </a:prstGeom>
          <a:solidFill>
            <a:schemeClr val="lt2"/>
          </a:solidFill>
          <a:ln>
            <a:noFill/>
          </a:ln>
        </p:spPr>
        <p:txBody>
          <a:bodyPr anchorCtr="0" anchor="ctr" bIns="91425" lIns="274300" spcFirstLastPara="1" rIns="274300" wrap="square" tIns="91425">
            <a:noAutofit/>
          </a:bodyPr>
          <a:lstStyle/>
          <a:p>
            <a:pPr indent="0" lvl="0" marL="0" rtl="0" algn="l">
              <a:spcBef>
                <a:spcPts val="0"/>
              </a:spcBef>
              <a:spcAft>
                <a:spcPts val="0"/>
              </a:spcAft>
              <a:buNone/>
            </a:pPr>
            <a:r>
              <a:t/>
            </a:r>
            <a:endParaRPr b="1" sz="1000">
              <a:solidFill>
                <a:schemeClr val="dk2"/>
              </a:solidFill>
              <a:latin typeface="Nunito Sans"/>
              <a:ea typeface="Nunito Sans"/>
              <a:cs typeface="Nunito Sans"/>
              <a:sym typeface="Nunito Sans"/>
            </a:endParaRPr>
          </a:p>
        </p:txBody>
      </p:sp>
      <p:sp>
        <p:nvSpPr>
          <p:cNvPr id="935" name="Google Shape;935;p98"/>
          <p:cNvSpPr txBox="1"/>
          <p:nvPr>
            <p:ph type="title"/>
          </p:nvPr>
        </p:nvSpPr>
        <p:spPr>
          <a:xfrm>
            <a:off x="301050" y="955956"/>
            <a:ext cx="5707200" cy="4770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sz="1900">
                <a:solidFill>
                  <a:schemeClr val="dk2"/>
                </a:solidFill>
              </a:rPr>
              <a:t>Data Sources From:</a:t>
            </a:r>
            <a:endParaRPr sz="19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99"/>
          <p:cNvSpPr txBox="1"/>
          <p:nvPr>
            <p:ph type="title"/>
          </p:nvPr>
        </p:nvSpPr>
        <p:spPr>
          <a:xfrm>
            <a:off x="228600" y="256925"/>
            <a:ext cx="8277600" cy="5850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sz="2600"/>
              <a:t>Order &gt;&gt;&gt; Warehouse &gt;&gt;&gt; PickUp &gt;&gt;&gt;</a:t>
            </a:r>
            <a:endParaRPr sz="2600"/>
          </a:p>
        </p:txBody>
      </p:sp>
      <p:pic>
        <p:nvPicPr>
          <p:cNvPr id="941" name="Google Shape;941;p99"/>
          <p:cNvPicPr preferRelativeResize="0"/>
          <p:nvPr/>
        </p:nvPicPr>
        <p:blipFill rotWithShape="1">
          <a:blip r:embed="rId3">
            <a:alphaModFix/>
          </a:blip>
          <a:srcRect b="47271" l="0" r="0" t="4032"/>
          <a:stretch/>
        </p:blipFill>
        <p:spPr>
          <a:xfrm>
            <a:off x="289475" y="1738874"/>
            <a:ext cx="8368051" cy="23148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00"/>
          <p:cNvSpPr txBox="1"/>
          <p:nvPr>
            <p:ph type="title"/>
          </p:nvPr>
        </p:nvSpPr>
        <p:spPr>
          <a:xfrm>
            <a:off x="228600" y="256925"/>
            <a:ext cx="8188800" cy="5850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sz="2600"/>
              <a:t>You Order Is on the Way &gt;&gt;&gt; Delivery!</a:t>
            </a:r>
            <a:endParaRPr sz="2600"/>
          </a:p>
        </p:txBody>
      </p:sp>
      <p:pic>
        <p:nvPicPr>
          <p:cNvPr id="947" name="Google Shape;947;p100"/>
          <p:cNvPicPr preferRelativeResize="0"/>
          <p:nvPr/>
        </p:nvPicPr>
        <p:blipFill rotWithShape="1">
          <a:blip r:embed="rId3">
            <a:alphaModFix/>
          </a:blip>
          <a:srcRect b="0" l="0" r="30896" t="51791"/>
          <a:stretch/>
        </p:blipFill>
        <p:spPr>
          <a:xfrm>
            <a:off x="1228226" y="1639175"/>
            <a:ext cx="5803249" cy="2299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grpSp>
        <p:nvGrpSpPr>
          <p:cNvPr id="952" name="Google Shape;952;p101"/>
          <p:cNvGrpSpPr/>
          <p:nvPr/>
        </p:nvGrpSpPr>
        <p:grpSpPr>
          <a:xfrm>
            <a:off x="-443026" y="771385"/>
            <a:ext cx="4358410" cy="3487960"/>
            <a:chOff x="536925" y="238125"/>
            <a:chExt cx="6546125" cy="5238750"/>
          </a:xfrm>
        </p:grpSpPr>
        <p:sp>
          <p:nvSpPr>
            <p:cNvPr id="953" name="Google Shape;953;p101"/>
            <p:cNvSpPr/>
            <p:nvPr/>
          </p:nvSpPr>
          <p:spPr>
            <a:xfrm>
              <a:off x="536925" y="238125"/>
              <a:ext cx="6546125" cy="5238750"/>
            </a:xfrm>
            <a:custGeom>
              <a:rect b="b" l="l" r="r" t="t"/>
              <a:pathLst>
                <a:path extrusionOk="0" h="209550" w="261845">
                  <a:moveTo>
                    <a:pt x="135305" y="0"/>
                  </a:moveTo>
                  <a:lnTo>
                    <a:pt x="131254" y="74"/>
                  </a:lnTo>
                  <a:lnTo>
                    <a:pt x="127129" y="295"/>
                  </a:lnTo>
                  <a:lnTo>
                    <a:pt x="123078" y="589"/>
                  </a:lnTo>
                  <a:lnTo>
                    <a:pt x="118954" y="958"/>
                  </a:lnTo>
                  <a:lnTo>
                    <a:pt x="114829" y="1399"/>
                  </a:lnTo>
                  <a:lnTo>
                    <a:pt x="110704" y="1989"/>
                  </a:lnTo>
                  <a:lnTo>
                    <a:pt x="106579" y="2578"/>
                  </a:lnTo>
                  <a:lnTo>
                    <a:pt x="102455" y="3314"/>
                  </a:lnTo>
                  <a:lnTo>
                    <a:pt x="98256" y="4125"/>
                  </a:lnTo>
                  <a:lnTo>
                    <a:pt x="94132" y="5009"/>
                  </a:lnTo>
                  <a:lnTo>
                    <a:pt x="90964" y="5745"/>
                  </a:lnTo>
                  <a:lnTo>
                    <a:pt x="87797" y="6555"/>
                  </a:lnTo>
                  <a:lnTo>
                    <a:pt x="84704" y="7439"/>
                  </a:lnTo>
                  <a:lnTo>
                    <a:pt x="81537" y="8323"/>
                  </a:lnTo>
                  <a:lnTo>
                    <a:pt x="78443" y="9207"/>
                  </a:lnTo>
                  <a:lnTo>
                    <a:pt x="75276" y="10238"/>
                  </a:lnTo>
                  <a:lnTo>
                    <a:pt x="72182" y="11269"/>
                  </a:lnTo>
                  <a:lnTo>
                    <a:pt x="69089" y="12374"/>
                  </a:lnTo>
                  <a:lnTo>
                    <a:pt x="65995" y="13479"/>
                  </a:lnTo>
                  <a:lnTo>
                    <a:pt x="62975" y="14657"/>
                  </a:lnTo>
                  <a:lnTo>
                    <a:pt x="59882" y="15836"/>
                  </a:lnTo>
                  <a:lnTo>
                    <a:pt x="56862" y="17088"/>
                  </a:lnTo>
                  <a:lnTo>
                    <a:pt x="53842" y="18414"/>
                  </a:lnTo>
                  <a:lnTo>
                    <a:pt x="50822" y="19813"/>
                  </a:lnTo>
                  <a:lnTo>
                    <a:pt x="47802" y="21213"/>
                  </a:lnTo>
                  <a:lnTo>
                    <a:pt x="44782" y="22612"/>
                  </a:lnTo>
                  <a:lnTo>
                    <a:pt x="41836" y="24085"/>
                  </a:lnTo>
                  <a:lnTo>
                    <a:pt x="38890" y="25632"/>
                  </a:lnTo>
                  <a:lnTo>
                    <a:pt x="35944" y="27179"/>
                  </a:lnTo>
                  <a:lnTo>
                    <a:pt x="33071" y="28799"/>
                  </a:lnTo>
                  <a:lnTo>
                    <a:pt x="30199" y="30493"/>
                  </a:lnTo>
                  <a:lnTo>
                    <a:pt x="27326" y="32187"/>
                  </a:lnTo>
                  <a:lnTo>
                    <a:pt x="24454" y="33882"/>
                  </a:lnTo>
                  <a:lnTo>
                    <a:pt x="21655" y="35649"/>
                  </a:lnTo>
                  <a:lnTo>
                    <a:pt x="18856" y="37491"/>
                  </a:lnTo>
                  <a:lnTo>
                    <a:pt x="16057" y="39332"/>
                  </a:lnTo>
                  <a:lnTo>
                    <a:pt x="13332" y="41247"/>
                  </a:lnTo>
                  <a:lnTo>
                    <a:pt x="10606" y="43162"/>
                  </a:lnTo>
                  <a:lnTo>
                    <a:pt x="7881" y="45151"/>
                  </a:lnTo>
                  <a:lnTo>
                    <a:pt x="5230" y="47140"/>
                  </a:lnTo>
                  <a:lnTo>
                    <a:pt x="2578" y="49202"/>
                  </a:lnTo>
                  <a:lnTo>
                    <a:pt x="0" y="51264"/>
                  </a:lnTo>
                  <a:lnTo>
                    <a:pt x="0" y="52811"/>
                  </a:lnTo>
                  <a:lnTo>
                    <a:pt x="2578" y="50675"/>
                  </a:lnTo>
                  <a:lnTo>
                    <a:pt x="5230" y="48613"/>
                  </a:lnTo>
                  <a:lnTo>
                    <a:pt x="7881" y="46624"/>
                  </a:lnTo>
                  <a:lnTo>
                    <a:pt x="10606" y="44635"/>
                  </a:lnTo>
                  <a:lnTo>
                    <a:pt x="13332" y="42647"/>
                  </a:lnTo>
                  <a:lnTo>
                    <a:pt x="16057" y="40732"/>
                  </a:lnTo>
                  <a:lnTo>
                    <a:pt x="18856" y="38890"/>
                  </a:lnTo>
                  <a:lnTo>
                    <a:pt x="21655" y="37049"/>
                  </a:lnTo>
                  <a:lnTo>
                    <a:pt x="24527" y="35281"/>
                  </a:lnTo>
                  <a:lnTo>
                    <a:pt x="27326" y="33513"/>
                  </a:lnTo>
                  <a:lnTo>
                    <a:pt x="30199" y="31819"/>
                  </a:lnTo>
                  <a:lnTo>
                    <a:pt x="33145" y="30125"/>
                  </a:lnTo>
                  <a:lnTo>
                    <a:pt x="36017" y="28505"/>
                  </a:lnTo>
                  <a:lnTo>
                    <a:pt x="38964" y="26958"/>
                  </a:lnTo>
                  <a:lnTo>
                    <a:pt x="41910" y="25411"/>
                  </a:lnTo>
                  <a:lnTo>
                    <a:pt x="44930" y="23864"/>
                  </a:lnTo>
                  <a:lnTo>
                    <a:pt x="47876" y="22465"/>
                  </a:lnTo>
                  <a:lnTo>
                    <a:pt x="50896" y="21065"/>
                  </a:lnTo>
                  <a:lnTo>
                    <a:pt x="53916" y="19666"/>
                  </a:lnTo>
                  <a:lnTo>
                    <a:pt x="57009" y="18340"/>
                  </a:lnTo>
                  <a:lnTo>
                    <a:pt x="60029" y="17088"/>
                  </a:lnTo>
                  <a:lnTo>
                    <a:pt x="63123" y="15836"/>
                  </a:lnTo>
                  <a:lnTo>
                    <a:pt x="66216" y="14657"/>
                  </a:lnTo>
                  <a:lnTo>
                    <a:pt x="69310" y="13553"/>
                  </a:lnTo>
                  <a:lnTo>
                    <a:pt x="72403" y="12448"/>
                  </a:lnTo>
                  <a:lnTo>
                    <a:pt x="75497" y="11417"/>
                  </a:lnTo>
                  <a:lnTo>
                    <a:pt x="78664" y="10385"/>
                  </a:lnTo>
                  <a:lnTo>
                    <a:pt x="81758" y="9502"/>
                  </a:lnTo>
                  <a:lnTo>
                    <a:pt x="84925" y="8544"/>
                  </a:lnTo>
                  <a:lnTo>
                    <a:pt x="88092" y="7734"/>
                  </a:lnTo>
                  <a:lnTo>
                    <a:pt x="91185" y="6924"/>
                  </a:lnTo>
                  <a:lnTo>
                    <a:pt x="94353" y="6187"/>
                  </a:lnTo>
                  <a:lnTo>
                    <a:pt x="98551" y="5303"/>
                  </a:lnTo>
                  <a:lnTo>
                    <a:pt x="102676" y="4493"/>
                  </a:lnTo>
                  <a:lnTo>
                    <a:pt x="106800" y="3756"/>
                  </a:lnTo>
                  <a:lnTo>
                    <a:pt x="110851" y="3094"/>
                  </a:lnTo>
                  <a:lnTo>
                    <a:pt x="114976" y="2578"/>
                  </a:lnTo>
                  <a:lnTo>
                    <a:pt x="119101" y="2136"/>
                  </a:lnTo>
                  <a:lnTo>
                    <a:pt x="123152" y="1768"/>
                  </a:lnTo>
                  <a:lnTo>
                    <a:pt x="127203" y="1473"/>
                  </a:lnTo>
                  <a:lnTo>
                    <a:pt x="131254" y="1252"/>
                  </a:lnTo>
                  <a:lnTo>
                    <a:pt x="135305" y="1178"/>
                  </a:lnTo>
                  <a:lnTo>
                    <a:pt x="139356" y="1178"/>
                  </a:lnTo>
                  <a:lnTo>
                    <a:pt x="143333" y="1252"/>
                  </a:lnTo>
                  <a:lnTo>
                    <a:pt x="147311" y="1399"/>
                  </a:lnTo>
                  <a:lnTo>
                    <a:pt x="151288" y="1620"/>
                  </a:lnTo>
                  <a:lnTo>
                    <a:pt x="155266" y="1989"/>
                  </a:lnTo>
                  <a:lnTo>
                    <a:pt x="159243" y="2357"/>
                  </a:lnTo>
                  <a:lnTo>
                    <a:pt x="163147" y="2873"/>
                  </a:lnTo>
                  <a:lnTo>
                    <a:pt x="167050" y="3462"/>
                  </a:lnTo>
                  <a:lnTo>
                    <a:pt x="170954" y="4125"/>
                  </a:lnTo>
                  <a:lnTo>
                    <a:pt x="174784" y="4935"/>
                  </a:lnTo>
                  <a:lnTo>
                    <a:pt x="178614" y="5745"/>
                  </a:lnTo>
                  <a:lnTo>
                    <a:pt x="182444" y="6703"/>
                  </a:lnTo>
                  <a:lnTo>
                    <a:pt x="186201" y="7734"/>
                  </a:lnTo>
                  <a:lnTo>
                    <a:pt x="189957" y="8839"/>
                  </a:lnTo>
                  <a:lnTo>
                    <a:pt x="193714" y="10017"/>
                  </a:lnTo>
                  <a:lnTo>
                    <a:pt x="197470" y="11343"/>
                  </a:lnTo>
                  <a:lnTo>
                    <a:pt x="201079" y="12669"/>
                  </a:lnTo>
                  <a:lnTo>
                    <a:pt x="204762" y="14142"/>
                  </a:lnTo>
                  <a:lnTo>
                    <a:pt x="208371" y="15689"/>
                  </a:lnTo>
                  <a:lnTo>
                    <a:pt x="211980" y="17309"/>
                  </a:lnTo>
                  <a:lnTo>
                    <a:pt x="215516" y="19003"/>
                  </a:lnTo>
                  <a:lnTo>
                    <a:pt x="219051" y="20771"/>
                  </a:lnTo>
                  <a:lnTo>
                    <a:pt x="221482" y="22097"/>
                  </a:lnTo>
                  <a:lnTo>
                    <a:pt x="223986" y="23570"/>
                  </a:lnTo>
                  <a:lnTo>
                    <a:pt x="226564" y="25117"/>
                  </a:lnTo>
                  <a:lnTo>
                    <a:pt x="229142" y="26811"/>
                  </a:lnTo>
                  <a:lnTo>
                    <a:pt x="231794" y="28652"/>
                  </a:lnTo>
                  <a:lnTo>
                    <a:pt x="234372" y="30641"/>
                  </a:lnTo>
                  <a:lnTo>
                    <a:pt x="237023" y="32777"/>
                  </a:lnTo>
                  <a:lnTo>
                    <a:pt x="239527" y="35060"/>
                  </a:lnTo>
                  <a:lnTo>
                    <a:pt x="242032" y="37491"/>
                  </a:lnTo>
                  <a:lnTo>
                    <a:pt x="244462" y="40069"/>
                  </a:lnTo>
                  <a:lnTo>
                    <a:pt x="245641" y="41394"/>
                  </a:lnTo>
                  <a:lnTo>
                    <a:pt x="246746" y="42794"/>
                  </a:lnTo>
                  <a:lnTo>
                    <a:pt x="247850" y="44193"/>
                  </a:lnTo>
                  <a:lnTo>
                    <a:pt x="248955" y="45666"/>
                  </a:lnTo>
                  <a:lnTo>
                    <a:pt x="249986" y="47213"/>
                  </a:lnTo>
                  <a:lnTo>
                    <a:pt x="251018" y="48760"/>
                  </a:lnTo>
                  <a:lnTo>
                    <a:pt x="251975" y="50307"/>
                  </a:lnTo>
                  <a:lnTo>
                    <a:pt x="252933" y="51927"/>
                  </a:lnTo>
                  <a:lnTo>
                    <a:pt x="253817" y="53621"/>
                  </a:lnTo>
                  <a:lnTo>
                    <a:pt x="254627" y="55315"/>
                  </a:lnTo>
                  <a:lnTo>
                    <a:pt x="255437" y="57083"/>
                  </a:lnTo>
                  <a:lnTo>
                    <a:pt x="256174" y="58924"/>
                  </a:lnTo>
                  <a:lnTo>
                    <a:pt x="256910" y="60766"/>
                  </a:lnTo>
                  <a:lnTo>
                    <a:pt x="257573" y="62681"/>
                  </a:lnTo>
                  <a:lnTo>
                    <a:pt x="258162" y="64670"/>
                  </a:lnTo>
                  <a:lnTo>
                    <a:pt x="258678" y="66585"/>
                  </a:lnTo>
                  <a:lnTo>
                    <a:pt x="259120" y="68573"/>
                  </a:lnTo>
                  <a:lnTo>
                    <a:pt x="259562" y="70562"/>
                  </a:lnTo>
                  <a:lnTo>
                    <a:pt x="259856" y="72551"/>
                  </a:lnTo>
                  <a:lnTo>
                    <a:pt x="260151" y="74539"/>
                  </a:lnTo>
                  <a:lnTo>
                    <a:pt x="260372" y="76602"/>
                  </a:lnTo>
                  <a:lnTo>
                    <a:pt x="260519" y="78664"/>
                  </a:lnTo>
                  <a:lnTo>
                    <a:pt x="260667" y="80726"/>
                  </a:lnTo>
                  <a:lnTo>
                    <a:pt x="260667" y="82789"/>
                  </a:lnTo>
                  <a:lnTo>
                    <a:pt x="260667" y="84925"/>
                  </a:lnTo>
                  <a:lnTo>
                    <a:pt x="260593" y="87061"/>
                  </a:lnTo>
                  <a:lnTo>
                    <a:pt x="260446" y="89197"/>
                  </a:lnTo>
                  <a:lnTo>
                    <a:pt x="260225" y="91333"/>
                  </a:lnTo>
                  <a:lnTo>
                    <a:pt x="260004" y="93248"/>
                  </a:lnTo>
                  <a:lnTo>
                    <a:pt x="259709" y="95237"/>
                  </a:lnTo>
                  <a:lnTo>
                    <a:pt x="259414" y="97225"/>
                  </a:lnTo>
                  <a:lnTo>
                    <a:pt x="258972" y="99214"/>
                  </a:lnTo>
                  <a:lnTo>
                    <a:pt x="258531" y="101203"/>
                  </a:lnTo>
                  <a:lnTo>
                    <a:pt x="258089" y="103191"/>
                  </a:lnTo>
                  <a:lnTo>
                    <a:pt x="257573" y="105180"/>
                  </a:lnTo>
                  <a:lnTo>
                    <a:pt x="256984" y="107242"/>
                  </a:lnTo>
                  <a:lnTo>
                    <a:pt x="256321" y="109231"/>
                  </a:lnTo>
                  <a:lnTo>
                    <a:pt x="255658" y="111220"/>
                  </a:lnTo>
                  <a:lnTo>
                    <a:pt x="254921" y="113209"/>
                  </a:lnTo>
                  <a:lnTo>
                    <a:pt x="254111" y="115271"/>
                  </a:lnTo>
                  <a:lnTo>
                    <a:pt x="253301" y="117260"/>
                  </a:lnTo>
                  <a:lnTo>
                    <a:pt x="252417" y="119322"/>
                  </a:lnTo>
                  <a:lnTo>
                    <a:pt x="250502" y="123299"/>
                  </a:lnTo>
                  <a:lnTo>
                    <a:pt x="248587" y="126982"/>
                  </a:lnTo>
                  <a:lnTo>
                    <a:pt x="246525" y="130665"/>
                  </a:lnTo>
                  <a:lnTo>
                    <a:pt x="244389" y="134274"/>
                  </a:lnTo>
                  <a:lnTo>
                    <a:pt x="242032" y="137810"/>
                  </a:lnTo>
                  <a:lnTo>
                    <a:pt x="239601" y="141271"/>
                  </a:lnTo>
                  <a:lnTo>
                    <a:pt x="237097" y="144659"/>
                  </a:lnTo>
                  <a:lnTo>
                    <a:pt x="234445" y="147974"/>
                  </a:lnTo>
                  <a:lnTo>
                    <a:pt x="231646" y="151215"/>
                  </a:lnTo>
                  <a:lnTo>
                    <a:pt x="228774" y="154382"/>
                  </a:lnTo>
                  <a:lnTo>
                    <a:pt x="225828" y="157476"/>
                  </a:lnTo>
                  <a:lnTo>
                    <a:pt x="222808" y="160422"/>
                  </a:lnTo>
                  <a:lnTo>
                    <a:pt x="219714" y="163221"/>
                  </a:lnTo>
                  <a:lnTo>
                    <a:pt x="216547" y="165946"/>
                  </a:lnTo>
                  <a:lnTo>
                    <a:pt x="213232" y="168524"/>
                  </a:lnTo>
                  <a:lnTo>
                    <a:pt x="209918" y="171028"/>
                  </a:lnTo>
                  <a:lnTo>
                    <a:pt x="206603" y="173385"/>
                  </a:lnTo>
                  <a:lnTo>
                    <a:pt x="203805" y="175079"/>
                  </a:lnTo>
                  <a:lnTo>
                    <a:pt x="201006" y="176847"/>
                  </a:lnTo>
                  <a:lnTo>
                    <a:pt x="198133" y="178467"/>
                  </a:lnTo>
                  <a:lnTo>
                    <a:pt x="195187" y="180088"/>
                  </a:lnTo>
                  <a:lnTo>
                    <a:pt x="192093" y="181635"/>
                  </a:lnTo>
                  <a:lnTo>
                    <a:pt x="189000" y="183181"/>
                  </a:lnTo>
                  <a:lnTo>
                    <a:pt x="185759" y="184654"/>
                  </a:lnTo>
                  <a:lnTo>
                    <a:pt x="182444" y="186054"/>
                  </a:lnTo>
                  <a:lnTo>
                    <a:pt x="179056" y="187453"/>
                  </a:lnTo>
                  <a:lnTo>
                    <a:pt x="175595" y="188779"/>
                  </a:lnTo>
                  <a:lnTo>
                    <a:pt x="172059" y="190031"/>
                  </a:lnTo>
                  <a:lnTo>
                    <a:pt x="168376" y="191283"/>
                  </a:lnTo>
                  <a:lnTo>
                    <a:pt x="164694" y="192462"/>
                  </a:lnTo>
                  <a:lnTo>
                    <a:pt x="160863" y="193567"/>
                  </a:lnTo>
                  <a:lnTo>
                    <a:pt x="156886" y="194672"/>
                  </a:lnTo>
                  <a:lnTo>
                    <a:pt x="152909" y="195703"/>
                  </a:lnTo>
                  <a:lnTo>
                    <a:pt x="144144" y="197912"/>
                  </a:lnTo>
                  <a:lnTo>
                    <a:pt x="135747" y="199827"/>
                  </a:lnTo>
                  <a:lnTo>
                    <a:pt x="127718" y="201522"/>
                  </a:lnTo>
                  <a:lnTo>
                    <a:pt x="119911" y="203068"/>
                  </a:lnTo>
                  <a:lnTo>
                    <a:pt x="112398" y="204394"/>
                  </a:lnTo>
                  <a:lnTo>
                    <a:pt x="105106" y="205499"/>
                  </a:lnTo>
                  <a:lnTo>
                    <a:pt x="98035" y="206383"/>
                  </a:lnTo>
                  <a:lnTo>
                    <a:pt x="91038" y="207193"/>
                  </a:lnTo>
                  <a:lnTo>
                    <a:pt x="86692" y="207561"/>
                  </a:lnTo>
                  <a:lnTo>
                    <a:pt x="82420" y="207856"/>
                  </a:lnTo>
                  <a:lnTo>
                    <a:pt x="78222" y="208077"/>
                  </a:lnTo>
                  <a:lnTo>
                    <a:pt x="74097" y="208298"/>
                  </a:lnTo>
                  <a:lnTo>
                    <a:pt x="69973" y="208372"/>
                  </a:lnTo>
                  <a:lnTo>
                    <a:pt x="65995" y="208372"/>
                  </a:lnTo>
                  <a:lnTo>
                    <a:pt x="62018" y="208298"/>
                  </a:lnTo>
                  <a:lnTo>
                    <a:pt x="58114" y="208224"/>
                  </a:lnTo>
                  <a:lnTo>
                    <a:pt x="54210" y="208003"/>
                  </a:lnTo>
                  <a:lnTo>
                    <a:pt x="50380" y="207709"/>
                  </a:lnTo>
                  <a:lnTo>
                    <a:pt x="46624" y="207340"/>
                  </a:lnTo>
                  <a:lnTo>
                    <a:pt x="42941" y="206972"/>
                  </a:lnTo>
                  <a:lnTo>
                    <a:pt x="39258" y="206456"/>
                  </a:lnTo>
                  <a:lnTo>
                    <a:pt x="35649" y="205867"/>
                  </a:lnTo>
                  <a:lnTo>
                    <a:pt x="32114" y="205204"/>
                  </a:lnTo>
                  <a:lnTo>
                    <a:pt x="28578" y="204541"/>
                  </a:lnTo>
                  <a:lnTo>
                    <a:pt x="24527" y="203584"/>
                  </a:lnTo>
                  <a:lnTo>
                    <a:pt x="20550" y="202479"/>
                  </a:lnTo>
                  <a:lnTo>
                    <a:pt x="16793" y="201374"/>
                  </a:lnTo>
                  <a:lnTo>
                    <a:pt x="13184" y="200048"/>
                  </a:lnTo>
                  <a:lnTo>
                    <a:pt x="9649" y="198649"/>
                  </a:lnTo>
                  <a:lnTo>
                    <a:pt x="6261" y="197176"/>
                  </a:lnTo>
                  <a:lnTo>
                    <a:pt x="3094" y="195555"/>
                  </a:lnTo>
                  <a:lnTo>
                    <a:pt x="0" y="193861"/>
                  </a:lnTo>
                  <a:lnTo>
                    <a:pt x="0" y="195261"/>
                  </a:lnTo>
                  <a:lnTo>
                    <a:pt x="3020" y="196881"/>
                  </a:lnTo>
                  <a:lnTo>
                    <a:pt x="6261" y="198502"/>
                  </a:lnTo>
                  <a:lnTo>
                    <a:pt x="9575" y="199901"/>
                  </a:lnTo>
                  <a:lnTo>
                    <a:pt x="13111" y="201301"/>
                  </a:lnTo>
                  <a:lnTo>
                    <a:pt x="16720" y="202553"/>
                  </a:lnTo>
                  <a:lnTo>
                    <a:pt x="20403" y="203658"/>
                  </a:lnTo>
                  <a:lnTo>
                    <a:pt x="24306" y="204762"/>
                  </a:lnTo>
                  <a:lnTo>
                    <a:pt x="28284" y="205646"/>
                  </a:lnTo>
                  <a:lnTo>
                    <a:pt x="32850" y="206604"/>
                  </a:lnTo>
                  <a:lnTo>
                    <a:pt x="37491" y="207340"/>
                  </a:lnTo>
                  <a:lnTo>
                    <a:pt x="42205" y="208077"/>
                  </a:lnTo>
                  <a:lnTo>
                    <a:pt x="46992" y="208592"/>
                  </a:lnTo>
                  <a:lnTo>
                    <a:pt x="51853" y="209034"/>
                  </a:lnTo>
                  <a:lnTo>
                    <a:pt x="56788" y="209329"/>
                  </a:lnTo>
                  <a:lnTo>
                    <a:pt x="61797" y="209476"/>
                  </a:lnTo>
                  <a:lnTo>
                    <a:pt x="66953" y="209550"/>
                  </a:lnTo>
                  <a:lnTo>
                    <a:pt x="72845" y="209476"/>
                  </a:lnTo>
                  <a:lnTo>
                    <a:pt x="78811" y="209255"/>
                  </a:lnTo>
                  <a:lnTo>
                    <a:pt x="84925" y="208887"/>
                  </a:lnTo>
                  <a:lnTo>
                    <a:pt x="91185" y="208372"/>
                  </a:lnTo>
                  <a:lnTo>
                    <a:pt x="98109" y="207561"/>
                  </a:lnTo>
                  <a:lnTo>
                    <a:pt x="105254" y="206677"/>
                  </a:lnTo>
                  <a:lnTo>
                    <a:pt x="112619" y="205499"/>
                  </a:lnTo>
                  <a:lnTo>
                    <a:pt x="120132" y="204173"/>
                  </a:lnTo>
                  <a:lnTo>
                    <a:pt x="127939" y="202700"/>
                  </a:lnTo>
                  <a:lnTo>
                    <a:pt x="135968" y="200932"/>
                  </a:lnTo>
                  <a:lnTo>
                    <a:pt x="144438" y="199017"/>
                  </a:lnTo>
                  <a:lnTo>
                    <a:pt x="153130" y="196881"/>
                  </a:lnTo>
                  <a:lnTo>
                    <a:pt x="157181" y="195850"/>
                  </a:lnTo>
                  <a:lnTo>
                    <a:pt x="161158" y="194745"/>
                  </a:lnTo>
                  <a:lnTo>
                    <a:pt x="165062" y="193567"/>
                  </a:lnTo>
                  <a:lnTo>
                    <a:pt x="168818" y="192388"/>
                  </a:lnTo>
                  <a:lnTo>
                    <a:pt x="172501" y="191136"/>
                  </a:lnTo>
                  <a:lnTo>
                    <a:pt x="176036" y="189884"/>
                  </a:lnTo>
                  <a:lnTo>
                    <a:pt x="179572" y="188485"/>
                  </a:lnTo>
                  <a:lnTo>
                    <a:pt x="182960" y="187159"/>
                  </a:lnTo>
                  <a:lnTo>
                    <a:pt x="186275" y="185686"/>
                  </a:lnTo>
                  <a:lnTo>
                    <a:pt x="189515" y="184213"/>
                  </a:lnTo>
                  <a:lnTo>
                    <a:pt x="192683" y="182739"/>
                  </a:lnTo>
                  <a:lnTo>
                    <a:pt x="195702" y="181119"/>
                  </a:lnTo>
                  <a:lnTo>
                    <a:pt x="198722" y="179499"/>
                  </a:lnTo>
                  <a:lnTo>
                    <a:pt x="201595" y="177804"/>
                  </a:lnTo>
                  <a:lnTo>
                    <a:pt x="204467" y="176110"/>
                  </a:lnTo>
                  <a:lnTo>
                    <a:pt x="207193" y="174343"/>
                  </a:lnTo>
                  <a:lnTo>
                    <a:pt x="210654" y="171986"/>
                  </a:lnTo>
                  <a:lnTo>
                    <a:pt x="213969" y="169481"/>
                  </a:lnTo>
                  <a:lnTo>
                    <a:pt x="217283" y="166903"/>
                  </a:lnTo>
                  <a:lnTo>
                    <a:pt x="220451" y="164105"/>
                  </a:lnTo>
                  <a:lnTo>
                    <a:pt x="223618" y="161232"/>
                  </a:lnTo>
                  <a:lnTo>
                    <a:pt x="226711" y="158286"/>
                  </a:lnTo>
                  <a:lnTo>
                    <a:pt x="229658" y="155192"/>
                  </a:lnTo>
                  <a:lnTo>
                    <a:pt x="232530" y="152025"/>
                  </a:lnTo>
                  <a:lnTo>
                    <a:pt x="235329" y="148784"/>
                  </a:lnTo>
                  <a:lnTo>
                    <a:pt x="237981" y="145396"/>
                  </a:lnTo>
                  <a:lnTo>
                    <a:pt x="240559" y="141934"/>
                  </a:lnTo>
                  <a:lnTo>
                    <a:pt x="243063" y="138472"/>
                  </a:lnTo>
                  <a:lnTo>
                    <a:pt x="245346" y="134863"/>
                  </a:lnTo>
                  <a:lnTo>
                    <a:pt x="247556" y="131254"/>
                  </a:lnTo>
                  <a:lnTo>
                    <a:pt x="249618" y="127571"/>
                  </a:lnTo>
                  <a:lnTo>
                    <a:pt x="251533" y="123815"/>
                  </a:lnTo>
                  <a:lnTo>
                    <a:pt x="253522" y="119764"/>
                  </a:lnTo>
                  <a:lnTo>
                    <a:pt x="254406" y="117702"/>
                  </a:lnTo>
                  <a:lnTo>
                    <a:pt x="255216" y="115713"/>
                  </a:lnTo>
                  <a:lnTo>
                    <a:pt x="256026" y="113650"/>
                  </a:lnTo>
                  <a:lnTo>
                    <a:pt x="256763" y="111588"/>
                  </a:lnTo>
                  <a:lnTo>
                    <a:pt x="257426" y="109599"/>
                  </a:lnTo>
                  <a:lnTo>
                    <a:pt x="258089" y="107537"/>
                  </a:lnTo>
                  <a:lnTo>
                    <a:pt x="258678" y="105548"/>
                  </a:lnTo>
                  <a:lnTo>
                    <a:pt x="259193" y="103486"/>
                  </a:lnTo>
                  <a:lnTo>
                    <a:pt x="259709" y="101497"/>
                  </a:lnTo>
                  <a:lnTo>
                    <a:pt x="260151" y="99435"/>
                  </a:lnTo>
                  <a:lnTo>
                    <a:pt x="260519" y="97446"/>
                  </a:lnTo>
                  <a:lnTo>
                    <a:pt x="260887" y="95458"/>
                  </a:lnTo>
                  <a:lnTo>
                    <a:pt x="261182" y="93395"/>
                  </a:lnTo>
                  <a:lnTo>
                    <a:pt x="261403" y="91407"/>
                  </a:lnTo>
                  <a:lnTo>
                    <a:pt x="261624" y="89271"/>
                  </a:lnTo>
                  <a:lnTo>
                    <a:pt x="261771" y="87061"/>
                  </a:lnTo>
                  <a:lnTo>
                    <a:pt x="261845" y="84925"/>
                  </a:lnTo>
                  <a:lnTo>
                    <a:pt x="261845" y="82789"/>
                  </a:lnTo>
                  <a:lnTo>
                    <a:pt x="261845" y="80653"/>
                  </a:lnTo>
                  <a:lnTo>
                    <a:pt x="261698" y="78590"/>
                  </a:lnTo>
                  <a:lnTo>
                    <a:pt x="261550" y="76454"/>
                  </a:lnTo>
                  <a:lnTo>
                    <a:pt x="261329" y="74392"/>
                  </a:lnTo>
                  <a:lnTo>
                    <a:pt x="261035" y="72330"/>
                  </a:lnTo>
                  <a:lnTo>
                    <a:pt x="260667" y="70341"/>
                  </a:lnTo>
                  <a:lnTo>
                    <a:pt x="260298" y="68279"/>
                  </a:lnTo>
                  <a:lnTo>
                    <a:pt x="259783" y="66290"/>
                  </a:lnTo>
                  <a:lnTo>
                    <a:pt x="259267" y="64301"/>
                  </a:lnTo>
                  <a:lnTo>
                    <a:pt x="258678" y="62313"/>
                  </a:lnTo>
                  <a:lnTo>
                    <a:pt x="258015" y="60398"/>
                  </a:lnTo>
                  <a:lnTo>
                    <a:pt x="257278" y="58482"/>
                  </a:lnTo>
                  <a:lnTo>
                    <a:pt x="256542" y="56641"/>
                  </a:lnTo>
                  <a:lnTo>
                    <a:pt x="255732" y="54873"/>
                  </a:lnTo>
                  <a:lnTo>
                    <a:pt x="254848" y="53106"/>
                  </a:lnTo>
                  <a:lnTo>
                    <a:pt x="253964" y="51412"/>
                  </a:lnTo>
                  <a:lnTo>
                    <a:pt x="253006" y="49717"/>
                  </a:lnTo>
                  <a:lnTo>
                    <a:pt x="252049" y="48171"/>
                  </a:lnTo>
                  <a:lnTo>
                    <a:pt x="251018" y="46550"/>
                  </a:lnTo>
                  <a:lnTo>
                    <a:pt x="249913" y="45004"/>
                  </a:lnTo>
                  <a:lnTo>
                    <a:pt x="248808" y="43530"/>
                  </a:lnTo>
                  <a:lnTo>
                    <a:pt x="247703" y="42057"/>
                  </a:lnTo>
                  <a:lnTo>
                    <a:pt x="246525" y="40658"/>
                  </a:lnTo>
                  <a:lnTo>
                    <a:pt x="245346" y="39332"/>
                  </a:lnTo>
                  <a:lnTo>
                    <a:pt x="242916" y="36680"/>
                  </a:lnTo>
                  <a:lnTo>
                    <a:pt x="240411" y="34250"/>
                  </a:lnTo>
                  <a:lnTo>
                    <a:pt x="237760" y="31893"/>
                  </a:lnTo>
                  <a:lnTo>
                    <a:pt x="235182" y="29757"/>
                  </a:lnTo>
                  <a:lnTo>
                    <a:pt x="232530" y="27768"/>
                  </a:lnTo>
                  <a:lnTo>
                    <a:pt x="229879" y="25853"/>
                  </a:lnTo>
                  <a:lnTo>
                    <a:pt x="227227" y="24159"/>
                  </a:lnTo>
                  <a:lnTo>
                    <a:pt x="224649" y="22539"/>
                  </a:lnTo>
                  <a:lnTo>
                    <a:pt x="222071" y="21065"/>
                  </a:lnTo>
                  <a:lnTo>
                    <a:pt x="219640" y="19740"/>
                  </a:lnTo>
                  <a:lnTo>
                    <a:pt x="216031" y="17972"/>
                  </a:lnTo>
                  <a:lnTo>
                    <a:pt x="212496" y="16204"/>
                  </a:lnTo>
                  <a:lnTo>
                    <a:pt x="208887" y="14584"/>
                  </a:lnTo>
                  <a:lnTo>
                    <a:pt x="205204" y="13037"/>
                  </a:lnTo>
                  <a:lnTo>
                    <a:pt x="201521" y="11564"/>
                  </a:lnTo>
                  <a:lnTo>
                    <a:pt x="197838" y="10238"/>
                  </a:lnTo>
                  <a:lnTo>
                    <a:pt x="194082" y="8912"/>
                  </a:lnTo>
                  <a:lnTo>
                    <a:pt x="190326" y="7734"/>
                  </a:lnTo>
                  <a:lnTo>
                    <a:pt x="186569" y="6555"/>
                  </a:lnTo>
                  <a:lnTo>
                    <a:pt x="182739" y="5524"/>
                  </a:lnTo>
                  <a:lnTo>
                    <a:pt x="178909" y="4640"/>
                  </a:lnTo>
                  <a:lnTo>
                    <a:pt x="175079" y="3756"/>
                  </a:lnTo>
                  <a:lnTo>
                    <a:pt x="171175" y="3020"/>
                  </a:lnTo>
                  <a:lnTo>
                    <a:pt x="167271" y="2283"/>
                  </a:lnTo>
                  <a:lnTo>
                    <a:pt x="163294" y="1694"/>
                  </a:lnTo>
                  <a:lnTo>
                    <a:pt x="159390" y="1178"/>
                  </a:lnTo>
                  <a:lnTo>
                    <a:pt x="155413" y="810"/>
                  </a:lnTo>
                  <a:lnTo>
                    <a:pt x="151436" y="442"/>
                  </a:lnTo>
                  <a:lnTo>
                    <a:pt x="147384" y="221"/>
                  </a:lnTo>
                  <a:lnTo>
                    <a:pt x="143407" y="74"/>
                  </a:lnTo>
                  <a:lnTo>
                    <a:pt x="13935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2"/>
                </a:solidFill>
                <a:latin typeface="Nunito Sans"/>
                <a:ea typeface="Nunito Sans"/>
                <a:cs typeface="Nunito Sans"/>
                <a:sym typeface="Nunito Sans"/>
              </a:endParaRPr>
            </a:p>
          </p:txBody>
        </p:sp>
        <p:sp>
          <p:nvSpPr>
            <p:cNvPr id="954" name="Google Shape;954;p101"/>
            <p:cNvSpPr/>
            <p:nvPr/>
          </p:nvSpPr>
          <p:spPr>
            <a:xfrm>
              <a:off x="536925" y="582450"/>
              <a:ext cx="3622025" cy="1145375"/>
            </a:xfrm>
            <a:custGeom>
              <a:rect b="b" l="l" r="r" t="t"/>
              <a:pathLst>
                <a:path extrusionOk="0" h="45815" w="144881">
                  <a:moveTo>
                    <a:pt x="137294" y="1"/>
                  </a:moveTo>
                  <a:lnTo>
                    <a:pt x="133390" y="148"/>
                  </a:lnTo>
                  <a:lnTo>
                    <a:pt x="128750" y="295"/>
                  </a:lnTo>
                  <a:lnTo>
                    <a:pt x="123594" y="516"/>
                  </a:lnTo>
                  <a:lnTo>
                    <a:pt x="117775" y="958"/>
                  </a:lnTo>
                  <a:lnTo>
                    <a:pt x="111514" y="1474"/>
                  </a:lnTo>
                  <a:lnTo>
                    <a:pt x="104812" y="2284"/>
                  </a:lnTo>
                  <a:lnTo>
                    <a:pt x="97741" y="3168"/>
                  </a:lnTo>
                  <a:lnTo>
                    <a:pt x="94058" y="3757"/>
                  </a:lnTo>
                  <a:lnTo>
                    <a:pt x="90302" y="4346"/>
                  </a:lnTo>
                  <a:lnTo>
                    <a:pt x="86471" y="5083"/>
                  </a:lnTo>
                  <a:lnTo>
                    <a:pt x="82641" y="5819"/>
                  </a:lnTo>
                  <a:lnTo>
                    <a:pt x="78738" y="6630"/>
                  </a:lnTo>
                  <a:lnTo>
                    <a:pt x="74834" y="7513"/>
                  </a:lnTo>
                  <a:lnTo>
                    <a:pt x="70857" y="8471"/>
                  </a:lnTo>
                  <a:lnTo>
                    <a:pt x="66805" y="9502"/>
                  </a:lnTo>
                  <a:lnTo>
                    <a:pt x="62828" y="10681"/>
                  </a:lnTo>
                  <a:lnTo>
                    <a:pt x="58777" y="11859"/>
                  </a:lnTo>
                  <a:lnTo>
                    <a:pt x="54284" y="13332"/>
                  </a:lnTo>
                  <a:lnTo>
                    <a:pt x="49938" y="14879"/>
                  </a:lnTo>
                  <a:lnTo>
                    <a:pt x="45593" y="16499"/>
                  </a:lnTo>
                  <a:lnTo>
                    <a:pt x="41468" y="18194"/>
                  </a:lnTo>
                  <a:lnTo>
                    <a:pt x="37417" y="19961"/>
                  </a:lnTo>
                  <a:lnTo>
                    <a:pt x="33440" y="21803"/>
                  </a:lnTo>
                  <a:lnTo>
                    <a:pt x="29536" y="23644"/>
                  </a:lnTo>
                  <a:lnTo>
                    <a:pt x="25853" y="25633"/>
                  </a:lnTo>
                  <a:lnTo>
                    <a:pt x="22170" y="27695"/>
                  </a:lnTo>
                  <a:lnTo>
                    <a:pt x="18708" y="29831"/>
                  </a:lnTo>
                  <a:lnTo>
                    <a:pt x="15247" y="32041"/>
                  </a:lnTo>
                  <a:lnTo>
                    <a:pt x="12006" y="34324"/>
                  </a:lnTo>
                  <a:lnTo>
                    <a:pt x="8839" y="36681"/>
                  </a:lnTo>
                  <a:lnTo>
                    <a:pt x="5745" y="39112"/>
                  </a:lnTo>
                  <a:lnTo>
                    <a:pt x="2799" y="41616"/>
                  </a:lnTo>
                  <a:lnTo>
                    <a:pt x="0" y="44194"/>
                  </a:lnTo>
                  <a:lnTo>
                    <a:pt x="0" y="45814"/>
                  </a:lnTo>
                  <a:lnTo>
                    <a:pt x="2799" y="43236"/>
                  </a:lnTo>
                  <a:lnTo>
                    <a:pt x="5745" y="40658"/>
                  </a:lnTo>
                  <a:lnTo>
                    <a:pt x="8839" y="38228"/>
                  </a:lnTo>
                  <a:lnTo>
                    <a:pt x="12006" y="35797"/>
                  </a:lnTo>
                  <a:lnTo>
                    <a:pt x="15247" y="33514"/>
                  </a:lnTo>
                  <a:lnTo>
                    <a:pt x="18708" y="31231"/>
                  </a:lnTo>
                  <a:lnTo>
                    <a:pt x="22244" y="29095"/>
                  </a:lnTo>
                  <a:lnTo>
                    <a:pt x="25853" y="26959"/>
                  </a:lnTo>
                  <a:lnTo>
                    <a:pt x="29609" y="24970"/>
                  </a:lnTo>
                  <a:lnTo>
                    <a:pt x="33513" y="23055"/>
                  </a:lnTo>
                  <a:lnTo>
                    <a:pt x="37491" y="21140"/>
                  </a:lnTo>
                  <a:lnTo>
                    <a:pt x="41615" y="19372"/>
                  </a:lnTo>
                  <a:lnTo>
                    <a:pt x="45814" y="17678"/>
                  </a:lnTo>
                  <a:lnTo>
                    <a:pt x="50159" y="16057"/>
                  </a:lnTo>
                  <a:lnTo>
                    <a:pt x="54579" y="14511"/>
                  </a:lnTo>
                  <a:lnTo>
                    <a:pt x="59145" y="13038"/>
                  </a:lnTo>
                  <a:lnTo>
                    <a:pt x="63123" y="11785"/>
                  </a:lnTo>
                  <a:lnTo>
                    <a:pt x="67100" y="10681"/>
                  </a:lnTo>
                  <a:lnTo>
                    <a:pt x="71077" y="9649"/>
                  </a:lnTo>
                  <a:lnTo>
                    <a:pt x="75055" y="8692"/>
                  </a:lnTo>
                  <a:lnTo>
                    <a:pt x="78959" y="7808"/>
                  </a:lnTo>
                  <a:lnTo>
                    <a:pt x="82862" y="6998"/>
                  </a:lnTo>
                  <a:lnTo>
                    <a:pt x="86692" y="6188"/>
                  </a:lnTo>
                  <a:lnTo>
                    <a:pt x="90523" y="5525"/>
                  </a:lnTo>
                  <a:lnTo>
                    <a:pt x="94205" y="4936"/>
                  </a:lnTo>
                  <a:lnTo>
                    <a:pt x="97888" y="4346"/>
                  </a:lnTo>
                  <a:lnTo>
                    <a:pt x="104885" y="3389"/>
                  </a:lnTo>
                  <a:lnTo>
                    <a:pt x="111588" y="2652"/>
                  </a:lnTo>
                  <a:lnTo>
                    <a:pt x="117849" y="2137"/>
                  </a:lnTo>
                  <a:lnTo>
                    <a:pt x="123594" y="1695"/>
                  </a:lnTo>
                  <a:lnTo>
                    <a:pt x="128823" y="1474"/>
                  </a:lnTo>
                  <a:lnTo>
                    <a:pt x="133390" y="1326"/>
                  </a:lnTo>
                  <a:lnTo>
                    <a:pt x="137294" y="1179"/>
                  </a:lnTo>
                  <a:lnTo>
                    <a:pt x="142818" y="1253"/>
                  </a:lnTo>
                  <a:lnTo>
                    <a:pt x="144807" y="1253"/>
                  </a:lnTo>
                  <a:lnTo>
                    <a:pt x="144880" y="74"/>
                  </a:lnTo>
                  <a:lnTo>
                    <a:pt x="142818" y="74"/>
                  </a:lnTo>
                  <a:lnTo>
                    <a:pt x="14046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2"/>
                </a:solidFill>
                <a:latin typeface="Nunito Sans"/>
                <a:ea typeface="Nunito Sans"/>
                <a:cs typeface="Nunito Sans"/>
                <a:sym typeface="Nunito Sans"/>
              </a:endParaRPr>
            </a:p>
          </p:txBody>
        </p:sp>
        <p:sp>
          <p:nvSpPr>
            <p:cNvPr id="955" name="Google Shape;955;p101"/>
            <p:cNvSpPr/>
            <p:nvPr/>
          </p:nvSpPr>
          <p:spPr>
            <a:xfrm>
              <a:off x="536925" y="4742150"/>
              <a:ext cx="1172975" cy="583750"/>
            </a:xfrm>
            <a:custGeom>
              <a:rect b="b" l="l" r="r" t="t"/>
              <a:pathLst>
                <a:path extrusionOk="0" h="23350" w="46919">
                  <a:moveTo>
                    <a:pt x="0" y="0"/>
                  </a:moveTo>
                  <a:lnTo>
                    <a:pt x="0" y="1474"/>
                  </a:lnTo>
                  <a:lnTo>
                    <a:pt x="147" y="1621"/>
                  </a:lnTo>
                  <a:lnTo>
                    <a:pt x="1841" y="2726"/>
                  </a:lnTo>
                  <a:lnTo>
                    <a:pt x="3830" y="3978"/>
                  </a:lnTo>
                  <a:lnTo>
                    <a:pt x="6113" y="5230"/>
                  </a:lnTo>
                  <a:lnTo>
                    <a:pt x="8618" y="6556"/>
                  </a:lnTo>
                  <a:lnTo>
                    <a:pt x="11343" y="7955"/>
                  </a:lnTo>
                  <a:lnTo>
                    <a:pt x="14215" y="9355"/>
                  </a:lnTo>
                  <a:lnTo>
                    <a:pt x="20255" y="12154"/>
                  </a:lnTo>
                  <a:lnTo>
                    <a:pt x="26369" y="14879"/>
                  </a:lnTo>
                  <a:lnTo>
                    <a:pt x="32408" y="17457"/>
                  </a:lnTo>
                  <a:lnTo>
                    <a:pt x="42646" y="21729"/>
                  </a:lnTo>
                  <a:lnTo>
                    <a:pt x="46403" y="23349"/>
                  </a:lnTo>
                  <a:lnTo>
                    <a:pt x="46919" y="22244"/>
                  </a:lnTo>
                  <a:lnTo>
                    <a:pt x="43088" y="20624"/>
                  </a:lnTo>
                  <a:lnTo>
                    <a:pt x="32924" y="16426"/>
                  </a:lnTo>
                  <a:lnTo>
                    <a:pt x="26884" y="13848"/>
                  </a:lnTo>
                  <a:lnTo>
                    <a:pt x="20771" y="11122"/>
                  </a:lnTo>
                  <a:lnTo>
                    <a:pt x="14731" y="8324"/>
                  </a:lnTo>
                  <a:lnTo>
                    <a:pt x="11932" y="6924"/>
                  </a:lnTo>
                  <a:lnTo>
                    <a:pt x="9207" y="5598"/>
                  </a:lnTo>
                  <a:lnTo>
                    <a:pt x="6703" y="4272"/>
                  </a:lnTo>
                  <a:lnTo>
                    <a:pt x="4493" y="3020"/>
                  </a:lnTo>
                  <a:lnTo>
                    <a:pt x="2504" y="1768"/>
                  </a:lnTo>
                  <a:lnTo>
                    <a:pt x="810" y="663"/>
                  </a:lnTo>
                  <a:lnTo>
                    <a:pt x="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2"/>
                </a:solidFill>
                <a:latin typeface="Nunito Sans"/>
                <a:ea typeface="Nunito Sans"/>
                <a:cs typeface="Nunito Sans"/>
                <a:sym typeface="Nunito Sans"/>
              </a:endParaRPr>
            </a:p>
          </p:txBody>
        </p:sp>
      </p:grpSp>
      <p:sp>
        <p:nvSpPr>
          <p:cNvPr id="956" name="Google Shape;956;p101"/>
          <p:cNvSpPr txBox="1"/>
          <p:nvPr>
            <p:ph idx="1" type="body"/>
          </p:nvPr>
        </p:nvSpPr>
        <p:spPr>
          <a:xfrm>
            <a:off x="4525050" y="657949"/>
            <a:ext cx="4296600" cy="693300"/>
          </a:xfrm>
          <a:prstGeom prst="rect">
            <a:avLst/>
          </a:prstGeom>
        </p:spPr>
        <p:txBody>
          <a:bodyPr anchorCtr="0" anchor="t" bIns="91425" lIns="91425" spcFirstLastPara="1" rIns="91425" wrap="square" tIns="91425">
            <a:noAutofit/>
          </a:bodyPr>
          <a:lstStyle/>
          <a:p>
            <a:pPr indent="0" lvl="0" marL="0" rtl="0" algn="l">
              <a:spcBef>
                <a:spcPts val="0"/>
              </a:spcBef>
              <a:spcAft>
                <a:spcPts val="800"/>
              </a:spcAft>
              <a:buNone/>
            </a:pPr>
            <a:r>
              <a:rPr lang="en"/>
              <a:t>In our group we used </a:t>
            </a:r>
            <a:r>
              <a:rPr b="1" lang="en"/>
              <a:t>both </a:t>
            </a:r>
            <a:r>
              <a:rPr lang="en"/>
              <a:t>approaches to calculating the main metrics: </a:t>
            </a:r>
            <a:endParaRPr/>
          </a:p>
        </p:txBody>
      </p:sp>
      <p:sp>
        <p:nvSpPr>
          <p:cNvPr id="957" name="Google Shape;957;p101"/>
          <p:cNvSpPr txBox="1"/>
          <p:nvPr>
            <p:ph type="title"/>
          </p:nvPr>
        </p:nvSpPr>
        <p:spPr>
          <a:xfrm>
            <a:off x="228600" y="1743378"/>
            <a:ext cx="4296600" cy="1662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Our Approach:</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rgbClr val="E06666"/>
                </a:solidFill>
              </a:rPr>
              <a:t>Calendar Days</a:t>
            </a:r>
            <a:r>
              <a:rPr lang="en"/>
              <a:t> vs. </a:t>
            </a:r>
            <a:endParaRPr/>
          </a:p>
          <a:p>
            <a:pPr indent="0" lvl="0" marL="0" rtl="0" algn="l">
              <a:spcBef>
                <a:spcPts val="0"/>
              </a:spcBef>
              <a:spcAft>
                <a:spcPts val="0"/>
              </a:spcAft>
              <a:buNone/>
            </a:pPr>
            <a:r>
              <a:rPr lang="en">
                <a:solidFill>
                  <a:srgbClr val="EFEFEF"/>
                </a:solidFill>
              </a:rPr>
              <a:t>Business Days</a:t>
            </a:r>
            <a:endParaRPr>
              <a:solidFill>
                <a:srgbClr val="EFEFEF"/>
              </a:solidFill>
            </a:endParaRPr>
          </a:p>
        </p:txBody>
      </p:sp>
      <p:sp>
        <p:nvSpPr>
          <p:cNvPr id="958" name="Google Shape;958;p101"/>
          <p:cNvSpPr txBox="1"/>
          <p:nvPr>
            <p:ph idx="2" type="subTitle"/>
          </p:nvPr>
        </p:nvSpPr>
        <p:spPr>
          <a:xfrm>
            <a:off x="228600" y="4800275"/>
            <a:ext cx="1115700" cy="31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Confidential</a:t>
            </a:r>
            <a:endParaRPr/>
          </a:p>
        </p:txBody>
      </p:sp>
      <p:graphicFrame>
        <p:nvGraphicFramePr>
          <p:cNvPr id="959" name="Google Shape;959;p101"/>
          <p:cNvGraphicFramePr/>
          <p:nvPr/>
        </p:nvGraphicFramePr>
        <p:xfrm>
          <a:off x="4020950" y="1743375"/>
          <a:ext cx="3000000" cy="3000000"/>
        </p:xfrm>
        <a:graphic>
          <a:graphicData uri="http://schemas.openxmlformats.org/drawingml/2006/table">
            <a:tbl>
              <a:tblPr>
                <a:noFill/>
                <a:tableStyleId>{E9A93264-B889-4CC9-B6D9-3ED02D0A5889}</a:tableStyleId>
              </a:tblPr>
              <a:tblGrid>
                <a:gridCol w="2400350"/>
                <a:gridCol w="2400350"/>
              </a:tblGrid>
              <a:tr h="399200">
                <a:tc>
                  <a:txBody>
                    <a:bodyPr/>
                    <a:lstStyle/>
                    <a:p>
                      <a:pPr indent="0" lvl="0" marL="0" rtl="0" algn="ctr">
                        <a:spcBef>
                          <a:spcPts val="0"/>
                        </a:spcBef>
                        <a:spcAft>
                          <a:spcPts val="0"/>
                        </a:spcAft>
                        <a:buNone/>
                      </a:pPr>
                      <a:r>
                        <a:rPr b="1" lang="en" sz="1600">
                          <a:solidFill>
                            <a:srgbClr val="EA9999"/>
                          </a:solidFill>
                          <a:latin typeface="Nunito Sans"/>
                          <a:ea typeface="Nunito Sans"/>
                          <a:cs typeface="Nunito Sans"/>
                          <a:sym typeface="Nunito Sans"/>
                        </a:rPr>
                        <a:t>Calendar Days</a:t>
                      </a:r>
                      <a:endParaRPr b="1" sz="1600">
                        <a:solidFill>
                          <a:srgbClr val="EA9999"/>
                        </a:solidFill>
                        <a:latin typeface="Nunito Sans"/>
                        <a:ea typeface="Nunito Sans"/>
                        <a:cs typeface="Nunito Sans"/>
                        <a:sym typeface="Nunito Sans"/>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b="1" lang="en" sz="1600">
                          <a:solidFill>
                            <a:schemeClr val="lt2"/>
                          </a:solidFill>
                          <a:latin typeface="Nunito Sans"/>
                          <a:ea typeface="Nunito Sans"/>
                          <a:cs typeface="Nunito Sans"/>
                          <a:sym typeface="Nunito Sans"/>
                        </a:rPr>
                        <a:t>Business Days</a:t>
                      </a:r>
                      <a:endParaRPr b="1" sz="1600">
                        <a:solidFill>
                          <a:schemeClr val="lt2"/>
                        </a:solidFill>
                        <a:latin typeface="Nunito Sans"/>
                        <a:ea typeface="Nunito Sans"/>
                        <a:cs typeface="Nunito Sans"/>
                        <a:sym typeface="Nunito Sans"/>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410275">
                <a:tc>
                  <a:txBody>
                    <a:bodyPr/>
                    <a:lstStyle/>
                    <a:p>
                      <a:pPr indent="0" lvl="0" marL="0" rtl="0" algn="ctr">
                        <a:spcBef>
                          <a:spcPts val="0"/>
                        </a:spcBef>
                        <a:spcAft>
                          <a:spcPts val="0"/>
                        </a:spcAft>
                        <a:buNone/>
                      </a:pPr>
                      <a:r>
                        <a:rPr lang="en" sz="1600">
                          <a:solidFill>
                            <a:srgbClr val="EA9999"/>
                          </a:solidFill>
                          <a:latin typeface="Nunito Sans"/>
                          <a:ea typeface="Nunito Sans"/>
                          <a:cs typeface="Nunito Sans"/>
                          <a:sym typeface="Nunito Sans"/>
                        </a:rPr>
                        <a:t>"Pessimistic" Assumption</a:t>
                      </a:r>
                      <a:endParaRPr sz="1600">
                        <a:solidFill>
                          <a:srgbClr val="EA9999"/>
                        </a:solidFill>
                        <a:latin typeface="Nunito Sans"/>
                        <a:ea typeface="Nunito Sans"/>
                        <a:cs typeface="Nunito Sans"/>
                        <a:sym typeface="Nunito Sans"/>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lt2"/>
                          </a:solidFill>
                          <a:latin typeface="Nunito Sans"/>
                          <a:ea typeface="Nunito Sans"/>
                          <a:cs typeface="Nunito Sans"/>
                          <a:sym typeface="Nunito Sans"/>
                        </a:rPr>
                        <a:t>"Optimistic" Assumption</a:t>
                      </a:r>
                      <a:endParaRPr sz="1600">
                        <a:solidFill>
                          <a:schemeClr val="lt2"/>
                        </a:solidFill>
                        <a:latin typeface="Nunito Sans"/>
                        <a:ea typeface="Nunito Sans"/>
                        <a:cs typeface="Nunito Sans"/>
                        <a:sym typeface="Nunito Sans"/>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831150">
                <a:tc>
                  <a:txBody>
                    <a:bodyPr/>
                    <a:lstStyle/>
                    <a:p>
                      <a:pPr indent="0" lvl="0" marL="0" rtl="0" algn="ctr">
                        <a:spcBef>
                          <a:spcPts val="0"/>
                        </a:spcBef>
                        <a:spcAft>
                          <a:spcPts val="0"/>
                        </a:spcAft>
                        <a:buNone/>
                      </a:pPr>
                      <a:r>
                        <a:rPr lang="en">
                          <a:solidFill>
                            <a:schemeClr val="dk1"/>
                          </a:solidFill>
                          <a:latin typeface="Nunito Sans"/>
                          <a:ea typeface="Nunito Sans"/>
                          <a:cs typeface="Nunito Sans"/>
                          <a:sym typeface="Nunito Sans"/>
                        </a:rPr>
                        <a:t>clients make orders all week</a:t>
                      </a:r>
                      <a:endParaRPr>
                        <a:solidFill>
                          <a:schemeClr val="dk1"/>
                        </a:solidFill>
                        <a:latin typeface="Nunito Sans"/>
                        <a:ea typeface="Nunito Sans"/>
                        <a:cs typeface="Nunito Sans"/>
                        <a:sym typeface="Nunito Sans"/>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dk1"/>
                          </a:solidFill>
                          <a:latin typeface="Nunito Sans"/>
                          <a:ea typeface="Nunito Sans"/>
                          <a:cs typeface="Nunito Sans"/>
                          <a:sym typeface="Nunito Sans"/>
                        </a:rPr>
                        <a:t>warehouse doesn't work on weekends; </a:t>
                      </a:r>
                      <a:endParaRPr>
                        <a:solidFill>
                          <a:schemeClr val="dk1"/>
                        </a:solidFill>
                        <a:latin typeface="Nunito Sans"/>
                        <a:ea typeface="Nunito Sans"/>
                        <a:cs typeface="Nunito Sans"/>
                        <a:sym typeface="Nunito Sans"/>
                      </a:endParaRPr>
                    </a:p>
                    <a:p>
                      <a:pPr indent="0" lvl="0" marL="0" rtl="0" algn="ctr">
                        <a:spcBef>
                          <a:spcPts val="0"/>
                        </a:spcBef>
                        <a:spcAft>
                          <a:spcPts val="0"/>
                        </a:spcAft>
                        <a:buNone/>
                      </a:pPr>
                      <a:r>
                        <a:rPr lang="en">
                          <a:solidFill>
                            <a:schemeClr val="dk1"/>
                          </a:solidFill>
                          <a:latin typeface="Nunito Sans"/>
                          <a:ea typeface="Nunito Sans"/>
                          <a:cs typeface="Nunito Sans"/>
                          <a:sym typeface="Nunito Sans"/>
                        </a:rPr>
                        <a:t>trucks pick up orders on Mon, Wed, Fri only</a:t>
                      </a:r>
                      <a:endParaRPr>
                        <a:solidFill>
                          <a:schemeClr val="dk1"/>
                        </a:solidFill>
                        <a:latin typeface="Nunito Sans"/>
                        <a:ea typeface="Nunito Sans"/>
                        <a:cs typeface="Nunito Sans"/>
                        <a:sym typeface="Nunito Sans"/>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02"/>
          <p:cNvSpPr txBox="1"/>
          <p:nvPr>
            <p:ph type="title"/>
          </p:nvPr>
        </p:nvSpPr>
        <p:spPr>
          <a:xfrm>
            <a:off x="228600" y="228600"/>
            <a:ext cx="47775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Main KPIs Explained</a:t>
            </a:r>
            <a:endParaRPr/>
          </a:p>
        </p:txBody>
      </p:sp>
      <p:sp>
        <p:nvSpPr>
          <p:cNvPr id="965" name="Google Shape;965;p102"/>
          <p:cNvSpPr txBox="1"/>
          <p:nvPr>
            <p:ph idx="2" type="subTitle"/>
          </p:nvPr>
        </p:nvSpPr>
        <p:spPr>
          <a:xfrm>
            <a:off x="3584425" y="192065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66" name="Google Shape;966;p102"/>
          <p:cNvSpPr txBox="1"/>
          <p:nvPr>
            <p:ph idx="3" type="subTitle"/>
          </p:nvPr>
        </p:nvSpPr>
        <p:spPr>
          <a:xfrm>
            <a:off x="3584425" y="3291625"/>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67" name="Google Shape;967;p102"/>
          <p:cNvSpPr txBox="1"/>
          <p:nvPr>
            <p:ph idx="4" type="subTitle"/>
          </p:nvPr>
        </p:nvSpPr>
        <p:spPr>
          <a:xfrm>
            <a:off x="3584425" y="399680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68" name="Google Shape;968;p102"/>
          <p:cNvSpPr txBox="1"/>
          <p:nvPr>
            <p:ph idx="6" type="subTitle"/>
          </p:nvPr>
        </p:nvSpPr>
        <p:spPr>
          <a:xfrm>
            <a:off x="3584425" y="261270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aphicFrame>
        <p:nvGraphicFramePr>
          <p:cNvPr id="969" name="Google Shape;969;p102"/>
          <p:cNvGraphicFramePr/>
          <p:nvPr/>
        </p:nvGraphicFramePr>
        <p:xfrm>
          <a:off x="1524690" y="1349950"/>
          <a:ext cx="3000000" cy="3000000"/>
        </p:xfrm>
        <a:graphic>
          <a:graphicData uri="http://schemas.openxmlformats.org/drawingml/2006/table">
            <a:tbl>
              <a:tblPr>
                <a:noFill/>
                <a:tableStyleId>{E9A93264-B889-4CC9-B6D9-3ED02D0A5889}</a:tableStyleId>
              </a:tblPr>
              <a:tblGrid>
                <a:gridCol w="1818850"/>
                <a:gridCol w="1818850"/>
                <a:gridCol w="1818850"/>
                <a:gridCol w="1818850"/>
              </a:tblGrid>
              <a:tr h="381000">
                <a:tc>
                  <a:txBody>
                    <a:bodyPr/>
                    <a:lstStyle/>
                    <a:p>
                      <a:pPr indent="0" lvl="0" marL="0" marR="0" rtl="0" algn="ctr">
                        <a:lnSpc>
                          <a:spcPct val="100000"/>
                        </a:lnSpc>
                        <a:spcBef>
                          <a:spcPts val="0"/>
                        </a:spcBef>
                        <a:spcAft>
                          <a:spcPts val="0"/>
                        </a:spcAft>
                        <a:buNone/>
                      </a:pPr>
                      <a:r>
                        <a:rPr b="1" lang="en">
                          <a:solidFill>
                            <a:srgbClr val="EA9999"/>
                          </a:solidFill>
                          <a:latin typeface="Nunito Sans"/>
                          <a:ea typeface="Nunito Sans"/>
                          <a:cs typeface="Nunito Sans"/>
                          <a:sym typeface="Nunito Sans"/>
                        </a:rPr>
                        <a:t>Stages</a:t>
                      </a:r>
                      <a:endParaRPr b="1">
                        <a:solidFill>
                          <a:srgbClr val="EA9999"/>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b="1" lang="en">
                          <a:solidFill>
                            <a:srgbClr val="EA9999"/>
                          </a:solidFill>
                          <a:latin typeface="Nunito Sans"/>
                          <a:ea typeface="Nunito Sans"/>
                          <a:cs typeface="Nunito Sans"/>
                          <a:sym typeface="Nunito Sans"/>
                        </a:rPr>
                        <a:t>From</a:t>
                      </a:r>
                      <a:endParaRPr b="1">
                        <a:solidFill>
                          <a:srgbClr val="EA9999"/>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b="1" lang="en">
                          <a:solidFill>
                            <a:srgbClr val="EA9999"/>
                          </a:solidFill>
                          <a:latin typeface="Nunito Sans"/>
                          <a:ea typeface="Nunito Sans"/>
                          <a:cs typeface="Nunito Sans"/>
                          <a:sym typeface="Nunito Sans"/>
                        </a:rPr>
                        <a:t>To</a:t>
                      </a:r>
                      <a:endParaRPr b="1">
                        <a:solidFill>
                          <a:srgbClr val="EA9999"/>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b="1" lang="en">
                          <a:solidFill>
                            <a:srgbClr val="EA9999"/>
                          </a:solidFill>
                          <a:latin typeface="Nunito Sans"/>
                          <a:ea typeface="Nunito Sans"/>
                          <a:cs typeface="Nunito Sans"/>
                          <a:sym typeface="Nunito Sans"/>
                        </a:rPr>
                        <a:t>Data Available</a:t>
                      </a:r>
                      <a:endParaRPr b="1">
                        <a:solidFill>
                          <a:srgbClr val="EA9999"/>
                        </a:solidFill>
                        <a:latin typeface="Nunito Sans"/>
                        <a:ea typeface="Nunito Sans"/>
                        <a:cs typeface="Nunito Sans"/>
                        <a:sym typeface="Nunito Sans"/>
                      </a:endParaRPr>
                    </a:p>
                  </a:txBody>
                  <a:tcPr marT="91425" marB="91425" marR="91425" marL="91425" anchor="ctr"/>
                </a:tc>
              </a:tr>
              <a:tr h="381000">
                <a:tc>
                  <a:txBody>
                    <a:bodyPr/>
                    <a:lstStyle/>
                    <a:p>
                      <a:pPr indent="0" lvl="0" marL="0" marR="0" rtl="0" algn="ctr">
                        <a:lnSpc>
                          <a:spcPct val="100000"/>
                        </a:lnSpc>
                        <a:spcBef>
                          <a:spcPts val="0"/>
                        </a:spcBef>
                        <a:spcAft>
                          <a:spcPts val="0"/>
                        </a:spcAft>
                        <a:buNone/>
                      </a:pPr>
                      <a:r>
                        <a:rPr b="1" lang="en">
                          <a:solidFill>
                            <a:schemeClr val="lt2"/>
                          </a:solidFill>
                          <a:latin typeface="Nunito Sans"/>
                          <a:ea typeface="Nunito Sans"/>
                          <a:cs typeface="Nunito Sans"/>
                          <a:sym typeface="Nunito Sans"/>
                        </a:rPr>
                        <a:t>Warehouse Processing</a:t>
                      </a:r>
                      <a:endParaRPr b="1">
                        <a:solidFill>
                          <a:schemeClr val="lt2"/>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Order date </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Ready to ship day</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Partial (intern data)</a:t>
                      </a:r>
                      <a:endParaRPr>
                        <a:solidFill>
                          <a:schemeClr val="dk1"/>
                        </a:solidFill>
                        <a:latin typeface="Nunito Sans"/>
                        <a:ea typeface="Nunito Sans"/>
                        <a:cs typeface="Nunito Sans"/>
                        <a:sym typeface="Nunito Sans"/>
                      </a:endParaRPr>
                    </a:p>
                  </a:txBody>
                  <a:tcPr marT="91425" marB="91425" marR="91425" marL="91425" anchor="ctr"/>
                </a:tc>
              </a:tr>
              <a:tr h="381000">
                <a:tc>
                  <a:txBody>
                    <a:bodyPr/>
                    <a:lstStyle/>
                    <a:p>
                      <a:pPr indent="0" lvl="0" marL="0" marR="0" rtl="0" algn="ctr">
                        <a:lnSpc>
                          <a:spcPct val="100000"/>
                        </a:lnSpc>
                        <a:spcBef>
                          <a:spcPts val="0"/>
                        </a:spcBef>
                        <a:spcAft>
                          <a:spcPts val="0"/>
                        </a:spcAft>
                        <a:buNone/>
                      </a:pPr>
                      <a:r>
                        <a:rPr b="1" lang="en">
                          <a:solidFill>
                            <a:schemeClr val="lt2"/>
                          </a:solidFill>
                          <a:latin typeface="Nunito Sans"/>
                          <a:ea typeface="Nunito Sans"/>
                          <a:cs typeface="Nunito Sans"/>
                          <a:sym typeface="Nunito Sans"/>
                        </a:rPr>
                        <a:t>Waiting for Truck</a:t>
                      </a:r>
                      <a:endParaRPr b="1">
                        <a:solidFill>
                          <a:schemeClr val="lt2"/>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Ready to ship date</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On truck scan date</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Partial (intern data)</a:t>
                      </a:r>
                      <a:endParaRPr>
                        <a:solidFill>
                          <a:schemeClr val="dk1"/>
                        </a:solidFill>
                        <a:latin typeface="Nunito Sans"/>
                        <a:ea typeface="Nunito Sans"/>
                        <a:cs typeface="Nunito Sans"/>
                        <a:sym typeface="Nunito Sans"/>
                      </a:endParaRPr>
                    </a:p>
                  </a:txBody>
                  <a:tcPr marT="91425" marB="91425" marR="91425" marL="91425" anchor="ctr"/>
                </a:tc>
              </a:tr>
              <a:tr h="381000">
                <a:tc>
                  <a:txBody>
                    <a:bodyPr/>
                    <a:lstStyle/>
                    <a:p>
                      <a:pPr indent="0" lvl="0" marL="0" marR="0" rtl="0" algn="ctr">
                        <a:lnSpc>
                          <a:spcPct val="100000"/>
                        </a:lnSpc>
                        <a:spcBef>
                          <a:spcPts val="0"/>
                        </a:spcBef>
                        <a:spcAft>
                          <a:spcPts val="0"/>
                        </a:spcAft>
                        <a:buNone/>
                      </a:pPr>
                      <a:r>
                        <a:rPr b="1" lang="en">
                          <a:solidFill>
                            <a:schemeClr val="lt2"/>
                          </a:solidFill>
                          <a:latin typeface="Nunito Sans"/>
                          <a:ea typeface="Nunito Sans"/>
                          <a:cs typeface="Nunito Sans"/>
                          <a:sym typeface="Nunito Sans"/>
                        </a:rPr>
                        <a:t>Full Warehouse time</a:t>
                      </a:r>
                      <a:endParaRPr b="1">
                        <a:solidFill>
                          <a:schemeClr val="lt2"/>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Order date</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On truck scan date</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Partial (truck company data)</a:t>
                      </a:r>
                      <a:endParaRPr>
                        <a:solidFill>
                          <a:schemeClr val="dk1"/>
                        </a:solidFill>
                        <a:latin typeface="Nunito Sans"/>
                        <a:ea typeface="Nunito Sans"/>
                        <a:cs typeface="Nunito Sans"/>
                        <a:sym typeface="Nunito Sans"/>
                      </a:endParaRPr>
                    </a:p>
                  </a:txBody>
                  <a:tcPr marT="91425" marB="91425" marR="91425" marL="91425" anchor="ctr"/>
                </a:tc>
              </a:tr>
              <a:tr h="381000">
                <a:tc>
                  <a:txBody>
                    <a:bodyPr/>
                    <a:lstStyle/>
                    <a:p>
                      <a:pPr indent="0" lvl="0" marL="0" marR="0" rtl="0" algn="ctr">
                        <a:lnSpc>
                          <a:spcPct val="100000"/>
                        </a:lnSpc>
                        <a:spcBef>
                          <a:spcPts val="0"/>
                        </a:spcBef>
                        <a:spcAft>
                          <a:spcPts val="0"/>
                        </a:spcAft>
                        <a:buNone/>
                      </a:pPr>
                      <a:r>
                        <a:rPr b="1" lang="en">
                          <a:solidFill>
                            <a:schemeClr val="lt2"/>
                          </a:solidFill>
                          <a:latin typeface="Nunito Sans"/>
                          <a:ea typeface="Nunito Sans"/>
                          <a:cs typeface="Nunito Sans"/>
                          <a:sym typeface="Nunito Sans"/>
                        </a:rPr>
                        <a:t>Delivery</a:t>
                      </a:r>
                      <a:endParaRPr b="1">
                        <a:solidFill>
                          <a:schemeClr val="lt2"/>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On truck scan date</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Arrival scan date</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Partial (truck company data + campaign data)</a:t>
                      </a:r>
                      <a:endParaRPr>
                        <a:solidFill>
                          <a:schemeClr val="dk1"/>
                        </a:solidFill>
                        <a:latin typeface="Nunito Sans"/>
                        <a:ea typeface="Nunito Sans"/>
                        <a:cs typeface="Nunito Sans"/>
                        <a:sym typeface="Nunito Sans"/>
                      </a:endParaRPr>
                    </a:p>
                  </a:txBody>
                  <a:tcPr marT="91425" marB="91425" marR="91425" marL="91425" anchor="ctr"/>
                </a:tc>
              </a:tr>
              <a:tr h="381000">
                <a:tc>
                  <a:txBody>
                    <a:bodyPr/>
                    <a:lstStyle/>
                    <a:p>
                      <a:pPr indent="0" lvl="0" marL="0" marR="0" rtl="0" algn="ctr">
                        <a:lnSpc>
                          <a:spcPct val="100000"/>
                        </a:lnSpc>
                        <a:spcBef>
                          <a:spcPts val="0"/>
                        </a:spcBef>
                        <a:spcAft>
                          <a:spcPts val="0"/>
                        </a:spcAft>
                        <a:buNone/>
                      </a:pPr>
                      <a:r>
                        <a:rPr b="1" lang="en">
                          <a:solidFill>
                            <a:schemeClr val="lt2"/>
                          </a:solidFill>
                          <a:latin typeface="Nunito Sans"/>
                          <a:ea typeface="Nunito Sans"/>
                          <a:cs typeface="Nunito Sans"/>
                          <a:sym typeface="Nunito Sans"/>
                        </a:rPr>
                        <a:t>Total Delivery Time</a:t>
                      </a:r>
                      <a:endParaRPr b="1">
                        <a:solidFill>
                          <a:schemeClr val="lt2"/>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Order Date</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Arrival Scan Date</a:t>
                      </a:r>
                      <a:endParaRPr>
                        <a:solidFill>
                          <a:schemeClr val="dk1"/>
                        </a:solidFill>
                        <a:latin typeface="Nunito Sans"/>
                        <a:ea typeface="Nunito Sans"/>
                        <a:cs typeface="Nunito Sans"/>
                        <a:sym typeface="Nunito Sans"/>
                      </a:endParaRPr>
                    </a:p>
                  </a:txBody>
                  <a:tcPr marT="91425" marB="91425" marR="91425" marL="91425" anchor="ctr"/>
                </a:tc>
                <a:tc>
                  <a:txBody>
                    <a:bodyPr/>
                    <a:lstStyle/>
                    <a:p>
                      <a:pPr indent="0" lvl="0" marL="0" marR="0" rtl="0" algn="ctr">
                        <a:lnSpc>
                          <a:spcPct val="100000"/>
                        </a:lnSpc>
                        <a:spcBef>
                          <a:spcPts val="0"/>
                        </a:spcBef>
                        <a:spcAft>
                          <a:spcPts val="0"/>
                        </a:spcAft>
                        <a:buNone/>
                      </a:pPr>
                      <a:r>
                        <a:rPr lang="en">
                          <a:solidFill>
                            <a:schemeClr val="dk1"/>
                          </a:solidFill>
                          <a:latin typeface="Nunito Sans"/>
                          <a:ea typeface="Nunito Sans"/>
                          <a:cs typeface="Nunito Sans"/>
                          <a:sym typeface="Nunito Sans"/>
                        </a:rPr>
                        <a:t>Partial (campaign data)</a:t>
                      </a:r>
                      <a:endParaRPr>
                        <a:solidFill>
                          <a:schemeClr val="dk1"/>
                        </a:solidFill>
                        <a:latin typeface="Nunito Sans"/>
                        <a:ea typeface="Nunito Sans"/>
                        <a:cs typeface="Nunito Sans"/>
                        <a:sym typeface="Nunito Sans"/>
                      </a:endParaRPr>
                    </a:p>
                  </a:txBody>
                  <a:tcPr marT="91425" marB="91425" marR="91425" marL="91425" anchor="ct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03"/>
          <p:cNvSpPr txBox="1"/>
          <p:nvPr>
            <p:ph type="title"/>
          </p:nvPr>
        </p:nvSpPr>
        <p:spPr>
          <a:xfrm>
            <a:off x="228600" y="256925"/>
            <a:ext cx="69594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Warehouse Processing Time</a:t>
            </a:r>
            <a:endParaRPr/>
          </a:p>
        </p:txBody>
      </p:sp>
      <p:sp>
        <p:nvSpPr>
          <p:cNvPr id="975" name="Google Shape;975;p103"/>
          <p:cNvSpPr txBox="1"/>
          <p:nvPr/>
        </p:nvSpPr>
        <p:spPr>
          <a:xfrm>
            <a:off x="95550" y="866261"/>
            <a:ext cx="4656300" cy="396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Ready to ship date (Intern data) - Order date (Order process data)</a:t>
            </a:r>
            <a:endParaRPr sz="1200">
              <a:solidFill>
                <a:schemeClr val="dk1"/>
              </a:solidFill>
              <a:latin typeface="Nunito Sans"/>
              <a:ea typeface="Nunito Sans"/>
              <a:cs typeface="Nunito Sans"/>
              <a:sym typeface="Nunito Sans"/>
            </a:endParaRPr>
          </a:p>
        </p:txBody>
      </p:sp>
      <p:pic>
        <p:nvPicPr>
          <p:cNvPr id="976" name="Google Shape;976;p103"/>
          <p:cNvPicPr preferRelativeResize="0"/>
          <p:nvPr/>
        </p:nvPicPr>
        <p:blipFill>
          <a:blip r:embed="rId3">
            <a:alphaModFix/>
          </a:blip>
          <a:stretch>
            <a:fillRect/>
          </a:stretch>
        </p:blipFill>
        <p:spPr>
          <a:xfrm>
            <a:off x="3591425" y="1479575"/>
            <a:ext cx="5138775" cy="2945075"/>
          </a:xfrm>
          <a:prstGeom prst="rect">
            <a:avLst/>
          </a:prstGeom>
          <a:noFill/>
          <a:ln>
            <a:noFill/>
          </a:ln>
        </p:spPr>
      </p:pic>
      <p:sp>
        <p:nvSpPr>
          <p:cNvPr id="977" name="Google Shape;977;p103"/>
          <p:cNvSpPr txBox="1"/>
          <p:nvPr/>
        </p:nvSpPr>
        <p:spPr>
          <a:xfrm>
            <a:off x="167750" y="1479572"/>
            <a:ext cx="3144000" cy="257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1 (with duplicates, calendar days):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n</a:t>
            </a:r>
            <a:r>
              <a:rPr lang="en" sz="1200">
                <a:solidFill>
                  <a:schemeClr val="dk1"/>
                </a:solidFill>
                <a:latin typeface="Nunito Sans"/>
                <a:ea typeface="Nunito Sans"/>
                <a:cs typeface="Nunito Sans"/>
                <a:sym typeface="Nunito Sans"/>
              </a:rPr>
              <a:t> = 753</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rgbClr val="EA9999"/>
                </a:solidFill>
                <a:latin typeface="Nunito Sans"/>
                <a:ea typeface="Nunito Sans"/>
                <a:cs typeface="Nunito Sans"/>
                <a:sym typeface="Nunito Sans"/>
              </a:rPr>
              <a:t>m</a:t>
            </a:r>
            <a:r>
              <a:rPr b="1" lang="en" sz="1200">
                <a:solidFill>
                  <a:srgbClr val="EA9999"/>
                </a:solidFill>
                <a:latin typeface="Nunito Sans"/>
                <a:ea typeface="Nunito Sans"/>
                <a:cs typeface="Nunito Sans"/>
                <a:sym typeface="Nunito Sans"/>
              </a:rPr>
              <a:t>ean = 4.3 days</a:t>
            </a:r>
            <a:endParaRPr b="1" sz="1200">
              <a:solidFill>
                <a:srgbClr val="EA9999"/>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a:t>
            </a:r>
            <a:r>
              <a:rPr lang="en" sz="1200">
                <a:solidFill>
                  <a:schemeClr val="dk1"/>
                </a:solidFill>
                <a:latin typeface="Nunito Sans"/>
                <a:ea typeface="Nunito Sans"/>
                <a:cs typeface="Nunito Sans"/>
                <a:sym typeface="Nunito Sans"/>
              </a:rPr>
              <a:t>edian = 5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a:t>
            </a:r>
            <a:r>
              <a:rPr lang="en" sz="1200">
                <a:solidFill>
                  <a:schemeClr val="dk1"/>
                </a:solidFill>
                <a:latin typeface="Nunito Sans"/>
                <a:ea typeface="Nunito Sans"/>
                <a:cs typeface="Nunito Sans"/>
                <a:sym typeface="Nunito Sans"/>
              </a:rPr>
              <a:t>ax = 8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chemeClr val="lt2"/>
                </a:solidFill>
                <a:latin typeface="Nunito Sans"/>
                <a:ea typeface="Nunito Sans"/>
                <a:cs typeface="Nunito Sans"/>
                <a:sym typeface="Nunito Sans"/>
              </a:rPr>
              <a:t>Company claims~2 days</a:t>
            </a:r>
            <a:endParaRPr b="1" sz="1200">
              <a:solidFill>
                <a:schemeClr val="lt2"/>
              </a:solidFill>
              <a:latin typeface="Nunito Sans"/>
              <a:ea typeface="Nunito Sans"/>
              <a:cs typeface="Nunito Sans"/>
              <a:sym typeface="Nunito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04"/>
          <p:cNvSpPr txBox="1"/>
          <p:nvPr>
            <p:ph type="title"/>
          </p:nvPr>
        </p:nvSpPr>
        <p:spPr>
          <a:xfrm>
            <a:off x="228600" y="256925"/>
            <a:ext cx="71811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Warehouse Processing</a:t>
            </a:r>
            <a:endParaRPr/>
          </a:p>
          <a:p>
            <a:pPr indent="0" lvl="0" marL="0" rtl="0" algn="l">
              <a:spcBef>
                <a:spcPts val="0"/>
              </a:spcBef>
              <a:spcAft>
                <a:spcPts val="0"/>
              </a:spcAft>
              <a:buNone/>
            </a:pPr>
            <a:r>
              <a:rPr lang="en"/>
              <a:t>Time</a:t>
            </a:r>
            <a:endParaRPr>
              <a:solidFill>
                <a:srgbClr val="EA9999"/>
              </a:solidFill>
            </a:endParaRPr>
          </a:p>
        </p:txBody>
      </p:sp>
      <p:sp>
        <p:nvSpPr>
          <p:cNvPr id="983" name="Google Shape;983;p104"/>
          <p:cNvSpPr txBox="1"/>
          <p:nvPr/>
        </p:nvSpPr>
        <p:spPr>
          <a:xfrm>
            <a:off x="5083124" y="169175"/>
            <a:ext cx="3533700" cy="29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Ready to ship date - Order date</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204</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sp>
        <p:nvSpPr>
          <p:cNvPr id="984" name="Google Shape;984;p104"/>
          <p:cNvSpPr txBox="1"/>
          <p:nvPr/>
        </p:nvSpPr>
        <p:spPr>
          <a:xfrm>
            <a:off x="252000" y="3136625"/>
            <a:ext cx="4343400" cy="171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Business Days Stats:</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mean       2.769608</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std        1.417991</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min        0.000000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25%        2.000000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rgbClr val="EA9999"/>
                </a:solidFill>
                <a:latin typeface="Courier New"/>
                <a:ea typeface="Courier New"/>
                <a:cs typeface="Courier New"/>
                <a:sym typeface="Courier New"/>
              </a:rPr>
              <a:t>50%        3.000000</a:t>
            </a:r>
            <a:endParaRPr b="1" sz="1100">
              <a:solidFill>
                <a:srgbClr val="EA9999"/>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75%        4.000000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max        5.000000</a:t>
            </a:r>
            <a:endParaRPr sz="1100">
              <a:solidFill>
                <a:srgbClr val="CCCCCC"/>
              </a:solidFill>
              <a:latin typeface="Courier New"/>
              <a:ea typeface="Courier New"/>
              <a:cs typeface="Courier New"/>
              <a:sym typeface="Courier New"/>
            </a:endParaRPr>
          </a:p>
        </p:txBody>
      </p:sp>
      <p:pic>
        <p:nvPicPr>
          <p:cNvPr id="985" name="Google Shape;985;p104"/>
          <p:cNvPicPr preferRelativeResize="0"/>
          <p:nvPr/>
        </p:nvPicPr>
        <p:blipFill>
          <a:blip r:embed="rId3">
            <a:alphaModFix/>
          </a:blip>
          <a:stretch>
            <a:fillRect/>
          </a:stretch>
        </p:blipFill>
        <p:spPr>
          <a:xfrm>
            <a:off x="4241946" y="1511475"/>
            <a:ext cx="4673450" cy="3172250"/>
          </a:xfrm>
          <a:prstGeom prst="rect">
            <a:avLst/>
          </a:prstGeom>
          <a:noFill/>
          <a:ln>
            <a:noFill/>
          </a:ln>
        </p:spPr>
      </p:pic>
      <p:sp>
        <p:nvSpPr>
          <p:cNvPr id="986" name="Google Shape;986;p104"/>
          <p:cNvSpPr txBox="1"/>
          <p:nvPr/>
        </p:nvSpPr>
        <p:spPr>
          <a:xfrm>
            <a:off x="365500" y="1329075"/>
            <a:ext cx="3278400" cy="891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Warehouse claims that the processing of each order takes on </a:t>
            </a:r>
            <a:r>
              <a:rPr b="1" lang="en" sz="1200">
                <a:solidFill>
                  <a:srgbClr val="EA9999"/>
                </a:solidFill>
                <a:latin typeface="Nunito Sans"/>
                <a:ea typeface="Nunito Sans"/>
                <a:cs typeface="Nunito Sans"/>
                <a:sym typeface="Nunito Sans"/>
              </a:rPr>
              <a:t>average 2 days.</a:t>
            </a:r>
            <a:endParaRPr b="1" sz="1200">
              <a:solidFill>
                <a:srgbClr val="EA9999"/>
              </a:solidFill>
              <a:latin typeface="Nunito Sans"/>
              <a:ea typeface="Nunito Sans"/>
              <a:cs typeface="Nunito Sans"/>
              <a:sym typeface="Nunito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0" name="Shape 990"/>
        <p:cNvGrpSpPr/>
        <p:nvPr/>
      </p:nvGrpSpPr>
      <p:grpSpPr>
        <a:xfrm>
          <a:off x="0" y="0"/>
          <a:ext cx="0" cy="0"/>
          <a:chOff x="0" y="0"/>
          <a:chExt cx="0" cy="0"/>
        </a:xfrm>
      </p:grpSpPr>
      <p:sp>
        <p:nvSpPr>
          <p:cNvPr id="991" name="Google Shape;991;p105"/>
          <p:cNvSpPr txBox="1"/>
          <p:nvPr>
            <p:ph type="title"/>
          </p:nvPr>
        </p:nvSpPr>
        <p:spPr>
          <a:xfrm>
            <a:off x="228600" y="256925"/>
            <a:ext cx="71811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Warehouse Processing</a:t>
            </a:r>
            <a:endParaRPr/>
          </a:p>
          <a:p>
            <a:pPr indent="0" lvl="0" marL="0" rtl="0" algn="l">
              <a:spcBef>
                <a:spcPts val="0"/>
              </a:spcBef>
              <a:spcAft>
                <a:spcPts val="0"/>
              </a:spcAft>
              <a:buNone/>
            </a:pPr>
            <a:r>
              <a:rPr lang="en"/>
              <a:t>Time </a:t>
            </a:r>
            <a:r>
              <a:rPr lang="en">
                <a:solidFill>
                  <a:srgbClr val="EA9999"/>
                </a:solidFill>
              </a:rPr>
              <a:t>by shipment mode</a:t>
            </a:r>
            <a:endParaRPr>
              <a:solidFill>
                <a:srgbClr val="EA9999"/>
              </a:solidFill>
            </a:endParaRPr>
          </a:p>
        </p:txBody>
      </p:sp>
      <p:sp>
        <p:nvSpPr>
          <p:cNvPr id="992" name="Google Shape;992;p105"/>
          <p:cNvSpPr txBox="1"/>
          <p:nvPr/>
        </p:nvSpPr>
        <p:spPr>
          <a:xfrm>
            <a:off x="5083124" y="169175"/>
            <a:ext cx="3650100" cy="29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Ready to ship date - Order date</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204</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sp>
        <p:nvSpPr>
          <p:cNvPr id="993" name="Google Shape;993;p105"/>
          <p:cNvSpPr txBox="1"/>
          <p:nvPr/>
        </p:nvSpPr>
        <p:spPr>
          <a:xfrm>
            <a:off x="252000" y="3147700"/>
            <a:ext cx="4343400" cy="171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Business Days Stats:</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(for the entire sample)</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mean       2.769608</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std        1.417991</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min        0.000000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25%        2.000000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rgbClr val="EA9999"/>
                </a:solidFill>
                <a:latin typeface="Courier New"/>
                <a:ea typeface="Courier New"/>
                <a:cs typeface="Courier New"/>
                <a:sym typeface="Courier New"/>
              </a:rPr>
              <a:t>50%        3.000000</a:t>
            </a:r>
            <a:endParaRPr b="1" sz="1100">
              <a:solidFill>
                <a:srgbClr val="EA9999"/>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75%        4.000000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max        5.000000</a:t>
            </a:r>
            <a:endParaRPr sz="1100">
              <a:solidFill>
                <a:srgbClr val="CCCCCC"/>
              </a:solidFill>
              <a:latin typeface="Courier New"/>
              <a:ea typeface="Courier New"/>
              <a:cs typeface="Courier New"/>
              <a:sym typeface="Courier New"/>
            </a:endParaRPr>
          </a:p>
        </p:txBody>
      </p:sp>
      <p:pic>
        <p:nvPicPr>
          <p:cNvPr id="994" name="Google Shape;994;p105"/>
          <p:cNvPicPr preferRelativeResize="0"/>
          <p:nvPr/>
        </p:nvPicPr>
        <p:blipFill>
          <a:blip r:embed="rId3">
            <a:alphaModFix/>
          </a:blip>
          <a:stretch>
            <a:fillRect/>
          </a:stretch>
        </p:blipFill>
        <p:spPr>
          <a:xfrm>
            <a:off x="4705856" y="1703500"/>
            <a:ext cx="4193882" cy="29802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8" name="Shape 998"/>
        <p:cNvGrpSpPr/>
        <p:nvPr/>
      </p:nvGrpSpPr>
      <p:grpSpPr>
        <a:xfrm>
          <a:off x="0" y="0"/>
          <a:ext cx="0" cy="0"/>
          <a:chOff x="0" y="0"/>
          <a:chExt cx="0" cy="0"/>
        </a:xfrm>
      </p:grpSpPr>
      <p:sp>
        <p:nvSpPr>
          <p:cNvPr id="999" name="Google Shape;999;p106"/>
          <p:cNvSpPr txBox="1"/>
          <p:nvPr>
            <p:ph type="title"/>
          </p:nvPr>
        </p:nvSpPr>
        <p:spPr>
          <a:xfrm>
            <a:off x="228600" y="256925"/>
            <a:ext cx="57072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Waiting for Truck</a:t>
            </a:r>
            <a:endParaRPr/>
          </a:p>
        </p:txBody>
      </p:sp>
      <p:sp>
        <p:nvSpPr>
          <p:cNvPr id="1000" name="Google Shape;1000;p106"/>
          <p:cNvSpPr txBox="1"/>
          <p:nvPr/>
        </p:nvSpPr>
        <p:spPr>
          <a:xfrm>
            <a:off x="95550" y="866249"/>
            <a:ext cx="4984800" cy="42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Pick up date</a:t>
            </a:r>
            <a:r>
              <a:rPr lang="en" sz="1200">
                <a:solidFill>
                  <a:schemeClr val="dk1"/>
                </a:solidFill>
                <a:latin typeface="Nunito Sans"/>
                <a:ea typeface="Nunito Sans"/>
                <a:cs typeface="Nunito Sans"/>
                <a:sym typeface="Nunito Sans"/>
              </a:rPr>
              <a:t> (Intern data) - Ready to ship date (Intern data)</a:t>
            </a:r>
            <a:endParaRPr sz="1200">
              <a:solidFill>
                <a:schemeClr val="dk1"/>
              </a:solidFill>
              <a:latin typeface="Nunito Sans"/>
              <a:ea typeface="Nunito Sans"/>
              <a:cs typeface="Nunito Sans"/>
              <a:sym typeface="Nunito Sans"/>
            </a:endParaRPr>
          </a:p>
        </p:txBody>
      </p:sp>
      <p:sp>
        <p:nvSpPr>
          <p:cNvPr id="1001" name="Google Shape;1001;p106"/>
          <p:cNvSpPr txBox="1"/>
          <p:nvPr/>
        </p:nvSpPr>
        <p:spPr>
          <a:xfrm>
            <a:off x="167750" y="1479576"/>
            <a:ext cx="3144000" cy="303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1 (with duplicates, calendar days):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n</a:t>
            </a:r>
            <a:r>
              <a:rPr lang="en" sz="1200">
                <a:solidFill>
                  <a:schemeClr val="dk1"/>
                </a:solidFill>
                <a:latin typeface="Nunito Sans"/>
                <a:ea typeface="Nunito Sans"/>
                <a:cs typeface="Nunito Sans"/>
                <a:sym typeface="Nunito Sans"/>
              </a:rPr>
              <a:t> = 753</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rgbClr val="EA9999"/>
                </a:solidFill>
                <a:latin typeface="Nunito Sans"/>
                <a:ea typeface="Nunito Sans"/>
                <a:cs typeface="Nunito Sans"/>
                <a:sym typeface="Nunito Sans"/>
              </a:rPr>
              <a:t>m</a:t>
            </a:r>
            <a:r>
              <a:rPr b="1" lang="en" sz="1200">
                <a:solidFill>
                  <a:srgbClr val="EA9999"/>
                </a:solidFill>
                <a:latin typeface="Nunito Sans"/>
                <a:ea typeface="Nunito Sans"/>
                <a:cs typeface="Nunito Sans"/>
                <a:sym typeface="Nunito Sans"/>
              </a:rPr>
              <a:t>ean = 1.75 days</a:t>
            </a:r>
            <a:endParaRPr b="1" sz="1200">
              <a:solidFill>
                <a:srgbClr val="EA9999"/>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a:t>
            </a:r>
            <a:r>
              <a:rPr lang="en" sz="1200">
                <a:solidFill>
                  <a:schemeClr val="dk1"/>
                </a:solidFill>
                <a:latin typeface="Nunito Sans"/>
                <a:ea typeface="Nunito Sans"/>
                <a:cs typeface="Nunito Sans"/>
                <a:sym typeface="Nunito Sans"/>
              </a:rPr>
              <a:t>edian = 2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a:t>
            </a:r>
            <a:r>
              <a:rPr lang="en" sz="1200">
                <a:solidFill>
                  <a:schemeClr val="dk1"/>
                </a:solidFill>
                <a:latin typeface="Nunito Sans"/>
                <a:ea typeface="Nunito Sans"/>
                <a:cs typeface="Nunito Sans"/>
                <a:sym typeface="Nunito Sans"/>
              </a:rPr>
              <a:t>ax = 3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chemeClr val="lt2"/>
                </a:solidFill>
                <a:latin typeface="Nunito Sans"/>
                <a:ea typeface="Nunito Sans"/>
                <a:cs typeface="Nunito Sans"/>
                <a:sym typeface="Nunito Sans"/>
              </a:rPr>
              <a:t>Company claims = 1 day</a:t>
            </a:r>
            <a:endParaRPr b="1" sz="1200">
              <a:solidFill>
                <a:schemeClr val="lt2"/>
              </a:solidFill>
              <a:latin typeface="Nunito Sans"/>
              <a:ea typeface="Nunito Sans"/>
              <a:cs typeface="Nunito Sans"/>
              <a:sym typeface="Nunito Sans"/>
            </a:endParaRPr>
          </a:p>
          <a:p>
            <a:pPr indent="0" lvl="0" marL="0" rtl="0" algn="l">
              <a:spcBef>
                <a:spcPts val="0"/>
              </a:spcBef>
              <a:spcAft>
                <a:spcPts val="0"/>
              </a:spcAft>
              <a:buNone/>
            </a:pPr>
            <a:r>
              <a:t/>
            </a:r>
            <a:endParaRPr b="1" sz="1200">
              <a:solidFill>
                <a:schemeClr val="lt2"/>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Same days </a:t>
            </a:r>
            <a:r>
              <a:rPr lang="en" sz="1200">
                <a:solidFill>
                  <a:schemeClr val="dk1"/>
                </a:solidFill>
                <a:latin typeface="Nunito Sans"/>
                <a:ea typeface="Nunito Sans"/>
                <a:cs typeface="Nunito Sans"/>
                <a:sym typeface="Nunito Sans"/>
              </a:rPr>
              <a:t>pickups</a:t>
            </a:r>
            <a:r>
              <a:rPr lang="en" sz="1200">
                <a:solidFill>
                  <a:schemeClr val="dk1"/>
                </a:solidFill>
                <a:latin typeface="Nunito Sans"/>
                <a:ea typeface="Nunito Sans"/>
                <a:cs typeface="Nunito Sans"/>
                <a:sym typeface="Nunito Sans"/>
              </a:rPr>
              <a:t>= 12.5% of the orders</a:t>
            </a:r>
            <a:endParaRPr sz="1200">
              <a:solidFill>
                <a:schemeClr val="dk1"/>
              </a:solidFill>
              <a:latin typeface="Nunito Sans"/>
              <a:ea typeface="Nunito Sans"/>
              <a:cs typeface="Nunito Sans"/>
              <a:sym typeface="Nunito Sans"/>
            </a:endParaRPr>
          </a:p>
        </p:txBody>
      </p:sp>
      <p:pic>
        <p:nvPicPr>
          <p:cNvPr id="1002" name="Google Shape;1002;p106"/>
          <p:cNvPicPr preferRelativeResize="0"/>
          <p:nvPr/>
        </p:nvPicPr>
        <p:blipFill>
          <a:blip r:embed="rId3">
            <a:alphaModFix/>
          </a:blip>
          <a:stretch>
            <a:fillRect/>
          </a:stretch>
        </p:blipFill>
        <p:spPr>
          <a:xfrm>
            <a:off x="3798975" y="1442850"/>
            <a:ext cx="5192625" cy="27287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6" name="Shape 1006"/>
        <p:cNvGrpSpPr/>
        <p:nvPr/>
      </p:nvGrpSpPr>
      <p:grpSpPr>
        <a:xfrm>
          <a:off x="0" y="0"/>
          <a:ext cx="0" cy="0"/>
          <a:chOff x="0" y="0"/>
          <a:chExt cx="0" cy="0"/>
        </a:xfrm>
      </p:grpSpPr>
      <p:sp>
        <p:nvSpPr>
          <p:cNvPr id="1007" name="Google Shape;1007;p107"/>
          <p:cNvSpPr txBox="1"/>
          <p:nvPr>
            <p:ph type="title"/>
          </p:nvPr>
        </p:nvSpPr>
        <p:spPr>
          <a:xfrm>
            <a:off x="228600" y="256925"/>
            <a:ext cx="71811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Waiting for Truck Time</a:t>
            </a:r>
            <a:endParaRPr>
              <a:solidFill>
                <a:srgbClr val="EA9999"/>
              </a:solidFill>
            </a:endParaRPr>
          </a:p>
        </p:txBody>
      </p:sp>
      <p:sp>
        <p:nvSpPr>
          <p:cNvPr id="1008" name="Google Shape;1008;p107"/>
          <p:cNvSpPr txBox="1"/>
          <p:nvPr/>
        </p:nvSpPr>
        <p:spPr>
          <a:xfrm>
            <a:off x="5083125" y="169175"/>
            <a:ext cx="3467100" cy="29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Pick_up_date - ready_to_ship_date</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204</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sp>
        <p:nvSpPr>
          <p:cNvPr id="1009" name="Google Shape;1009;p107"/>
          <p:cNvSpPr txBox="1"/>
          <p:nvPr/>
        </p:nvSpPr>
        <p:spPr>
          <a:xfrm>
            <a:off x="252000" y="3147700"/>
            <a:ext cx="4343400" cy="171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Business Days Stats:</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mean       1.357843</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std        0.821141</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min        0.000000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25%        1.000000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50%        1.000000</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75%        2.000000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max        3.000000</a:t>
            </a:r>
            <a:endParaRPr b="1" sz="1100">
              <a:solidFill>
                <a:schemeClr val="lt2"/>
              </a:solidFill>
              <a:latin typeface="Courier New"/>
              <a:ea typeface="Courier New"/>
              <a:cs typeface="Courier New"/>
              <a:sym typeface="Courier New"/>
            </a:endParaRPr>
          </a:p>
        </p:txBody>
      </p:sp>
      <p:sp>
        <p:nvSpPr>
          <p:cNvPr id="1010" name="Google Shape;1010;p107"/>
          <p:cNvSpPr txBox="1"/>
          <p:nvPr/>
        </p:nvSpPr>
        <p:spPr>
          <a:xfrm>
            <a:off x="365500" y="1329075"/>
            <a:ext cx="3278400" cy="891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2: No duplicates, business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Truck company</a:t>
            </a:r>
            <a:r>
              <a:rPr lang="en" sz="1200">
                <a:solidFill>
                  <a:schemeClr val="dk1"/>
                </a:solidFill>
                <a:latin typeface="Nunito Sans"/>
                <a:ea typeface="Nunito Sans"/>
                <a:cs typeface="Nunito Sans"/>
                <a:sym typeface="Nunito Sans"/>
              </a:rPr>
              <a:t> claims that the truck pick up timeline is </a:t>
            </a:r>
            <a:r>
              <a:rPr b="1" lang="en" sz="1200">
                <a:solidFill>
                  <a:schemeClr val="lt2"/>
                </a:solidFill>
                <a:latin typeface="Nunito Sans"/>
                <a:ea typeface="Nunito Sans"/>
                <a:cs typeface="Nunito Sans"/>
                <a:sym typeface="Nunito Sans"/>
              </a:rPr>
              <a:t>one day on average.</a:t>
            </a:r>
            <a:endParaRPr b="1" sz="1200">
              <a:solidFill>
                <a:schemeClr val="lt2"/>
              </a:solidFill>
              <a:latin typeface="Nunito Sans"/>
              <a:ea typeface="Nunito Sans"/>
              <a:cs typeface="Nunito Sans"/>
              <a:sym typeface="Nunito Sans"/>
            </a:endParaRPr>
          </a:p>
        </p:txBody>
      </p:sp>
      <p:pic>
        <p:nvPicPr>
          <p:cNvPr id="1011" name="Google Shape;1011;p107"/>
          <p:cNvPicPr preferRelativeResize="0"/>
          <p:nvPr/>
        </p:nvPicPr>
        <p:blipFill>
          <a:blip r:embed="rId3">
            <a:alphaModFix/>
          </a:blip>
          <a:stretch>
            <a:fillRect/>
          </a:stretch>
        </p:blipFill>
        <p:spPr>
          <a:xfrm>
            <a:off x="4680900" y="1945425"/>
            <a:ext cx="4243800" cy="278474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5" name="Shape 1015"/>
        <p:cNvGrpSpPr/>
        <p:nvPr/>
      </p:nvGrpSpPr>
      <p:grpSpPr>
        <a:xfrm>
          <a:off x="0" y="0"/>
          <a:ext cx="0" cy="0"/>
          <a:chOff x="0" y="0"/>
          <a:chExt cx="0" cy="0"/>
        </a:xfrm>
      </p:grpSpPr>
      <p:sp>
        <p:nvSpPr>
          <p:cNvPr id="1016" name="Google Shape;1016;p108"/>
          <p:cNvSpPr txBox="1"/>
          <p:nvPr>
            <p:ph type="title"/>
          </p:nvPr>
        </p:nvSpPr>
        <p:spPr>
          <a:xfrm>
            <a:off x="228600" y="256925"/>
            <a:ext cx="71811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Waiting for Truck Time</a:t>
            </a:r>
            <a:endParaRPr/>
          </a:p>
          <a:p>
            <a:pPr indent="0" lvl="0" marL="0" rtl="0" algn="l">
              <a:spcBef>
                <a:spcPts val="0"/>
              </a:spcBef>
              <a:spcAft>
                <a:spcPts val="0"/>
              </a:spcAft>
              <a:buNone/>
            </a:pPr>
            <a:r>
              <a:rPr lang="en">
                <a:solidFill>
                  <a:srgbClr val="EA9999"/>
                </a:solidFill>
              </a:rPr>
              <a:t>by shipment mode</a:t>
            </a:r>
            <a:endParaRPr>
              <a:solidFill>
                <a:srgbClr val="EA9999"/>
              </a:solidFill>
            </a:endParaRPr>
          </a:p>
        </p:txBody>
      </p:sp>
      <p:sp>
        <p:nvSpPr>
          <p:cNvPr id="1017" name="Google Shape;1017;p108"/>
          <p:cNvSpPr txBox="1"/>
          <p:nvPr/>
        </p:nvSpPr>
        <p:spPr>
          <a:xfrm>
            <a:off x="5083124" y="169175"/>
            <a:ext cx="3747600" cy="29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Pick_up_date - ready_to_ship_date</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204</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sp>
        <p:nvSpPr>
          <p:cNvPr id="1018" name="Google Shape;1018;p108"/>
          <p:cNvSpPr txBox="1"/>
          <p:nvPr/>
        </p:nvSpPr>
        <p:spPr>
          <a:xfrm>
            <a:off x="365500" y="1329075"/>
            <a:ext cx="3278400" cy="891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2: No duplicates, business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Truck company claims that the truck pick up timeline is </a:t>
            </a:r>
            <a:r>
              <a:rPr b="1" lang="en" sz="1200">
                <a:solidFill>
                  <a:schemeClr val="lt2"/>
                </a:solidFill>
                <a:latin typeface="Nunito Sans"/>
                <a:ea typeface="Nunito Sans"/>
                <a:cs typeface="Nunito Sans"/>
                <a:sym typeface="Nunito Sans"/>
              </a:rPr>
              <a:t>one day on average.</a:t>
            </a:r>
            <a:endParaRPr b="1" sz="1200">
              <a:solidFill>
                <a:schemeClr val="lt2"/>
              </a:solidFill>
              <a:latin typeface="Nunito Sans"/>
              <a:ea typeface="Nunito Sans"/>
              <a:cs typeface="Nunito Sans"/>
              <a:sym typeface="Nunito Sans"/>
            </a:endParaRPr>
          </a:p>
        </p:txBody>
      </p:sp>
      <p:pic>
        <p:nvPicPr>
          <p:cNvPr id="1019" name="Google Shape;1019;p108"/>
          <p:cNvPicPr preferRelativeResize="0"/>
          <p:nvPr/>
        </p:nvPicPr>
        <p:blipFill>
          <a:blip r:embed="rId3">
            <a:alphaModFix/>
          </a:blip>
          <a:stretch>
            <a:fillRect/>
          </a:stretch>
        </p:blipFill>
        <p:spPr>
          <a:xfrm>
            <a:off x="4587000" y="1626350"/>
            <a:ext cx="4243800" cy="311159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09"/>
          <p:cNvSpPr txBox="1"/>
          <p:nvPr>
            <p:ph type="title"/>
          </p:nvPr>
        </p:nvSpPr>
        <p:spPr>
          <a:xfrm>
            <a:off x="228600" y="256925"/>
            <a:ext cx="57072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Full Warehouse Time</a:t>
            </a:r>
            <a:endParaRPr/>
          </a:p>
        </p:txBody>
      </p:sp>
      <p:sp>
        <p:nvSpPr>
          <p:cNvPr id="1025" name="Google Shape;1025;p109"/>
          <p:cNvSpPr txBox="1"/>
          <p:nvPr/>
        </p:nvSpPr>
        <p:spPr>
          <a:xfrm>
            <a:off x="95550" y="866250"/>
            <a:ext cx="5391000" cy="42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On truck scan</a:t>
            </a:r>
            <a:r>
              <a:rPr lang="en" sz="1200">
                <a:solidFill>
                  <a:schemeClr val="dk1"/>
                </a:solidFill>
                <a:latin typeface="Nunito Sans"/>
                <a:ea typeface="Nunito Sans"/>
                <a:cs typeface="Nunito Sans"/>
                <a:sym typeface="Nunito Sans"/>
              </a:rPr>
              <a:t> date (Order process data) - Order date (Order process data)</a:t>
            </a:r>
            <a:endParaRPr sz="1200">
              <a:solidFill>
                <a:schemeClr val="dk1"/>
              </a:solidFill>
              <a:latin typeface="Nunito Sans"/>
              <a:ea typeface="Nunito Sans"/>
              <a:cs typeface="Nunito Sans"/>
              <a:sym typeface="Nunito Sans"/>
            </a:endParaRPr>
          </a:p>
        </p:txBody>
      </p:sp>
      <p:sp>
        <p:nvSpPr>
          <p:cNvPr id="1026" name="Google Shape;1026;p109"/>
          <p:cNvSpPr txBox="1"/>
          <p:nvPr/>
        </p:nvSpPr>
        <p:spPr>
          <a:xfrm>
            <a:off x="95550" y="1452500"/>
            <a:ext cx="3324300" cy="333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(with duplicates, calendar days):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n</a:t>
            </a:r>
            <a:r>
              <a:rPr lang="en" sz="1200">
                <a:solidFill>
                  <a:schemeClr val="dk1"/>
                </a:solidFill>
                <a:latin typeface="Nunito Sans"/>
                <a:ea typeface="Nunito Sans"/>
                <a:cs typeface="Nunito Sans"/>
                <a:sym typeface="Nunito Sans"/>
              </a:rPr>
              <a:t> = 5899</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rgbClr val="EA9999"/>
                </a:solidFill>
                <a:latin typeface="Nunito Sans"/>
                <a:ea typeface="Nunito Sans"/>
                <a:cs typeface="Nunito Sans"/>
                <a:sym typeface="Nunito Sans"/>
              </a:rPr>
              <a:t>m</a:t>
            </a:r>
            <a:r>
              <a:rPr b="1" lang="en" sz="1200">
                <a:solidFill>
                  <a:srgbClr val="EA9999"/>
                </a:solidFill>
                <a:latin typeface="Nunito Sans"/>
                <a:ea typeface="Nunito Sans"/>
                <a:cs typeface="Nunito Sans"/>
                <a:sym typeface="Nunito Sans"/>
              </a:rPr>
              <a:t>ean = 6.1 days</a:t>
            </a:r>
            <a:endParaRPr b="1" sz="1200">
              <a:solidFill>
                <a:srgbClr val="EA9999"/>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a:t>
            </a:r>
            <a:r>
              <a:rPr lang="en" sz="1200">
                <a:solidFill>
                  <a:schemeClr val="dk1"/>
                </a:solidFill>
                <a:latin typeface="Nunito Sans"/>
                <a:ea typeface="Nunito Sans"/>
                <a:cs typeface="Nunito Sans"/>
                <a:sym typeface="Nunito Sans"/>
              </a:rPr>
              <a:t>edian = 7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a:t>
            </a:r>
            <a:r>
              <a:rPr lang="en" sz="1200">
                <a:solidFill>
                  <a:schemeClr val="dk1"/>
                </a:solidFill>
                <a:latin typeface="Nunito Sans"/>
                <a:ea typeface="Nunito Sans"/>
                <a:cs typeface="Nunito Sans"/>
                <a:sym typeface="Nunito Sans"/>
              </a:rPr>
              <a:t>ax = 12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chemeClr val="lt2"/>
                </a:solidFill>
                <a:latin typeface="Nunito Sans"/>
                <a:ea typeface="Nunito Sans"/>
                <a:cs typeface="Nunito Sans"/>
                <a:sym typeface="Nunito Sans"/>
              </a:rPr>
              <a:t>Company claims = 3-4 days</a:t>
            </a:r>
            <a:endParaRPr b="1" sz="1200">
              <a:solidFill>
                <a:schemeClr val="lt2"/>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304800" lvl="0" marL="457200" rtl="0" algn="l">
              <a:spcBef>
                <a:spcPts val="0"/>
              </a:spcBef>
              <a:spcAft>
                <a:spcPts val="0"/>
              </a:spcAft>
              <a:buClr>
                <a:schemeClr val="dk1"/>
              </a:buClr>
              <a:buSzPts val="1200"/>
              <a:buFont typeface="Nunito Sans"/>
              <a:buChar char="●"/>
            </a:pPr>
            <a:r>
              <a:rPr lang="en" sz="1200">
                <a:solidFill>
                  <a:schemeClr val="dk1"/>
                </a:solidFill>
                <a:latin typeface="Nunito Sans"/>
                <a:ea typeface="Nunito Sans"/>
                <a:cs typeface="Nunito Sans"/>
                <a:sym typeface="Nunito Sans"/>
              </a:rPr>
              <a:t>Express mean = </a:t>
            </a:r>
            <a:r>
              <a:rPr b="1" lang="en" sz="1200">
                <a:solidFill>
                  <a:schemeClr val="lt2"/>
                </a:solidFill>
                <a:latin typeface="Nunito Sans"/>
                <a:ea typeface="Nunito Sans"/>
                <a:cs typeface="Nunito Sans"/>
                <a:sym typeface="Nunito Sans"/>
              </a:rPr>
              <a:t>2.6 days</a:t>
            </a:r>
            <a:endParaRPr b="1" sz="1200">
              <a:solidFill>
                <a:schemeClr val="lt2"/>
              </a:solidFill>
              <a:latin typeface="Nunito Sans"/>
              <a:ea typeface="Nunito Sans"/>
              <a:cs typeface="Nunito Sans"/>
              <a:sym typeface="Nunito Sans"/>
            </a:endParaRPr>
          </a:p>
          <a:p>
            <a:pPr indent="-304800" lvl="0" marL="457200" rtl="0" algn="l">
              <a:spcBef>
                <a:spcPts val="0"/>
              </a:spcBef>
              <a:spcAft>
                <a:spcPts val="0"/>
              </a:spcAft>
              <a:buClr>
                <a:schemeClr val="dk1"/>
              </a:buClr>
              <a:buSzPts val="1200"/>
              <a:buFont typeface="Nunito Sans"/>
              <a:buChar char="●"/>
            </a:pPr>
            <a:r>
              <a:rPr lang="en" sz="1200">
                <a:solidFill>
                  <a:schemeClr val="dk1"/>
                </a:solidFill>
                <a:latin typeface="Nunito Sans"/>
                <a:ea typeface="Nunito Sans"/>
                <a:cs typeface="Nunito Sans"/>
                <a:sym typeface="Nunito Sans"/>
              </a:rPr>
              <a:t>Standard processing mean = </a:t>
            </a:r>
            <a:r>
              <a:rPr b="1" lang="en" sz="1200">
                <a:solidFill>
                  <a:srgbClr val="EA9999"/>
                </a:solidFill>
                <a:latin typeface="Nunito Sans"/>
                <a:ea typeface="Nunito Sans"/>
                <a:cs typeface="Nunito Sans"/>
                <a:sym typeface="Nunito Sans"/>
              </a:rPr>
              <a:t>7.1 days</a:t>
            </a:r>
            <a:endParaRPr b="1" sz="1200">
              <a:solidFill>
                <a:srgbClr val="EA9999"/>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pic>
        <p:nvPicPr>
          <p:cNvPr id="1027" name="Google Shape;1027;p109"/>
          <p:cNvPicPr preferRelativeResize="0"/>
          <p:nvPr/>
        </p:nvPicPr>
        <p:blipFill>
          <a:blip r:embed="rId3">
            <a:alphaModFix/>
          </a:blip>
          <a:stretch>
            <a:fillRect/>
          </a:stretch>
        </p:blipFill>
        <p:spPr>
          <a:xfrm>
            <a:off x="3371025" y="1695525"/>
            <a:ext cx="5419349" cy="268501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p110"/>
          <p:cNvSpPr txBox="1"/>
          <p:nvPr>
            <p:ph type="title"/>
          </p:nvPr>
        </p:nvSpPr>
        <p:spPr>
          <a:xfrm>
            <a:off x="228600" y="256925"/>
            <a:ext cx="71811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Full Warehouse Time:</a:t>
            </a:r>
            <a:endParaRPr/>
          </a:p>
          <a:p>
            <a:pPr indent="0" lvl="0" marL="0" rtl="0" algn="l">
              <a:spcBef>
                <a:spcPts val="0"/>
              </a:spcBef>
              <a:spcAft>
                <a:spcPts val="0"/>
              </a:spcAft>
              <a:buNone/>
            </a:pPr>
            <a:r>
              <a:rPr lang="en">
                <a:solidFill>
                  <a:srgbClr val="EA9999"/>
                </a:solidFill>
              </a:rPr>
              <a:t>warehouse</a:t>
            </a:r>
            <a:r>
              <a:rPr lang="en"/>
              <a:t> vs. </a:t>
            </a:r>
            <a:r>
              <a:rPr lang="en">
                <a:solidFill>
                  <a:schemeClr val="lt2"/>
                </a:solidFill>
              </a:rPr>
              <a:t>truck company</a:t>
            </a:r>
            <a:endParaRPr>
              <a:solidFill>
                <a:schemeClr val="lt2"/>
              </a:solidFill>
            </a:endParaRPr>
          </a:p>
        </p:txBody>
      </p:sp>
      <p:sp>
        <p:nvSpPr>
          <p:cNvPr id="1033" name="Google Shape;1033;p110"/>
          <p:cNvSpPr txBox="1"/>
          <p:nvPr/>
        </p:nvSpPr>
        <p:spPr>
          <a:xfrm>
            <a:off x="6080700" y="212975"/>
            <a:ext cx="2868900" cy="113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a/ </a:t>
            </a:r>
            <a:r>
              <a:rPr lang="en" sz="1200">
                <a:solidFill>
                  <a:srgbClr val="CCCCCC"/>
                </a:solidFill>
                <a:latin typeface="Courier New"/>
                <a:ea typeface="Courier New"/>
                <a:cs typeface="Courier New"/>
                <a:sym typeface="Courier New"/>
              </a:rPr>
              <a:t>Pick_up_date - order_date</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204</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b/ On_truc_scan_date - order_date</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3002</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sp>
        <p:nvSpPr>
          <p:cNvPr id="1034" name="Google Shape;1034;p110"/>
          <p:cNvSpPr txBox="1"/>
          <p:nvPr/>
        </p:nvSpPr>
        <p:spPr>
          <a:xfrm>
            <a:off x="365500" y="1329075"/>
            <a:ext cx="4253400" cy="1727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We can compare the small data from </a:t>
            </a:r>
            <a:r>
              <a:rPr b="1" lang="en" sz="1200">
                <a:solidFill>
                  <a:srgbClr val="EA9999"/>
                </a:solidFill>
                <a:latin typeface="Nunito Sans"/>
                <a:ea typeface="Nunito Sans"/>
                <a:cs typeface="Nunito Sans"/>
                <a:sym typeface="Nunito Sans"/>
              </a:rPr>
              <a:t>warehouse</a:t>
            </a:r>
            <a:r>
              <a:rPr lang="en" sz="1200">
                <a:solidFill>
                  <a:schemeClr val="dk1"/>
                </a:solidFill>
                <a:latin typeface="Nunito Sans"/>
                <a:ea typeface="Nunito Sans"/>
                <a:cs typeface="Nunito Sans"/>
                <a:sym typeface="Nunito Sans"/>
              </a:rPr>
              <a:t> (interns) to the big data (from the </a:t>
            </a:r>
            <a:r>
              <a:rPr b="1" lang="en" sz="1200">
                <a:solidFill>
                  <a:schemeClr val="lt2"/>
                </a:solidFill>
                <a:latin typeface="Nunito Sans"/>
                <a:ea typeface="Nunito Sans"/>
                <a:cs typeface="Nunito Sans"/>
                <a:sym typeface="Nunito Sans"/>
              </a:rPr>
              <a:t>truck company</a:t>
            </a:r>
            <a:r>
              <a:rPr lang="en" sz="1200">
                <a:solidFill>
                  <a:schemeClr val="dk1"/>
                </a:solidFill>
                <a:latin typeface="Nunito Sans"/>
                <a:ea typeface="Nunito Sans"/>
                <a:cs typeface="Nunito Sans"/>
                <a:sym typeface="Nunito Sans"/>
              </a:rPr>
              <a:t>)</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chemeClr val="lt2"/>
                </a:solidFill>
                <a:latin typeface="Nunito Sans"/>
                <a:ea typeface="Nunito Sans"/>
                <a:cs typeface="Nunito Sans"/>
                <a:sym typeface="Nunito Sans"/>
              </a:rPr>
              <a:t>Good thing</a:t>
            </a:r>
            <a:r>
              <a:rPr lang="en" sz="1200">
                <a:solidFill>
                  <a:schemeClr val="dk1"/>
                </a:solidFill>
                <a:latin typeface="Nunito Sans"/>
                <a:ea typeface="Nunito Sans"/>
                <a:cs typeface="Nunito Sans"/>
                <a:sym typeface="Nunito Sans"/>
              </a:rPr>
              <a:t>: Two datasets match &gt;&gt;&gt; we can trust the assumption about the average </a:t>
            </a:r>
            <a:r>
              <a:rPr lang="en" sz="1200">
                <a:solidFill>
                  <a:schemeClr val="dk1"/>
                </a:solidFill>
                <a:latin typeface="Nunito Sans"/>
                <a:ea typeface="Nunito Sans"/>
                <a:cs typeface="Nunito Sans"/>
                <a:sym typeface="Nunito Sans"/>
              </a:rPr>
              <a:t>amount</a:t>
            </a:r>
            <a:r>
              <a:rPr lang="en" sz="1200">
                <a:solidFill>
                  <a:schemeClr val="dk1"/>
                </a:solidFill>
                <a:latin typeface="Nunito Sans"/>
                <a:ea typeface="Nunito Sans"/>
                <a:cs typeface="Nunito Sans"/>
                <a:sym typeface="Nunito Sans"/>
              </a:rPr>
              <a:t> of days for warehouse processing</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rgbClr val="EA9999"/>
                </a:solidFill>
                <a:latin typeface="Nunito Sans"/>
                <a:ea typeface="Nunito Sans"/>
                <a:cs typeface="Nunito Sans"/>
                <a:sym typeface="Nunito Sans"/>
              </a:rPr>
              <a:t>Bad thing</a:t>
            </a:r>
            <a:r>
              <a:rPr lang="en" sz="1200">
                <a:solidFill>
                  <a:schemeClr val="dk1"/>
                </a:solidFill>
                <a:latin typeface="Nunito Sans"/>
                <a:ea typeface="Nunito Sans"/>
                <a:cs typeface="Nunito Sans"/>
                <a:sym typeface="Nunito Sans"/>
              </a:rPr>
              <a:t>: It's higher than the promise from the warehouse</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2: No duplicates, business days</a:t>
            </a:r>
            <a:endParaRPr sz="1200">
              <a:solidFill>
                <a:schemeClr val="dk1"/>
              </a:solidFill>
              <a:latin typeface="Nunito Sans"/>
              <a:ea typeface="Nunito Sans"/>
              <a:cs typeface="Nunito Sans"/>
              <a:sym typeface="Nunito Sans"/>
            </a:endParaRPr>
          </a:p>
        </p:txBody>
      </p:sp>
      <p:sp>
        <p:nvSpPr>
          <p:cNvPr id="1035" name="Google Shape;1035;p110"/>
          <p:cNvSpPr txBox="1"/>
          <p:nvPr/>
        </p:nvSpPr>
        <p:spPr>
          <a:xfrm>
            <a:off x="365500" y="3243900"/>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100">
                <a:solidFill>
                  <a:srgbClr val="EA9999"/>
                </a:solidFill>
                <a:latin typeface="Courier New"/>
                <a:ea typeface="Courier New"/>
                <a:cs typeface="Courier New"/>
                <a:sym typeface="Courier New"/>
              </a:rPr>
              <a:t>Warehouse</a:t>
            </a:r>
            <a:r>
              <a:rPr lang="en" sz="1100">
                <a:solidFill>
                  <a:srgbClr val="CCCCCC"/>
                </a:solidFill>
                <a:latin typeface="Courier New"/>
                <a:ea typeface="Courier New"/>
                <a:cs typeface="Courier New"/>
                <a:sym typeface="Courier New"/>
              </a:rPr>
              <a:t> Data, Business Days:</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count    204.000000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rgbClr val="EA9999"/>
                </a:solidFill>
                <a:latin typeface="Courier New"/>
                <a:ea typeface="Courier New"/>
                <a:cs typeface="Courier New"/>
                <a:sym typeface="Courier New"/>
              </a:rPr>
              <a:t>mean       4.127451</a:t>
            </a:r>
            <a:endParaRPr b="1" sz="1100">
              <a:solidFill>
                <a:srgbClr val="EA9999"/>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std        1.839209</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min        0.000000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25%        3.000000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50%        5.000000</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75%        5.000000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max        7.000000</a:t>
            </a:r>
            <a:endParaRPr sz="1600"/>
          </a:p>
        </p:txBody>
      </p:sp>
      <p:sp>
        <p:nvSpPr>
          <p:cNvPr id="1036" name="Google Shape;1036;p110"/>
          <p:cNvSpPr txBox="1"/>
          <p:nvPr/>
        </p:nvSpPr>
        <p:spPr>
          <a:xfrm>
            <a:off x="3211902" y="3243900"/>
            <a:ext cx="33894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Truck Company</a:t>
            </a:r>
            <a:r>
              <a:rPr lang="en" sz="1100">
                <a:solidFill>
                  <a:srgbClr val="CCCCCC"/>
                </a:solidFill>
                <a:latin typeface="Courier New"/>
                <a:ea typeface="Courier New"/>
                <a:cs typeface="Courier New"/>
                <a:sym typeface="Courier New"/>
              </a:rPr>
              <a:t> Data, Business Days:</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count    3002.000000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rgbClr val="EA9999"/>
                </a:solidFill>
                <a:latin typeface="Courier New"/>
                <a:ea typeface="Courier New"/>
                <a:cs typeface="Courier New"/>
                <a:sym typeface="Courier New"/>
              </a:rPr>
              <a:t>mean        4.331779</a:t>
            </a:r>
            <a:endParaRPr b="1" sz="1100">
              <a:solidFill>
                <a:srgbClr val="EA9999"/>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std         1.847353</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min         0.000000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25%         3.000000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50%         5.000000</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75%         6.000000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max         9.000000</a:t>
            </a:r>
            <a:endParaRPr sz="16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11"/>
          <p:cNvSpPr txBox="1"/>
          <p:nvPr>
            <p:ph type="title"/>
          </p:nvPr>
        </p:nvSpPr>
        <p:spPr>
          <a:xfrm>
            <a:off x="228600" y="256925"/>
            <a:ext cx="71811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Delivery (Transportation) Time</a:t>
            </a:r>
            <a:endParaRPr/>
          </a:p>
        </p:txBody>
      </p:sp>
      <p:sp>
        <p:nvSpPr>
          <p:cNvPr id="1042" name="Google Shape;1042;p111"/>
          <p:cNvSpPr txBox="1"/>
          <p:nvPr/>
        </p:nvSpPr>
        <p:spPr>
          <a:xfrm>
            <a:off x="95550" y="866250"/>
            <a:ext cx="5391000" cy="42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Arrival scan date</a:t>
            </a:r>
            <a:r>
              <a:rPr lang="en" sz="1200">
                <a:solidFill>
                  <a:schemeClr val="dk1"/>
                </a:solidFill>
                <a:latin typeface="Nunito Sans"/>
                <a:ea typeface="Nunito Sans"/>
                <a:cs typeface="Nunito Sans"/>
                <a:sym typeface="Nunito Sans"/>
              </a:rPr>
              <a:t> (Campaign data) - On truck scan date (Order process data)</a:t>
            </a:r>
            <a:endParaRPr sz="1200">
              <a:solidFill>
                <a:schemeClr val="dk1"/>
              </a:solidFill>
              <a:latin typeface="Nunito Sans"/>
              <a:ea typeface="Nunito Sans"/>
              <a:cs typeface="Nunito Sans"/>
              <a:sym typeface="Nunito Sans"/>
            </a:endParaRPr>
          </a:p>
        </p:txBody>
      </p:sp>
      <p:pic>
        <p:nvPicPr>
          <p:cNvPr id="1043" name="Google Shape;1043;p111"/>
          <p:cNvPicPr preferRelativeResize="0"/>
          <p:nvPr/>
        </p:nvPicPr>
        <p:blipFill>
          <a:blip r:embed="rId3">
            <a:alphaModFix/>
          </a:blip>
          <a:stretch>
            <a:fillRect/>
          </a:stretch>
        </p:blipFill>
        <p:spPr>
          <a:xfrm>
            <a:off x="3143812" y="1290450"/>
            <a:ext cx="5873775" cy="3393850"/>
          </a:xfrm>
          <a:prstGeom prst="rect">
            <a:avLst/>
          </a:prstGeom>
          <a:noFill/>
          <a:ln>
            <a:noFill/>
          </a:ln>
        </p:spPr>
      </p:pic>
      <p:sp>
        <p:nvSpPr>
          <p:cNvPr id="1044" name="Google Shape;1044;p111"/>
          <p:cNvSpPr txBox="1"/>
          <p:nvPr/>
        </p:nvSpPr>
        <p:spPr>
          <a:xfrm>
            <a:off x="95550" y="1452500"/>
            <a:ext cx="2967900" cy="333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1  (with duplicates, calendar days):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n= 668</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rgbClr val="EA9999"/>
                </a:solidFill>
                <a:latin typeface="Nunito Sans"/>
                <a:ea typeface="Nunito Sans"/>
                <a:cs typeface="Nunito Sans"/>
                <a:sym typeface="Nunito Sans"/>
              </a:rPr>
              <a:t>mean= 4.6 days</a:t>
            </a:r>
            <a:endParaRPr b="1" sz="1200">
              <a:solidFill>
                <a:srgbClr val="EA9999"/>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median= 5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max= 7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Company claims= </a:t>
            </a:r>
            <a:r>
              <a:rPr b="1" lang="en" sz="1200">
                <a:solidFill>
                  <a:schemeClr val="lt2"/>
                </a:solidFill>
                <a:latin typeface="Nunito Sans"/>
                <a:ea typeface="Nunito Sans"/>
                <a:cs typeface="Nunito Sans"/>
                <a:sym typeface="Nunito Sans"/>
              </a:rPr>
              <a:t>3 days</a:t>
            </a:r>
            <a:endParaRPr b="1" sz="1200">
              <a:solidFill>
                <a:schemeClr val="lt2"/>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8" name="Shape 1048"/>
        <p:cNvGrpSpPr/>
        <p:nvPr/>
      </p:nvGrpSpPr>
      <p:grpSpPr>
        <a:xfrm>
          <a:off x="0" y="0"/>
          <a:ext cx="0" cy="0"/>
          <a:chOff x="0" y="0"/>
          <a:chExt cx="0" cy="0"/>
        </a:xfrm>
      </p:grpSpPr>
      <p:sp>
        <p:nvSpPr>
          <p:cNvPr id="1049" name="Google Shape;1049;p112"/>
          <p:cNvSpPr txBox="1"/>
          <p:nvPr>
            <p:ph type="title"/>
          </p:nvPr>
        </p:nvSpPr>
        <p:spPr>
          <a:xfrm>
            <a:off x="228600" y="256925"/>
            <a:ext cx="71811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Delivery (</a:t>
            </a:r>
            <a:r>
              <a:rPr lang="en"/>
              <a:t>Transportation</a:t>
            </a:r>
            <a:r>
              <a:rPr lang="en"/>
              <a:t>) time</a:t>
            </a:r>
            <a:endParaRPr>
              <a:solidFill>
                <a:srgbClr val="EA9999"/>
              </a:solidFill>
            </a:endParaRPr>
          </a:p>
        </p:txBody>
      </p:sp>
      <p:sp>
        <p:nvSpPr>
          <p:cNvPr id="1050" name="Google Shape;1050;p112"/>
          <p:cNvSpPr txBox="1"/>
          <p:nvPr/>
        </p:nvSpPr>
        <p:spPr>
          <a:xfrm>
            <a:off x="6468150" y="158100"/>
            <a:ext cx="3206100" cy="29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Arrival_scan - On_truck_scan</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333</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sp>
        <p:nvSpPr>
          <p:cNvPr id="1051" name="Google Shape;1051;p112"/>
          <p:cNvSpPr txBox="1"/>
          <p:nvPr/>
        </p:nvSpPr>
        <p:spPr>
          <a:xfrm>
            <a:off x="252000" y="3031050"/>
            <a:ext cx="4343400" cy="171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Business Days Stats:</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count    333.000000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mean       2.921922</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std        0.956855</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min        1.000000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25%        3.000000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50%        3.000000</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75%        3.000000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max        5.000000</a:t>
            </a:r>
            <a:endParaRPr b="1" sz="1100">
              <a:solidFill>
                <a:schemeClr val="lt2"/>
              </a:solidFill>
              <a:latin typeface="Courier New"/>
              <a:ea typeface="Courier New"/>
              <a:cs typeface="Courier New"/>
              <a:sym typeface="Courier New"/>
            </a:endParaRPr>
          </a:p>
        </p:txBody>
      </p:sp>
      <p:sp>
        <p:nvSpPr>
          <p:cNvPr id="1052" name="Google Shape;1052;p112"/>
          <p:cNvSpPr txBox="1"/>
          <p:nvPr/>
        </p:nvSpPr>
        <p:spPr>
          <a:xfrm>
            <a:off x="365500" y="1329075"/>
            <a:ext cx="3278400" cy="891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2: No duplicates, business days</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Truck company claims that the truck pick up timeline is </a:t>
            </a:r>
            <a:r>
              <a:rPr b="1" lang="en" sz="1200">
                <a:solidFill>
                  <a:schemeClr val="lt2"/>
                </a:solidFill>
                <a:latin typeface="Nunito Sans"/>
                <a:ea typeface="Nunito Sans"/>
                <a:cs typeface="Nunito Sans"/>
                <a:sym typeface="Nunito Sans"/>
              </a:rPr>
              <a:t>three</a:t>
            </a:r>
            <a:r>
              <a:rPr b="1" lang="en" sz="1200">
                <a:solidFill>
                  <a:schemeClr val="lt2"/>
                </a:solidFill>
                <a:latin typeface="Nunito Sans"/>
                <a:ea typeface="Nunito Sans"/>
                <a:cs typeface="Nunito Sans"/>
                <a:sym typeface="Nunito Sans"/>
              </a:rPr>
              <a:t> days on average.</a:t>
            </a:r>
            <a:endParaRPr b="1" sz="1200">
              <a:solidFill>
                <a:schemeClr val="lt2"/>
              </a:solidFill>
              <a:latin typeface="Nunito Sans"/>
              <a:ea typeface="Nunito Sans"/>
              <a:cs typeface="Nunito Sans"/>
              <a:sym typeface="Nunito Sans"/>
            </a:endParaRPr>
          </a:p>
          <a:p>
            <a:pPr indent="0" lvl="0" marL="0" rtl="0" algn="l">
              <a:spcBef>
                <a:spcPts val="0"/>
              </a:spcBef>
              <a:spcAft>
                <a:spcPts val="0"/>
              </a:spcAft>
              <a:buNone/>
            </a:pPr>
            <a:r>
              <a:t/>
            </a:r>
            <a:endParaRPr b="1" sz="1200">
              <a:solidFill>
                <a:schemeClr val="lt2"/>
              </a:solidFill>
              <a:latin typeface="Nunito Sans"/>
              <a:ea typeface="Nunito Sans"/>
              <a:cs typeface="Nunito Sans"/>
              <a:sym typeface="Nunito Sans"/>
            </a:endParaRPr>
          </a:p>
          <a:p>
            <a:pPr indent="0" lvl="0" marL="0" rtl="0" algn="l">
              <a:spcBef>
                <a:spcPts val="0"/>
              </a:spcBef>
              <a:spcAft>
                <a:spcPts val="0"/>
              </a:spcAft>
              <a:buNone/>
            </a:pPr>
            <a:r>
              <a:rPr b="1" lang="en" sz="1200">
                <a:solidFill>
                  <a:srgbClr val="EA9999"/>
                </a:solidFill>
                <a:latin typeface="Nunito Sans"/>
                <a:ea typeface="Nunito Sans"/>
                <a:cs typeface="Nunito Sans"/>
                <a:sym typeface="Nunito Sans"/>
              </a:rPr>
              <a:t>Haha. Some pretty confusing boxplot, right?</a:t>
            </a:r>
            <a:endParaRPr b="1" sz="1200">
              <a:solidFill>
                <a:srgbClr val="EA9999"/>
              </a:solidFill>
              <a:latin typeface="Nunito Sans"/>
              <a:ea typeface="Nunito Sans"/>
              <a:cs typeface="Nunito Sans"/>
              <a:sym typeface="Nunito Sans"/>
            </a:endParaRPr>
          </a:p>
        </p:txBody>
      </p:sp>
      <p:pic>
        <p:nvPicPr>
          <p:cNvPr id="1053" name="Google Shape;1053;p112"/>
          <p:cNvPicPr preferRelativeResize="0"/>
          <p:nvPr/>
        </p:nvPicPr>
        <p:blipFill>
          <a:blip r:embed="rId3">
            <a:alphaModFix/>
          </a:blip>
          <a:stretch>
            <a:fillRect/>
          </a:stretch>
        </p:blipFill>
        <p:spPr>
          <a:xfrm>
            <a:off x="4525050" y="1932425"/>
            <a:ext cx="4243800" cy="2810726"/>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113"/>
          <p:cNvSpPr txBox="1"/>
          <p:nvPr>
            <p:ph type="title"/>
          </p:nvPr>
        </p:nvSpPr>
        <p:spPr>
          <a:xfrm>
            <a:off x="228600" y="256925"/>
            <a:ext cx="71811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Total Delivery Time</a:t>
            </a:r>
            <a:endParaRPr/>
          </a:p>
        </p:txBody>
      </p:sp>
      <p:sp>
        <p:nvSpPr>
          <p:cNvPr id="1059" name="Google Shape;1059;p113"/>
          <p:cNvSpPr txBox="1"/>
          <p:nvPr/>
        </p:nvSpPr>
        <p:spPr>
          <a:xfrm>
            <a:off x="4374300" y="228605"/>
            <a:ext cx="4541100" cy="29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Arrival_scan - Order_date</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333</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p:txBody>
      </p:sp>
      <p:sp>
        <p:nvSpPr>
          <p:cNvPr id="1060" name="Google Shape;1060;p113"/>
          <p:cNvSpPr txBox="1"/>
          <p:nvPr/>
        </p:nvSpPr>
        <p:spPr>
          <a:xfrm>
            <a:off x="310250" y="2971625"/>
            <a:ext cx="2224200" cy="171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Business Days Stats:</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count    333.000000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mean       7.399399</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std        2.050477</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min        1.000000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25%        6.000000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rgbClr val="EA9999"/>
                </a:solidFill>
                <a:latin typeface="Courier New"/>
                <a:ea typeface="Courier New"/>
                <a:cs typeface="Courier New"/>
                <a:sym typeface="Courier New"/>
              </a:rPr>
              <a:t>50%        8.000000</a:t>
            </a:r>
            <a:endParaRPr b="1" sz="1100">
              <a:solidFill>
                <a:srgbClr val="EA9999"/>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75%        9.000000</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max       12.000000</a:t>
            </a:r>
            <a:endParaRPr sz="1100">
              <a:solidFill>
                <a:srgbClr val="CCCCCC"/>
              </a:solidFill>
              <a:latin typeface="Courier New"/>
              <a:ea typeface="Courier New"/>
              <a:cs typeface="Courier New"/>
              <a:sym typeface="Courier New"/>
            </a:endParaRPr>
          </a:p>
        </p:txBody>
      </p:sp>
      <p:pic>
        <p:nvPicPr>
          <p:cNvPr id="1061" name="Google Shape;1061;p113"/>
          <p:cNvPicPr preferRelativeResize="0"/>
          <p:nvPr/>
        </p:nvPicPr>
        <p:blipFill>
          <a:blip r:embed="rId3">
            <a:alphaModFix/>
          </a:blip>
          <a:stretch>
            <a:fillRect/>
          </a:stretch>
        </p:blipFill>
        <p:spPr>
          <a:xfrm>
            <a:off x="3520571" y="1049725"/>
            <a:ext cx="5272104" cy="3524675"/>
          </a:xfrm>
          <a:prstGeom prst="rect">
            <a:avLst/>
          </a:prstGeom>
          <a:noFill/>
          <a:ln>
            <a:noFill/>
          </a:ln>
        </p:spPr>
      </p:pic>
      <p:sp>
        <p:nvSpPr>
          <p:cNvPr id="1062" name="Google Shape;1062;p113"/>
          <p:cNvSpPr txBox="1"/>
          <p:nvPr/>
        </p:nvSpPr>
        <p:spPr>
          <a:xfrm>
            <a:off x="365500" y="1329075"/>
            <a:ext cx="3034800" cy="891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Muesli Company claims that all the orders are normally take </a:t>
            </a:r>
            <a:r>
              <a:rPr b="1" lang="en" sz="1200">
                <a:solidFill>
                  <a:schemeClr val="lt2"/>
                </a:solidFill>
                <a:latin typeface="Nunito Sans"/>
                <a:ea typeface="Nunito Sans"/>
                <a:cs typeface="Nunito Sans"/>
                <a:sym typeface="Nunito Sans"/>
              </a:rPr>
              <a:t>7 days on average </a:t>
            </a:r>
            <a:r>
              <a:rPr lang="en" sz="1200">
                <a:solidFill>
                  <a:schemeClr val="dk1"/>
                </a:solidFill>
                <a:latin typeface="Nunito Sans"/>
                <a:ea typeface="Nunito Sans"/>
                <a:cs typeface="Nunito Sans"/>
                <a:sym typeface="Nunito Sans"/>
              </a:rPr>
              <a:t>to be delivered.</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2: No duplicates, business days</a:t>
            </a:r>
            <a:endParaRPr sz="1200">
              <a:solidFill>
                <a:schemeClr val="dk1"/>
              </a:solidFill>
              <a:latin typeface="Nunito Sans"/>
              <a:ea typeface="Nunito Sans"/>
              <a:cs typeface="Nunito Sans"/>
              <a:sym typeface="Nunito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6" name="Shape 1066"/>
        <p:cNvGrpSpPr/>
        <p:nvPr/>
      </p:nvGrpSpPr>
      <p:grpSpPr>
        <a:xfrm>
          <a:off x="0" y="0"/>
          <a:ext cx="0" cy="0"/>
          <a:chOff x="0" y="0"/>
          <a:chExt cx="0" cy="0"/>
        </a:xfrm>
      </p:grpSpPr>
      <p:sp>
        <p:nvSpPr>
          <p:cNvPr id="1067" name="Google Shape;1067;p114"/>
          <p:cNvSpPr txBox="1"/>
          <p:nvPr>
            <p:ph type="title"/>
          </p:nvPr>
        </p:nvSpPr>
        <p:spPr>
          <a:xfrm>
            <a:off x="228600" y="256925"/>
            <a:ext cx="71811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Total Delivery Time:</a:t>
            </a:r>
            <a:endParaRPr/>
          </a:p>
          <a:p>
            <a:pPr indent="0" lvl="0" marL="0" rtl="0" algn="l">
              <a:spcBef>
                <a:spcPts val="0"/>
              </a:spcBef>
              <a:spcAft>
                <a:spcPts val="0"/>
              </a:spcAft>
              <a:buNone/>
            </a:pPr>
            <a:r>
              <a:rPr lang="en"/>
              <a:t>by </a:t>
            </a:r>
            <a:r>
              <a:rPr lang="en">
                <a:solidFill>
                  <a:srgbClr val="EA9999"/>
                </a:solidFill>
              </a:rPr>
              <a:t>region</a:t>
            </a:r>
            <a:endParaRPr>
              <a:solidFill>
                <a:srgbClr val="EA9999"/>
              </a:solidFill>
            </a:endParaRPr>
          </a:p>
        </p:txBody>
      </p:sp>
      <p:sp>
        <p:nvSpPr>
          <p:cNvPr id="1068" name="Google Shape;1068;p114"/>
          <p:cNvSpPr txBox="1"/>
          <p:nvPr/>
        </p:nvSpPr>
        <p:spPr>
          <a:xfrm>
            <a:off x="4532251" y="228605"/>
            <a:ext cx="4541100" cy="299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 sz="1200">
                <a:solidFill>
                  <a:srgbClr val="CCCCCC"/>
                </a:solidFill>
                <a:latin typeface="Courier New"/>
                <a:ea typeface="Courier New"/>
                <a:cs typeface="Courier New"/>
                <a:sym typeface="Courier New"/>
              </a:rPr>
              <a:t>Arrival_scan - Order_date</a:t>
            </a:r>
            <a:endParaRPr sz="1200">
              <a:solidFill>
                <a:srgbClr val="CCCCCC"/>
              </a:solidFill>
              <a:latin typeface="Courier New"/>
              <a:ea typeface="Courier New"/>
              <a:cs typeface="Courier New"/>
              <a:sym typeface="Courier New"/>
            </a:endParaRPr>
          </a:p>
          <a:p>
            <a:pPr indent="0" lvl="0" marL="0" marR="0" rtl="0" algn="l">
              <a:lnSpc>
                <a:spcPct val="100000"/>
              </a:lnSpc>
              <a:spcBef>
                <a:spcPts val="0"/>
              </a:spcBef>
              <a:spcAft>
                <a:spcPts val="0"/>
              </a:spcAft>
              <a:buNone/>
            </a:pPr>
            <a:r>
              <a:rPr lang="en" sz="1200">
                <a:solidFill>
                  <a:srgbClr val="CCCCCC"/>
                </a:solidFill>
                <a:latin typeface="Courier New"/>
                <a:ea typeface="Courier New"/>
                <a:cs typeface="Courier New"/>
                <a:sym typeface="Courier New"/>
              </a:rPr>
              <a:t>n = 333</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300">
              <a:solidFill>
                <a:schemeClr val="dk1"/>
              </a:solidFill>
              <a:latin typeface="Nunito Sans"/>
              <a:ea typeface="Nunito Sans"/>
              <a:cs typeface="Nunito Sans"/>
              <a:sym typeface="Nunito Sans"/>
            </a:endParaRPr>
          </a:p>
        </p:txBody>
      </p:sp>
      <p:pic>
        <p:nvPicPr>
          <p:cNvPr id="1069" name="Google Shape;1069;p114"/>
          <p:cNvPicPr preferRelativeResize="0"/>
          <p:nvPr/>
        </p:nvPicPr>
        <p:blipFill rotWithShape="1">
          <a:blip r:embed="rId3">
            <a:alphaModFix/>
          </a:blip>
          <a:srcRect b="0" l="80002" r="0" t="0"/>
          <a:stretch/>
        </p:blipFill>
        <p:spPr>
          <a:xfrm>
            <a:off x="6589975" y="737100"/>
            <a:ext cx="2268727" cy="4002000"/>
          </a:xfrm>
          <a:prstGeom prst="rect">
            <a:avLst/>
          </a:prstGeom>
          <a:noFill/>
          <a:ln>
            <a:noFill/>
          </a:ln>
        </p:spPr>
      </p:pic>
      <p:sp>
        <p:nvSpPr>
          <p:cNvPr id="1070" name="Google Shape;1070;p114"/>
          <p:cNvSpPr txBox="1"/>
          <p:nvPr/>
        </p:nvSpPr>
        <p:spPr>
          <a:xfrm>
            <a:off x="252000" y="2865275"/>
            <a:ext cx="4343400" cy="171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Business Days Stats:</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	Central	East		South 		West</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count	77		92		49		115</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100">
                <a:solidFill>
                  <a:schemeClr val="lt2"/>
                </a:solidFill>
                <a:latin typeface="Courier New"/>
                <a:ea typeface="Courier New"/>
                <a:cs typeface="Courier New"/>
                <a:sym typeface="Courier New"/>
              </a:rPr>
              <a:t>mean	6.9		7.34		7.63		7.68</a:t>
            </a:r>
            <a:endParaRPr b="1" sz="1100">
              <a:solidFill>
                <a:schemeClr val="lt2"/>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std	2.15		2.09		1.79		2.01</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min	1		2		4		3</a:t>
            </a:r>
            <a:endParaRPr sz="11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50%	</a:t>
            </a:r>
            <a:r>
              <a:rPr b="1" lang="en" sz="1100">
                <a:solidFill>
                  <a:schemeClr val="lt2"/>
                </a:solidFill>
                <a:latin typeface="Courier New"/>
                <a:ea typeface="Courier New"/>
                <a:cs typeface="Courier New"/>
                <a:sym typeface="Courier New"/>
              </a:rPr>
              <a:t>7</a:t>
            </a:r>
            <a:r>
              <a:rPr lang="en" sz="1100">
                <a:solidFill>
                  <a:srgbClr val="CCCCCC"/>
                </a:solidFill>
                <a:latin typeface="Courier New"/>
                <a:ea typeface="Courier New"/>
                <a:cs typeface="Courier New"/>
                <a:sym typeface="Courier New"/>
              </a:rPr>
              <a:t>		</a:t>
            </a:r>
            <a:r>
              <a:rPr b="1" lang="en" sz="1100">
                <a:solidFill>
                  <a:srgbClr val="EA9999"/>
                </a:solidFill>
                <a:latin typeface="Courier New"/>
                <a:ea typeface="Courier New"/>
                <a:cs typeface="Courier New"/>
                <a:sym typeface="Courier New"/>
              </a:rPr>
              <a:t>8		8		8</a:t>
            </a:r>
            <a:endParaRPr b="1" sz="1100">
              <a:solidFill>
                <a:srgbClr val="EA9999"/>
              </a:solidFill>
              <a:latin typeface="Courier New"/>
              <a:ea typeface="Courier New"/>
              <a:cs typeface="Courier New"/>
              <a:sym typeface="Courier New"/>
            </a:endParaRPr>
          </a:p>
          <a:p>
            <a:pPr indent="0" lvl="0" marL="0" rtl="0" algn="l">
              <a:spcBef>
                <a:spcPts val="0"/>
              </a:spcBef>
              <a:spcAft>
                <a:spcPts val="0"/>
              </a:spcAft>
              <a:buNone/>
            </a:pPr>
            <a:r>
              <a:rPr lang="en" sz="1100">
                <a:solidFill>
                  <a:srgbClr val="CCCCCC"/>
                </a:solidFill>
                <a:latin typeface="Courier New"/>
                <a:ea typeface="Courier New"/>
                <a:cs typeface="Courier New"/>
                <a:sym typeface="Courier New"/>
              </a:rPr>
              <a:t>Max 	11		12		10		11</a:t>
            </a:r>
            <a:endParaRPr sz="1100">
              <a:solidFill>
                <a:srgbClr val="CCCCCC"/>
              </a:solidFill>
              <a:latin typeface="Courier New"/>
              <a:ea typeface="Courier New"/>
              <a:cs typeface="Courier New"/>
              <a:sym typeface="Courier New"/>
            </a:endParaRPr>
          </a:p>
        </p:txBody>
      </p:sp>
      <p:sp>
        <p:nvSpPr>
          <p:cNvPr id="1071" name="Google Shape;1071;p114"/>
          <p:cNvSpPr txBox="1"/>
          <p:nvPr/>
        </p:nvSpPr>
        <p:spPr>
          <a:xfrm>
            <a:off x="365500" y="1329075"/>
            <a:ext cx="3034800" cy="891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The region (where to the order is supposed to travel) </a:t>
            </a:r>
            <a:r>
              <a:rPr b="1" lang="en" sz="1200">
                <a:solidFill>
                  <a:schemeClr val="lt2"/>
                </a:solidFill>
                <a:latin typeface="Nunito Sans"/>
                <a:ea typeface="Nunito Sans"/>
                <a:cs typeface="Nunito Sans"/>
                <a:sym typeface="Nunito Sans"/>
              </a:rPr>
              <a:t>does not affect</a:t>
            </a:r>
            <a:r>
              <a:rPr lang="en" sz="1200">
                <a:solidFill>
                  <a:schemeClr val="dk1"/>
                </a:solidFill>
                <a:latin typeface="Nunito Sans"/>
                <a:ea typeface="Nunito Sans"/>
                <a:cs typeface="Nunito Sans"/>
                <a:sym typeface="Nunito Sans"/>
              </a:rPr>
              <a:t> much the total delivery </a:t>
            </a:r>
            <a:r>
              <a:rPr lang="en" sz="1200">
                <a:solidFill>
                  <a:schemeClr val="dk1"/>
                </a:solidFill>
                <a:latin typeface="Nunito Sans"/>
                <a:ea typeface="Nunito Sans"/>
                <a:cs typeface="Nunito Sans"/>
                <a:sym typeface="Nunito Sans"/>
              </a:rPr>
              <a:t>time.</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2: No duplicates, business days</a:t>
            </a:r>
            <a:endParaRPr sz="1200">
              <a:solidFill>
                <a:schemeClr val="dk1"/>
              </a:solidFill>
              <a:latin typeface="Nunito Sans"/>
              <a:ea typeface="Nunito Sans"/>
              <a:cs typeface="Nunito Sans"/>
              <a:sym typeface="Nunito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15"/>
          <p:cNvSpPr txBox="1"/>
          <p:nvPr>
            <p:ph type="title"/>
          </p:nvPr>
        </p:nvSpPr>
        <p:spPr>
          <a:xfrm>
            <a:off x="228600" y="256925"/>
            <a:ext cx="71811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Total Delivery Time:</a:t>
            </a:r>
            <a:endParaRPr/>
          </a:p>
          <a:p>
            <a:pPr indent="0" lvl="0" marL="0" rtl="0" algn="l">
              <a:spcBef>
                <a:spcPts val="0"/>
              </a:spcBef>
              <a:spcAft>
                <a:spcPts val="0"/>
              </a:spcAft>
              <a:buNone/>
            </a:pPr>
            <a:r>
              <a:rPr lang="en"/>
              <a:t>by </a:t>
            </a:r>
            <a:r>
              <a:rPr lang="en">
                <a:solidFill>
                  <a:srgbClr val="EA9999"/>
                </a:solidFill>
              </a:rPr>
              <a:t>shipment mode*</a:t>
            </a:r>
            <a:endParaRPr>
              <a:solidFill>
                <a:srgbClr val="EA9999"/>
              </a:solidFill>
            </a:endParaRPr>
          </a:p>
        </p:txBody>
      </p:sp>
      <p:sp>
        <p:nvSpPr>
          <p:cNvPr id="1077" name="Google Shape;1077;p115"/>
          <p:cNvSpPr txBox="1"/>
          <p:nvPr/>
        </p:nvSpPr>
        <p:spPr>
          <a:xfrm>
            <a:off x="4587626" y="228605"/>
            <a:ext cx="4541100" cy="29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Arrival_scan - Order_date</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200">
                <a:solidFill>
                  <a:srgbClr val="CCCCCC"/>
                </a:solidFill>
                <a:latin typeface="Courier New"/>
                <a:ea typeface="Courier New"/>
                <a:cs typeface="Courier New"/>
                <a:sym typeface="Courier New"/>
              </a:rPr>
              <a:t>n = 333</a:t>
            </a:r>
            <a:endParaRPr sz="12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500">
              <a:solidFill>
                <a:schemeClr val="dk1"/>
              </a:solidFill>
              <a:latin typeface="Nunito Sans"/>
              <a:ea typeface="Nunito Sans"/>
              <a:cs typeface="Nunito Sans"/>
              <a:sym typeface="Nunito Sans"/>
            </a:endParaRPr>
          </a:p>
        </p:txBody>
      </p:sp>
      <p:sp>
        <p:nvSpPr>
          <p:cNvPr id="1078" name="Google Shape;1078;p115"/>
          <p:cNvSpPr txBox="1"/>
          <p:nvPr/>
        </p:nvSpPr>
        <p:spPr>
          <a:xfrm>
            <a:off x="252000" y="2971625"/>
            <a:ext cx="4343400" cy="171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000">
                <a:solidFill>
                  <a:srgbClr val="CCCCCC"/>
                </a:solidFill>
                <a:latin typeface="Courier New"/>
                <a:ea typeface="Courier New"/>
                <a:cs typeface="Courier New"/>
                <a:sym typeface="Courier New"/>
              </a:rPr>
              <a:t>Business Days Stats:</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000">
                <a:solidFill>
                  <a:srgbClr val="CCCCCC"/>
                </a:solidFill>
                <a:latin typeface="Courier New"/>
                <a:ea typeface="Courier New"/>
                <a:cs typeface="Courier New"/>
                <a:sym typeface="Courier New"/>
              </a:rPr>
              <a:t>	Express	Standard Processing</a:t>
            </a:r>
            <a:endParaRPr sz="1000">
              <a:solidFill>
                <a:srgbClr val="CCCCCC"/>
              </a:solidFill>
              <a:latin typeface="Courier New"/>
              <a:ea typeface="Courier New"/>
              <a:cs typeface="Courier New"/>
              <a:sym typeface="Courier New"/>
            </a:endParaRPr>
          </a:p>
          <a:p>
            <a:pPr indent="457200" lvl="0" marL="914400" rtl="0" algn="l">
              <a:spcBef>
                <a:spcPts val="0"/>
              </a:spcBef>
              <a:spcAft>
                <a:spcPts val="0"/>
              </a:spcAft>
              <a:buNone/>
            </a:pPr>
            <a:r>
              <a:rPr lang="en" sz="1000">
                <a:solidFill>
                  <a:srgbClr val="CCCCCC"/>
                </a:solidFill>
                <a:latin typeface="Courier New"/>
                <a:ea typeface="Courier New"/>
                <a:cs typeface="Courier New"/>
                <a:sym typeface="Courier New"/>
              </a:rPr>
              <a:t>(First+Second Class)</a:t>
            </a:r>
            <a:endParaRPr sz="1000">
              <a:solidFill>
                <a:srgbClr val="CCCCCC"/>
              </a:solidFill>
              <a:latin typeface="Courier New"/>
              <a:ea typeface="Courier New"/>
              <a:cs typeface="Courier New"/>
              <a:sym typeface="Courier New"/>
            </a:endParaRPr>
          </a:p>
          <a:p>
            <a:pPr indent="457200" lvl="0" marL="914400" rtl="0" algn="l">
              <a:spcBef>
                <a:spcPts val="0"/>
              </a:spcBef>
              <a:spcAft>
                <a:spcPts val="0"/>
              </a:spcAft>
              <a:buNone/>
            </a:pPr>
            <a:r>
              <a:rPr lang="en" sz="1000">
                <a:solidFill>
                  <a:srgbClr val="CCCCCC"/>
                </a:solidFill>
                <a:latin typeface="Courier New"/>
                <a:ea typeface="Courier New"/>
                <a:cs typeface="Courier New"/>
                <a:sym typeface="Courier New"/>
              </a:rPr>
              <a:t>	</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000">
                <a:solidFill>
                  <a:srgbClr val="CCCCCC"/>
                </a:solidFill>
                <a:latin typeface="Courier New"/>
                <a:ea typeface="Courier New"/>
                <a:cs typeface="Courier New"/>
                <a:sym typeface="Courier New"/>
              </a:rPr>
              <a:t>count	75		258</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000">
                <a:solidFill>
                  <a:srgbClr val="CCCCCC"/>
                </a:solidFill>
                <a:latin typeface="Courier New"/>
                <a:ea typeface="Courier New"/>
                <a:cs typeface="Courier New"/>
                <a:sym typeface="Courier New"/>
              </a:rPr>
              <a:t>mean	</a:t>
            </a:r>
            <a:r>
              <a:rPr b="1" lang="en" sz="1000">
                <a:solidFill>
                  <a:schemeClr val="lt2"/>
                </a:solidFill>
                <a:latin typeface="Courier New"/>
                <a:ea typeface="Courier New"/>
                <a:cs typeface="Courier New"/>
                <a:sym typeface="Courier New"/>
              </a:rPr>
              <a:t>4.8</a:t>
            </a:r>
            <a:r>
              <a:rPr lang="en" sz="1000">
                <a:solidFill>
                  <a:srgbClr val="CCCCCC"/>
                </a:solidFill>
                <a:latin typeface="Courier New"/>
                <a:ea typeface="Courier New"/>
                <a:cs typeface="Courier New"/>
                <a:sym typeface="Courier New"/>
              </a:rPr>
              <a:t>		</a:t>
            </a:r>
            <a:r>
              <a:rPr b="1" lang="en" sz="1000">
                <a:solidFill>
                  <a:srgbClr val="EA9999"/>
                </a:solidFill>
                <a:latin typeface="Courier New"/>
                <a:ea typeface="Courier New"/>
                <a:cs typeface="Courier New"/>
                <a:sym typeface="Courier New"/>
              </a:rPr>
              <a:t>8.2</a:t>
            </a:r>
            <a:r>
              <a:rPr lang="en" sz="1000">
                <a:solidFill>
                  <a:srgbClr val="CCCCCC"/>
                </a:solidFill>
                <a:latin typeface="Courier New"/>
                <a:ea typeface="Courier New"/>
                <a:cs typeface="Courier New"/>
                <a:sym typeface="Courier New"/>
              </a:rPr>
              <a:t>	</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000">
                <a:solidFill>
                  <a:srgbClr val="CCCCCC"/>
                </a:solidFill>
                <a:latin typeface="Courier New"/>
                <a:ea typeface="Courier New"/>
                <a:cs typeface="Courier New"/>
                <a:sym typeface="Courier New"/>
              </a:rPr>
              <a:t>std	1.52		1.49</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rPr lang="en" sz="1000">
                <a:solidFill>
                  <a:srgbClr val="CCCCCC"/>
                </a:solidFill>
                <a:latin typeface="Courier New"/>
                <a:ea typeface="Courier New"/>
                <a:cs typeface="Courier New"/>
                <a:sym typeface="Courier New"/>
              </a:rPr>
              <a:t>min	1		4</a:t>
            </a:r>
            <a:endParaRPr sz="1000">
              <a:solidFill>
                <a:srgbClr val="CCCCCC"/>
              </a:solidFill>
              <a:latin typeface="Courier New"/>
              <a:ea typeface="Courier New"/>
              <a:cs typeface="Courier New"/>
              <a:sym typeface="Courier New"/>
            </a:endParaRPr>
          </a:p>
          <a:p>
            <a:pPr indent="0" lvl="0" marL="0" rtl="0" algn="l">
              <a:spcBef>
                <a:spcPts val="0"/>
              </a:spcBef>
              <a:spcAft>
                <a:spcPts val="0"/>
              </a:spcAft>
              <a:buNone/>
            </a:pPr>
            <a:r>
              <a:rPr b="1" lang="en" sz="1000">
                <a:solidFill>
                  <a:srgbClr val="CCCCCC"/>
                </a:solidFill>
                <a:latin typeface="Courier New"/>
                <a:ea typeface="Courier New"/>
                <a:cs typeface="Courier New"/>
                <a:sym typeface="Courier New"/>
              </a:rPr>
              <a:t>50%</a:t>
            </a:r>
            <a:r>
              <a:rPr lang="en" sz="1000">
                <a:solidFill>
                  <a:srgbClr val="CCCCCC"/>
                </a:solidFill>
                <a:latin typeface="Courier New"/>
                <a:ea typeface="Courier New"/>
                <a:cs typeface="Courier New"/>
                <a:sym typeface="Courier New"/>
              </a:rPr>
              <a:t>	</a:t>
            </a:r>
            <a:r>
              <a:rPr b="1" lang="en" sz="1000">
                <a:solidFill>
                  <a:schemeClr val="lt2"/>
                </a:solidFill>
                <a:latin typeface="Courier New"/>
                <a:ea typeface="Courier New"/>
                <a:cs typeface="Courier New"/>
                <a:sym typeface="Courier New"/>
              </a:rPr>
              <a:t>5</a:t>
            </a:r>
            <a:r>
              <a:rPr lang="en" sz="1000">
                <a:solidFill>
                  <a:srgbClr val="CCCCCC"/>
                </a:solidFill>
                <a:latin typeface="Courier New"/>
                <a:ea typeface="Courier New"/>
                <a:cs typeface="Courier New"/>
                <a:sym typeface="Courier New"/>
              </a:rPr>
              <a:t>		</a:t>
            </a:r>
            <a:r>
              <a:rPr b="1" lang="en" sz="1000">
                <a:solidFill>
                  <a:srgbClr val="EA9999"/>
                </a:solidFill>
                <a:latin typeface="Courier New"/>
                <a:ea typeface="Courier New"/>
                <a:cs typeface="Courier New"/>
                <a:sym typeface="Courier New"/>
              </a:rPr>
              <a:t>8</a:t>
            </a:r>
            <a:endParaRPr b="1" sz="1000">
              <a:solidFill>
                <a:srgbClr val="EA9999"/>
              </a:solidFill>
              <a:latin typeface="Courier New"/>
              <a:ea typeface="Courier New"/>
              <a:cs typeface="Courier New"/>
              <a:sym typeface="Courier New"/>
            </a:endParaRPr>
          </a:p>
          <a:p>
            <a:pPr indent="0" lvl="0" marL="0" rtl="0" algn="l">
              <a:spcBef>
                <a:spcPts val="0"/>
              </a:spcBef>
              <a:spcAft>
                <a:spcPts val="0"/>
              </a:spcAft>
              <a:buNone/>
            </a:pPr>
            <a:r>
              <a:rPr lang="en" sz="1000">
                <a:solidFill>
                  <a:srgbClr val="CCCCCC"/>
                </a:solidFill>
                <a:latin typeface="Courier New"/>
                <a:ea typeface="Courier New"/>
                <a:cs typeface="Courier New"/>
                <a:sym typeface="Courier New"/>
              </a:rPr>
              <a:t>max 	9		12</a:t>
            </a:r>
            <a:endParaRPr sz="1000">
              <a:solidFill>
                <a:srgbClr val="CCCCCC"/>
              </a:solidFill>
              <a:latin typeface="Courier New"/>
              <a:ea typeface="Courier New"/>
              <a:cs typeface="Courier New"/>
              <a:sym typeface="Courier New"/>
            </a:endParaRPr>
          </a:p>
        </p:txBody>
      </p:sp>
      <p:pic>
        <p:nvPicPr>
          <p:cNvPr id="1079" name="Google Shape;1079;p115"/>
          <p:cNvPicPr preferRelativeResize="0"/>
          <p:nvPr/>
        </p:nvPicPr>
        <p:blipFill rotWithShape="1">
          <a:blip r:embed="rId3">
            <a:alphaModFix/>
          </a:blip>
          <a:srcRect b="0" l="0" r="48726" t="66702"/>
          <a:stretch/>
        </p:blipFill>
        <p:spPr>
          <a:xfrm>
            <a:off x="4885536" y="2119525"/>
            <a:ext cx="3945277" cy="2564200"/>
          </a:xfrm>
          <a:prstGeom prst="rect">
            <a:avLst/>
          </a:prstGeom>
          <a:noFill/>
          <a:ln>
            <a:noFill/>
          </a:ln>
        </p:spPr>
      </p:pic>
      <p:sp>
        <p:nvSpPr>
          <p:cNvPr id="1080" name="Google Shape;1080;p115"/>
          <p:cNvSpPr txBox="1"/>
          <p:nvPr/>
        </p:nvSpPr>
        <p:spPr>
          <a:xfrm>
            <a:off x="365500" y="1329075"/>
            <a:ext cx="4253400" cy="891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 Truck Company and Muesli Company use </a:t>
            </a:r>
            <a:r>
              <a:rPr b="1" lang="en" sz="1200">
                <a:solidFill>
                  <a:schemeClr val="dk1"/>
                </a:solidFill>
                <a:latin typeface="Nunito Sans"/>
                <a:ea typeface="Nunito Sans"/>
                <a:cs typeface="Nunito Sans"/>
                <a:sym typeface="Nunito Sans"/>
              </a:rPr>
              <a:t>two </a:t>
            </a:r>
            <a:r>
              <a:rPr b="1" lang="en" sz="1200">
                <a:solidFill>
                  <a:srgbClr val="EA9999"/>
                </a:solidFill>
                <a:latin typeface="Nunito Sans"/>
                <a:ea typeface="Nunito Sans"/>
                <a:cs typeface="Nunito Sans"/>
                <a:sym typeface="Nunito Sans"/>
              </a:rPr>
              <a:t>different approaches</a:t>
            </a:r>
            <a:r>
              <a:rPr lang="en" sz="1200">
                <a:solidFill>
                  <a:srgbClr val="EA9999"/>
                </a:solidFill>
                <a:latin typeface="Nunito Sans"/>
                <a:ea typeface="Nunito Sans"/>
                <a:cs typeface="Nunito Sans"/>
                <a:sym typeface="Nunito Sans"/>
              </a:rPr>
              <a:t> </a:t>
            </a:r>
            <a:r>
              <a:rPr lang="en" sz="1200">
                <a:solidFill>
                  <a:schemeClr val="dk1"/>
                </a:solidFill>
                <a:latin typeface="Nunito Sans"/>
                <a:ea typeface="Nunito Sans"/>
                <a:cs typeface="Nunito Sans"/>
                <a:sym typeface="Nunito Sans"/>
              </a:rPr>
              <a:t>to the shipment mode:</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Muesli company has </a:t>
            </a:r>
            <a:r>
              <a:rPr b="1" lang="en" sz="1200">
                <a:solidFill>
                  <a:schemeClr val="dk1"/>
                </a:solidFill>
                <a:latin typeface="Nunito Sans"/>
                <a:ea typeface="Nunito Sans"/>
                <a:cs typeface="Nunito Sans"/>
                <a:sym typeface="Nunito Sans"/>
              </a:rPr>
              <a:t>three options</a:t>
            </a:r>
            <a:r>
              <a:rPr lang="en" sz="1200">
                <a:solidFill>
                  <a:schemeClr val="dk1"/>
                </a:solidFill>
                <a:latin typeface="Nunito Sans"/>
                <a:ea typeface="Nunito Sans"/>
                <a:cs typeface="Nunito Sans"/>
                <a:sym typeface="Nunito Sans"/>
              </a:rPr>
              <a:t> (First Class, Second Class, Standard Class) and Truck company has </a:t>
            </a:r>
            <a:r>
              <a:rPr b="1" lang="en" sz="1200">
                <a:solidFill>
                  <a:schemeClr val="dk1"/>
                </a:solidFill>
                <a:latin typeface="Nunito Sans"/>
                <a:ea typeface="Nunito Sans"/>
                <a:cs typeface="Nunito Sans"/>
                <a:sym typeface="Nunito Sans"/>
              </a:rPr>
              <a:t>two options </a:t>
            </a:r>
            <a:r>
              <a:rPr lang="en" sz="1200">
                <a:solidFill>
                  <a:schemeClr val="dk1"/>
                </a:solidFill>
                <a:latin typeface="Nunito Sans"/>
                <a:ea typeface="Nunito Sans"/>
                <a:cs typeface="Nunito Sans"/>
                <a:sym typeface="Nunito Sans"/>
              </a:rPr>
              <a:t>(Express and Standard Processing)</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Scenario 2: No duplicates, business days</a:t>
            </a:r>
            <a:endParaRPr sz="1200">
              <a:solidFill>
                <a:schemeClr val="dk1"/>
              </a:solidFill>
              <a:latin typeface="Nunito Sans"/>
              <a:ea typeface="Nunito Sans"/>
              <a:cs typeface="Nunito Sans"/>
              <a:sym typeface="Nunito Sans"/>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4" name="Shape 1084"/>
        <p:cNvGrpSpPr/>
        <p:nvPr/>
      </p:nvGrpSpPr>
      <p:grpSpPr>
        <a:xfrm>
          <a:off x="0" y="0"/>
          <a:ext cx="0" cy="0"/>
          <a:chOff x="0" y="0"/>
          <a:chExt cx="0" cy="0"/>
        </a:xfrm>
      </p:grpSpPr>
      <p:sp>
        <p:nvSpPr>
          <p:cNvPr id="1085" name="Google Shape;1085;p116"/>
          <p:cNvSpPr txBox="1"/>
          <p:nvPr>
            <p:ph idx="1" type="subTitle"/>
          </p:nvPr>
        </p:nvSpPr>
        <p:spPr>
          <a:xfrm>
            <a:off x="228600" y="2568175"/>
            <a:ext cx="28347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t/>
            </a:r>
            <a:endParaRPr/>
          </a:p>
        </p:txBody>
      </p:sp>
      <p:sp>
        <p:nvSpPr>
          <p:cNvPr id="1086" name="Google Shape;1086;p116"/>
          <p:cNvSpPr txBox="1"/>
          <p:nvPr>
            <p:ph idx="2" type="subTitle"/>
          </p:nvPr>
        </p:nvSpPr>
        <p:spPr>
          <a:xfrm>
            <a:off x="3156613" y="2568175"/>
            <a:ext cx="28347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t/>
            </a:r>
            <a:endParaRPr/>
          </a:p>
        </p:txBody>
      </p:sp>
      <p:sp>
        <p:nvSpPr>
          <p:cNvPr id="1087" name="Google Shape;1087;p116"/>
          <p:cNvSpPr txBox="1"/>
          <p:nvPr>
            <p:ph idx="3" type="subTitle"/>
          </p:nvPr>
        </p:nvSpPr>
        <p:spPr>
          <a:xfrm>
            <a:off x="6084638" y="2568175"/>
            <a:ext cx="28347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t/>
            </a:r>
            <a:endParaRPr/>
          </a:p>
        </p:txBody>
      </p:sp>
      <p:sp>
        <p:nvSpPr>
          <p:cNvPr id="1088" name="Google Shape;1088;p116"/>
          <p:cNvSpPr txBox="1"/>
          <p:nvPr>
            <p:ph type="title"/>
          </p:nvPr>
        </p:nvSpPr>
        <p:spPr>
          <a:xfrm>
            <a:off x="228600" y="228600"/>
            <a:ext cx="57072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04 KPIs summary</a:t>
            </a:r>
            <a:endParaRPr/>
          </a:p>
        </p:txBody>
      </p:sp>
      <p:sp>
        <p:nvSpPr>
          <p:cNvPr id="1089" name="Google Shape;1089;p116"/>
          <p:cNvSpPr txBox="1"/>
          <p:nvPr>
            <p:ph idx="7" type="subTitle"/>
          </p:nvPr>
        </p:nvSpPr>
        <p:spPr>
          <a:xfrm>
            <a:off x="228600" y="4407325"/>
            <a:ext cx="8089200" cy="615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200"/>
              <a:t>* Scenario 1 takes into account </a:t>
            </a:r>
            <a:r>
              <a:rPr b="1" lang="en" sz="1200"/>
              <a:t>calendar</a:t>
            </a:r>
            <a:r>
              <a:rPr lang="en" sz="1200"/>
              <a:t> days</a:t>
            </a:r>
            <a:endParaRPr sz="1200"/>
          </a:p>
          <a:p>
            <a:pPr indent="0" lvl="0" marL="0" rtl="0" algn="l">
              <a:spcBef>
                <a:spcPts val="0"/>
              </a:spcBef>
              <a:spcAft>
                <a:spcPts val="0"/>
              </a:spcAft>
              <a:buNone/>
            </a:pPr>
            <a:r>
              <a:rPr lang="en" sz="1200"/>
              <a:t>** Scenario 2 calculates the averages based on </a:t>
            </a:r>
            <a:r>
              <a:rPr b="1" lang="en" sz="1200"/>
              <a:t>business</a:t>
            </a:r>
            <a:r>
              <a:rPr lang="en" sz="1200"/>
              <a:t> days</a:t>
            </a:r>
            <a:endParaRPr sz="1200"/>
          </a:p>
          <a:p>
            <a:pPr indent="0" lvl="0" marL="0" rtl="0" algn="l">
              <a:spcBef>
                <a:spcPts val="0"/>
              </a:spcBef>
              <a:spcAft>
                <a:spcPts val="0"/>
              </a:spcAft>
              <a:buNone/>
            </a:pPr>
            <a:r>
              <a:rPr b="1" lang="en" sz="1200">
                <a:solidFill>
                  <a:srgbClr val="EA9999"/>
                </a:solidFill>
              </a:rPr>
              <a:t>*** Total delivery time varies significantly by the shipment mode: 4.8 vs. 8.2!!</a:t>
            </a:r>
            <a:endParaRPr b="1" sz="1200">
              <a:solidFill>
                <a:srgbClr val="EA9999"/>
              </a:solidFill>
            </a:endParaRPr>
          </a:p>
        </p:txBody>
      </p:sp>
      <p:graphicFrame>
        <p:nvGraphicFramePr>
          <p:cNvPr id="1090" name="Google Shape;1090;p116"/>
          <p:cNvGraphicFramePr/>
          <p:nvPr/>
        </p:nvGraphicFramePr>
        <p:xfrm>
          <a:off x="377900" y="1325450"/>
          <a:ext cx="3000000" cy="3000000"/>
        </p:xfrm>
        <a:graphic>
          <a:graphicData uri="http://schemas.openxmlformats.org/drawingml/2006/table">
            <a:tbl>
              <a:tblPr>
                <a:noFill/>
                <a:tableStyleId>{E9A93264-B889-4CC9-B6D9-3ED02D0A5889}</a:tableStyleId>
              </a:tblPr>
              <a:tblGrid>
                <a:gridCol w="2097050"/>
                <a:gridCol w="2097050"/>
                <a:gridCol w="2097050"/>
                <a:gridCol w="2097050"/>
              </a:tblGrid>
              <a:tr h="381000">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Stages</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Company claim</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Average (Scenario 1)*</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Average (Scenario 2)**</a:t>
                      </a:r>
                      <a:endParaRPr b="1">
                        <a:solidFill>
                          <a:schemeClr val="dk1"/>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Warehouse processing</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~2 days</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rgbClr val="EA9999"/>
                          </a:solidFill>
                          <a:latin typeface="Nunito Sans"/>
                          <a:ea typeface="Nunito Sans"/>
                          <a:cs typeface="Nunito Sans"/>
                          <a:sym typeface="Nunito Sans"/>
                        </a:rPr>
                        <a:t>4.3 days</a:t>
                      </a:r>
                      <a:endParaRPr>
                        <a:solidFill>
                          <a:srgbClr val="EA9999"/>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rgbClr val="EA9999"/>
                          </a:solidFill>
                          <a:latin typeface="Nunito Sans"/>
                          <a:ea typeface="Nunito Sans"/>
                          <a:cs typeface="Nunito Sans"/>
                          <a:sym typeface="Nunito Sans"/>
                        </a:rPr>
                        <a:t>2.8 days</a:t>
                      </a:r>
                      <a:endParaRPr>
                        <a:solidFill>
                          <a:srgbClr val="EA9999"/>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Waiting for truck</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1 day</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rgbClr val="EA9999"/>
                          </a:solidFill>
                          <a:latin typeface="Nunito Sans"/>
                          <a:ea typeface="Nunito Sans"/>
                          <a:cs typeface="Nunito Sans"/>
                          <a:sym typeface="Nunito Sans"/>
                        </a:rPr>
                        <a:t>1.8 days</a:t>
                      </a:r>
                      <a:endParaRPr>
                        <a:solidFill>
                          <a:srgbClr val="EA9999"/>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lt2"/>
                          </a:solidFill>
                          <a:latin typeface="Nunito Sans"/>
                          <a:ea typeface="Nunito Sans"/>
                          <a:cs typeface="Nunito Sans"/>
                          <a:sym typeface="Nunito Sans"/>
                        </a:rPr>
                        <a:t>~1.36 days</a:t>
                      </a:r>
                      <a:endParaRPr>
                        <a:solidFill>
                          <a:schemeClr val="lt2"/>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Full warehouse time</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3-4 days</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rgbClr val="EA9999"/>
                          </a:solidFill>
                          <a:latin typeface="Nunito Sans"/>
                          <a:ea typeface="Nunito Sans"/>
                          <a:cs typeface="Nunito Sans"/>
                          <a:sym typeface="Nunito Sans"/>
                        </a:rPr>
                        <a:t>6.1 days</a:t>
                      </a:r>
                      <a:endParaRPr>
                        <a:solidFill>
                          <a:srgbClr val="EA9999"/>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lt2"/>
                          </a:solidFill>
                          <a:latin typeface="Nunito Sans"/>
                          <a:ea typeface="Nunito Sans"/>
                          <a:cs typeface="Nunito Sans"/>
                          <a:sym typeface="Nunito Sans"/>
                        </a:rPr>
                        <a:t>~4 days</a:t>
                      </a:r>
                      <a:endParaRPr>
                        <a:solidFill>
                          <a:schemeClr val="lt2"/>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Delivery</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a:t>
                      </a:r>
                      <a:r>
                        <a:rPr lang="en">
                          <a:solidFill>
                            <a:schemeClr val="dk1"/>
                          </a:solidFill>
                          <a:latin typeface="Nunito Sans"/>
                          <a:ea typeface="Nunito Sans"/>
                          <a:cs typeface="Nunito Sans"/>
                          <a:sym typeface="Nunito Sans"/>
                        </a:rPr>
                        <a:t>3 days</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rgbClr val="EA9999"/>
                          </a:solidFill>
                          <a:latin typeface="Nunito Sans"/>
                          <a:ea typeface="Nunito Sans"/>
                          <a:cs typeface="Nunito Sans"/>
                          <a:sym typeface="Nunito Sans"/>
                        </a:rPr>
                        <a:t>4.6 days</a:t>
                      </a:r>
                      <a:endParaRPr>
                        <a:solidFill>
                          <a:srgbClr val="EA9999"/>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lt2"/>
                          </a:solidFill>
                          <a:latin typeface="Nunito Sans"/>
                          <a:ea typeface="Nunito Sans"/>
                          <a:cs typeface="Nunito Sans"/>
                          <a:sym typeface="Nunito Sans"/>
                        </a:rPr>
                        <a:t>2.9 days</a:t>
                      </a:r>
                      <a:endParaRPr>
                        <a:solidFill>
                          <a:schemeClr val="lt2"/>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Total delivery time</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9-10 days</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7.4*** days</a:t>
                      </a:r>
                      <a:endParaRPr b="1">
                        <a:solidFill>
                          <a:schemeClr val="dk1"/>
                        </a:solidFill>
                        <a:latin typeface="Nunito Sans"/>
                        <a:ea typeface="Nunito Sans"/>
                        <a:cs typeface="Nunito Sans"/>
                        <a:sym typeface="Nunito Sans"/>
                      </a:endParaRPr>
                    </a:p>
                  </a:txBody>
                  <a:tcPr marT="91425" marB="91425" marR="91425" marL="91425"/>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4" name="Shape 1094"/>
        <p:cNvGrpSpPr/>
        <p:nvPr/>
      </p:nvGrpSpPr>
      <p:grpSpPr>
        <a:xfrm>
          <a:off x="0" y="0"/>
          <a:ext cx="0" cy="0"/>
          <a:chOff x="0" y="0"/>
          <a:chExt cx="0" cy="0"/>
        </a:xfrm>
      </p:grpSpPr>
      <p:sp>
        <p:nvSpPr>
          <p:cNvPr id="1095" name="Google Shape;1095;p117"/>
          <p:cNvSpPr txBox="1"/>
          <p:nvPr>
            <p:ph type="title"/>
          </p:nvPr>
        </p:nvSpPr>
        <p:spPr>
          <a:xfrm>
            <a:off x="228600" y="228600"/>
            <a:ext cx="49149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05 Diagnostic analytics - Where are the problems?</a:t>
            </a:r>
            <a:endParaRPr/>
          </a:p>
        </p:txBody>
      </p:sp>
      <p:sp>
        <p:nvSpPr>
          <p:cNvPr id="1096" name="Google Shape;1096;p117"/>
          <p:cNvSpPr txBox="1"/>
          <p:nvPr>
            <p:ph idx="2" type="subTitle"/>
          </p:nvPr>
        </p:nvSpPr>
        <p:spPr>
          <a:xfrm>
            <a:off x="3584425" y="192065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7" name="Google Shape;1097;p117"/>
          <p:cNvSpPr txBox="1"/>
          <p:nvPr>
            <p:ph idx="3" type="subTitle"/>
          </p:nvPr>
        </p:nvSpPr>
        <p:spPr>
          <a:xfrm>
            <a:off x="3584425" y="3291625"/>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8" name="Google Shape;1098;p117"/>
          <p:cNvSpPr txBox="1"/>
          <p:nvPr>
            <p:ph idx="4" type="subTitle"/>
          </p:nvPr>
        </p:nvSpPr>
        <p:spPr>
          <a:xfrm>
            <a:off x="3584425" y="399680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9" name="Google Shape;1099;p117"/>
          <p:cNvSpPr txBox="1"/>
          <p:nvPr>
            <p:ph idx="6" type="subTitle"/>
          </p:nvPr>
        </p:nvSpPr>
        <p:spPr>
          <a:xfrm>
            <a:off x="3584425" y="2612700"/>
            <a:ext cx="404100" cy="4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0" name="Google Shape;1100;p117"/>
          <p:cNvSpPr txBox="1"/>
          <p:nvPr/>
        </p:nvSpPr>
        <p:spPr>
          <a:xfrm>
            <a:off x="2625900" y="1922050"/>
            <a:ext cx="5858100" cy="19491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Font typeface="Nunito Sans"/>
              <a:buChar char="❏"/>
            </a:pPr>
            <a:r>
              <a:rPr b="1" lang="en">
                <a:solidFill>
                  <a:schemeClr val="lt2"/>
                </a:solidFill>
                <a:latin typeface="Nunito Sans"/>
                <a:ea typeface="Nunito Sans"/>
                <a:cs typeface="Nunito Sans"/>
                <a:sym typeface="Nunito Sans"/>
              </a:rPr>
              <a:t>Express vs standard </a:t>
            </a:r>
            <a:r>
              <a:rPr lang="en">
                <a:solidFill>
                  <a:schemeClr val="dk1"/>
                </a:solidFill>
                <a:latin typeface="Nunito Sans"/>
                <a:ea typeface="Nunito Sans"/>
                <a:cs typeface="Nunito Sans"/>
                <a:sym typeface="Nunito Sans"/>
              </a:rPr>
              <a:t>- Is express worth it?</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a:p>
            <a:pPr indent="-317500" lvl="0" marL="457200" rtl="0" algn="l">
              <a:spcBef>
                <a:spcPts val="0"/>
              </a:spcBef>
              <a:spcAft>
                <a:spcPts val="0"/>
              </a:spcAft>
              <a:buClr>
                <a:schemeClr val="dk1"/>
              </a:buClr>
              <a:buSzPts val="1400"/>
              <a:buFont typeface="Nunito Sans"/>
              <a:buChar char="❏"/>
            </a:pPr>
            <a:r>
              <a:rPr lang="en">
                <a:solidFill>
                  <a:schemeClr val="dk1"/>
                </a:solidFill>
                <a:latin typeface="Nunito Sans"/>
                <a:ea typeface="Nunito Sans"/>
                <a:cs typeface="Nunito Sans"/>
                <a:sym typeface="Nunito Sans"/>
              </a:rPr>
              <a:t>Does </a:t>
            </a:r>
            <a:r>
              <a:rPr b="1" lang="en">
                <a:solidFill>
                  <a:schemeClr val="lt2"/>
                </a:solidFill>
                <a:latin typeface="Nunito Sans"/>
                <a:ea typeface="Nunito Sans"/>
                <a:cs typeface="Nunito Sans"/>
                <a:sym typeface="Nunito Sans"/>
              </a:rPr>
              <a:t>day of order </a:t>
            </a:r>
            <a:r>
              <a:rPr lang="en">
                <a:solidFill>
                  <a:schemeClr val="dk1"/>
                </a:solidFill>
                <a:latin typeface="Nunito Sans"/>
                <a:ea typeface="Nunito Sans"/>
                <a:cs typeface="Nunito Sans"/>
                <a:sym typeface="Nunito Sans"/>
              </a:rPr>
              <a:t>affect warehouse time?</a:t>
            </a:r>
            <a:endParaRPr>
              <a:solidFill>
                <a:schemeClr val="dk1"/>
              </a:solidFill>
              <a:latin typeface="Nunito Sans"/>
              <a:ea typeface="Nunito Sans"/>
              <a:cs typeface="Nunito Sans"/>
              <a:sym typeface="Nunito Sans"/>
            </a:endParaRPr>
          </a:p>
          <a:p>
            <a:pPr indent="0" lvl="0" marL="457200" rtl="0" algn="l">
              <a:spcBef>
                <a:spcPts val="0"/>
              </a:spcBef>
              <a:spcAft>
                <a:spcPts val="0"/>
              </a:spcAft>
              <a:buNone/>
            </a:pPr>
            <a:r>
              <a:t/>
            </a:r>
            <a:endParaRPr>
              <a:solidFill>
                <a:schemeClr val="dk1"/>
              </a:solidFill>
              <a:latin typeface="Nunito Sans"/>
              <a:ea typeface="Nunito Sans"/>
              <a:cs typeface="Nunito Sans"/>
              <a:sym typeface="Nunito Sans"/>
            </a:endParaRPr>
          </a:p>
          <a:p>
            <a:pPr indent="-317500" lvl="0" marL="457200" rtl="0" algn="l">
              <a:spcBef>
                <a:spcPts val="0"/>
              </a:spcBef>
              <a:spcAft>
                <a:spcPts val="0"/>
              </a:spcAft>
              <a:buClr>
                <a:schemeClr val="dk1"/>
              </a:buClr>
              <a:buSzPts val="1400"/>
              <a:buFont typeface="Nunito Sans"/>
              <a:buChar char="❏"/>
            </a:pPr>
            <a:r>
              <a:rPr lang="en">
                <a:solidFill>
                  <a:schemeClr val="dk1"/>
                </a:solidFill>
                <a:latin typeface="Nunito Sans"/>
                <a:ea typeface="Nunito Sans"/>
                <a:cs typeface="Nunito Sans"/>
                <a:sym typeface="Nunito Sans"/>
              </a:rPr>
              <a:t>Does it matter, </a:t>
            </a:r>
            <a:r>
              <a:rPr b="1" lang="en">
                <a:solidFill>
                  <a:srgbClr val="EA9999"/>
                </a:solidFill>
                <a:latin typeface="Nunito Sans"/>
                <a:ea typeface="Nunito Sans"/>
                <a:cs typeface="Nunito Sans"/>
                <a:sym typeface="Nunito Sans"/>
              </a:rPr>
              <a:t>when to place the order</a:t>
            </a:r>
            <a:r>
              <a:rPr lang="en">
                <a:solidFill>
                  <a:schemeClr val="dk1"/>
                </a:solidFill>
                <a:latin typeface="Nunito Sans"/>
                <a:ea typeface="Nunito Sans"/>
                <a:cs typeface="Nunito Sans"/>
                <a:sym typeface="Nunito Sans"/>
              </a:rPr>
              <a:t>?</a:t>
            </a:r>
            <a:endParaRPr>
              <a:solidFill>
                <a:schemeClr val="dk1"/>
              </a:solidFill>
              <a:latin typeface="Nunito Sans"/>
              <a:ea typeface="Nunito Sans"/>
              <a:cs typeface="Nunito Sans"/>
              <a:sym typeface="Nunito Sans"/>
            </a:endParaRPr>
          </a:p>
          <a:p>
            <a:pPr indent="0" lvl="0" marL="457200" rtl="0" algn="l">
              <a:spcBef>
                <a:spcPts val="0"/>
              </a:spcBef>
              <a:spcAft>
                <a:spcPts val="0"/>
              </a:spcAft>
              <a:buNone/>
            </a:pPr>
            <a:r>
              <a:t/>
            </a:r>
            <a:endParaRPr>
              <a:solidFill>
                <a:schemeClr val="dk1"/>
              </a:solidFill>
              <a:latin typeface="Nunito Sans"/>
              <a:ea typeface="Nunito Sans"/>
              <a:cs typeface="Nunito Sans"/>
              <a:sym typeface="Nunito Sans"/>
            </a:endParaRPr>
          </a:p>
          <a:p>
            <a:pPr indent="-317500" lvl="0" marL="457200" rtl="0" algn="l">
              <a:spcBef>
                <a:spcPts val="0"/>
              </a:spcBef>
              <a:spcAft>
                <a:spcPts val="0"/>
              </a:spcAft>
              <a:buClr>
                <a:schemeClr val="dk1"/>
              </a:buClr>
              <a:buSzPts val="1400"/>
              <a:buFont typeface="Nunito Sans"/>
              <a:buChar char="❏"/>
            </a:pPr>
            <a:r>
              <a:rPr lang="en">
                <a:solidFill>
                  <a:schemeClr val="dk1"/>
                </a:solidFill>
                <a:latin typeface="Nunito Sans"/>
                <a:ea typeface="Nunito Sans"/>
                <a:cs typeface="Nunito Sans"/>
                <a:sym typeface="Nunito Sans"/>
              </a:rPr>
              <a:t>Delivery </a:t>
            </a:r>
            <a:r>
              <a:rPr lang="en">
                <a:solidFill>
                  <a:schemeClr val="dk1"/>
                </a:solidFill>
                <a:latin typeface="Nunito Sans"/>
                <a:ea typeface="Nunito Sans"/>
                <a:cs typeface="Nunito Sans"/>
                <a:sym typeface="Nunito Sans"/>
              </a:rPr>
              <a:t>reliability - How </a:t>
            </a:r>
            <a:r>
              <a:rPr b="1" lang="en">
                <a:solidFill>
                  <a:srgbClr val="EA9999"/>
                </a:solidFill>
                <a:latin typeface="Nunito Sans"/>
                <a:ea typeface="Nunito Sans"/>
                <a:cs typeface="Nunito Sans"/>
                <a:sym typeface="Nunito Sans"/>
              </a:rPr>
              <a:t>consistent</a:t>
            </a:r>
            <a:r>
              <a:rPr lang="en">
                <a:solidFill>
                  <a:schemeClr val="dk1"/>
                </a:solidFill>
                <a:latin typeface="Nunito Sans"/>
                <a:ea typeface="Nunito Sans"/>
                <a:cs typeface="Nunito Sans"/>
                <a:sym typeface="Nunito Sans"/>
              </a:rPr>
              <a:t> is the logistics company?</a:t>
            </a:r>
            <a:endParaRPr>
              <a:solidFill>
                <a:schemeClr val="dk1"/>
              </a:solidFill>
              <a:latin typeface="Nunito Sans"/>
              <a:ea typeface="Nunito Sans"/>
              <a:cs typeface="Nunito Sans"/>
              <a:sym typeface="Nunito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4" name="Shape 1104"/>
        <p:cNvGrpSpPr/>
        <p:nvPr/>
      </p:nvGrpSpPr>
      <p:grpSpPr>
        <a:xfrm>
          <a:off x="0" y="0"/>
          <a:ext cx="0" cy="0"/>
          <a:chOff x="0" y="0"/>
          <a:chExt cx="0" cy="0"/>
        </a:xfrm>
      </p:grpSpPr>
      <p:sp>
        <p:nvSpPr>
          <p:cNvPr id="1105" name="Google Shape;1105;p118"/>
          <p:cNvSpPr txBox="1"/>
          <p:nvPr>
            <p:ph type="title"/>
          </p:nvPr>
        </p:nvSpPr>
        <p:spPr>
          <a:xfrm>
            <a:off x="228600" y="228600"/>
            <a:ext cx="49149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05 Diagnostic analytics - Where are the problems?</a:t>
            </a:r>
            <a:endParaRPr/>
          </a:p>
        </p:txBody>
      </p:sp>
      <p:pic>
        <p:nvPicPr>
          <p:cNvPr id="1106" name="Google Shape;1106;p118"/>
          <p:cNvPicPr preferRelativeResize="0"/>
          <p:nvPr/>
        </p:nvPicPr>
        <p:blipFill>
          <a:blip r:embed="rId3">
            <a:alphaModFix/>
          </a:blip>
          <a:stretch>
            <a:fillRect/>
          </a:stretch>
        </p:blipFill>
        <p:spPr>
          <a:xfrm>
            <a:off x="152400" y="1684788"/>
            <a:ext cx="8839200" cy="3118220"/>
          </a:xfrm>
          <a:prstGeom prst="rect">
            <a:avLst/>
          </a:prstGeom>
          <a:noFill/>
          <a:ln>
            <a:noFill/>
          </a:ln>
        </p:spPr>
      </p:pic>
      <p:sp>
        <p:nvSpPr>
          <p:cNvPr id="1107" name="Google Shape;1107;p118"/>
          <p:cNvSpPr txBox="1"/>
          <p:nvPr/>
        </p:nvSpPr>
        <p:spPr>
          <a:xfrm>
            <a:off x="228600" y="1275300"/>
            <a:ext cx="6504600" cy="38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lang="en">
                <a:solidFill>
                  <a:schemeClr val="dk1"/>
                </a:solidFill>
                <a:latin typeface="Poppins"/>
                <a:ea typeface="Poppins"/>
                <a:cs typeface="Poppins"/>
                <a:sym typeface="Poppins"/>
              </a:rPr>
              <a:t>Express </a:t>
            </a:r>
            <a:r>
              <a:rPr b="1" lang="en">
                <a:solidFill>
                  <a:schemeClr val="lt2"/>
                </a:solidFill>
                <a:latin typeface="Poppins"/>
                <a:ea typeface="Poppins"/>
                <a:cs typeface="Poppins"/>
                <a:sym typeface="Poppins"/>
              </a:rPr>
              <a:t>saves on average 4.5 days</a:t>
            </a:r>
            <a:r>
              <a:rPr b="1" lang="en">
                <a:solidFill>
                  <a:schemeClr val="dk1"/>
                </a:solidFill>
                <a:latin typeface="Poppins"/>
                <a:ea typeface="Poppins"/>
                <a:cs typeface="Poppins"/>
                <a:sym typeface="Poppins"/>
              </a:rPr>
              <a:t> in warehouse time.</a:t>
            </a:r>
            <a:endParaRPr b="1">
              <a:solidFill>
                <a:schemeClr val="dk1"/>
              </a:solidFill>
              <a:latin typeface="Poppins"/>
              <a:ea typeface="Poppins"/>
              <a:cs typeface="Poppins"/>
              <a:sym typeface="Poppins"/>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1" name="Shape 1111"/>
        <p:cNvGrpSpPr/>
        <p:nvPr/>
      </p:nvGrpSpPr>
      <p:grpSpPr>
        <a:xfrm>
          <a:off x="0" y="0"/>
          <a:ext cx="0" cy="0"/>
          <a:chOff x="0" y="0"/>
          <a:chExt cx="0" cy="0"/>
        </a:xfrm>
      </p:grpSpPr>
      <p:sp>
        <p:nvSpPr>
          <p:cNvPr id="1112" name="Google Shape;1112;p119"/>
          <p:cNvSpPr txBox="1"/>
          <p:nvPr>
            <p:ph type="title"/>
          </p:nvPr>
        </p:nvSpPr>
        <p:spPr>
          <a:xfrm>
            <a:off x="228600" y="228600"/>
            <a:ext cx="57072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05 Diagnostic analytics - Where are the problems?</a:t>
            </a:r>
            <a:endParaRPr/>
          </a:p>
        </p:txBody>
      </p:sp>
      <p:pic>
        <p:nvPicPr>
          <p:cNvPr id="1113" name="Google Shape;1113;p119"/>
          <p:cNvPicPr preferRelativeResize="0"/>
          <p:nvPr/>
        </p:nvPicPr>
        <p:blipFill>
          <a:blip r:embed="rId3">
            <a:alphaModFix/>
          </a:blip>
          <a:stretch>
            <a:fillRect/>
          </a:stretch>
        </p:blipFill>
        <p:spPr>
          <a:xfrm>
            <a:off x="1794250" y="1322819"/>
            <a:ext cx="7035726" cy="3478750"/>
          </a:xfrm>
          <a:prstGeom prst="rect">
            <a:avLst/>
          </a:prstGeom>
          <a:noFill/>
          <a:ln>
            <a:noFill/>
          </a:ln>
        </p:spPr>
      </p:pic>
      <p:sp>
        <p:nvSpPr>
          <p:cNvPr id="1114" name="Google Shape;1114;p119"/>
          <p:cNvSpPr txBox="1"/>
          <p:nvPr/>
        </p:nvSpPr>
        <p:spPr>
          <a:xfrm>
            <a:off x="228600" y="1895408"/>
            <a:ext cx="1299900" cy="23397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None/>
            </a:pPr>
            <a:r>
              <a:rPr b="1" lang="en">
                <a:solidFill>
                  <a:schemeClr val="dk1"/>
                </a:solidFill>
                <a:latin typeface="Poppins"/>
                <a:ea typeface="Poppins"/>
                <a:cs typeface="Poppins"/>
                <a:sym typeface="Poppins"/>
              </a:rPr>
              <a:t>Weekend orders should </a:t>
            </a:r>
            <a:r>
              <a:rPr b="1" lang="en">
                <a:solidFill>
                  <a:srgbClr val="EA9999"/>
                </a:solidFill>
                <a:latin typeface="Poppins"/>
                <a:ea typeface="Poppins"/>
                <a:cs typeface="Poppins"/>
                <a:sym typeface="Poppins"/>
              </a:rPr>
              <a:t>take longer </a:t>
            </a:r>
            <a:r>
              <a:rPr b="1" lang="en">
                <a:solidFill>
                  <a:schemeClr val="dk1"/>
                </a:solidFill>
                <a:latin typeface="Poppins"/>
                <a:ea typeface="Poppins"/>
                <a:cs typeface="Poppins"/>
                <a:sym typeface="Poppins"/>
              </a:rPr>
              <a:t>since the warehouse only operates Mon–Fri.</a:t>
            </a:r>
            <a:endParaRPr b="1">
              <a:solidFill>
                <a:schemeClr val="dk1"/>
              </a:solidFill>
              <a:latin typeface="Poppins"/>
              <a:ea typeface="Poppins"/>
              <a:cs typeface="Poppins"/>
              <a:sym typeface="Poppins"/>
            </a:endParaRPr>
          </a:p>
          <a:p>
            <a:pPr indent="0" lvl="0" marL="0" rtl="0" algn="l">
              <a:spcBef>
                <a:spcPts val="0"/>
              </a:spcBef>
              <a:spcAft>
                <a:spcPts val="0"/>
              </a:spcAft>
              <a:buNone/>
            </a:pPr>
            <a:r>
              <a:t/>
            </a:r>
            <a:endParaRPr b="1">
              <a:solidFill>
                <a:schemeClr val="dk1"/>
              </a:solidFill>
              <a:latin typeface="Nunito Sans"/>
              <a:ea typeface="Nunito Sans"/>
              <a:cs typeface="Nunito Sans"/>
              <a:sym typeface="Nunito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8" name="Shape 1118"/>
        <p:cNvGrpSpPr/>
        <p:nvPr/>
      </p:nvGrpSpPr>
      <p:grpSpPr>
        <a:xfrm>
          <a:off x="0" y="0"/>
          <a:ext cx="0" cy="0"/>
          <a:chOff x="0" y="0"/>
          <a:chExt cx="0" cy="0"/>
        </a:xfrm>
      </p:grpSpPr>
      <p:sp>
        <p:nvSpPr>
          <p:cNvPr id="1119" name="Google Shape;1119;p120"/>
          <p:cNvSpPr txBox="1"/>
          <p:nvPr>
            <p:ph idx="3" type="subTitle"/>
          </p:nvPr>
        </p:nvSpPr>
        <p:spPr>
          <a:xfrm>
            <a:off x="6084638" y="2568175"/>
            <a:ext cx="28347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t/>
            </a:r>
            <a:endParaRPr/>
          </a:p>
        </p:txBody>
      </p:sp>
      <p:sp>
        <p:nvSpPr>
          <p:cNvPr id="1120" name="Google Shape;1120;p120"/>
          <p:cNvSpPr txBox="1"/>
          <p:nvPr/>
        </p:nvSpPr>
        <p:spPr>
          <a:xfrm>
            <a:off x="228600" y="1895400"/>
            <a:ext cx="3333600" cy="240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200">
                <a:solidFill>
                  <a:schemeClr val="dk1"/>
                </a:solidFill>
                <a:latin typeface="Nunito Sans"/>
                <a:ea typeface="Nunito Sans"/>
                <a:cs typeface="Nunito Sans"/>
                <a:sym typeface="Nunito Sans"/>
              </a:rPr>
              <a:t>Does it matter, when a client place their order? Apparently, </a:t>
            </a:r>
            <a:r>
              <a:rPr b="1" lang="en" sz="1200">
                <a:solidFill>
                  <a:schemeClr val="lt2"/>
                </a:solidFill>
                <a:latin typeface="Nunito Sans"/>
                <a:ea typeface="Nunito Sans"/>
                <a:cs typeface="Nunito Sans"/>
                <a:sym typeface="Nunito Sans"/>
              </a:rPr>
              <a:t>yes!</a:t>
            </a:r>
            <a:endParaRPr b="1" sz="1200">
              <a:solidFill>
                <a:schemeClr val="lt2"/>
              </a:solidFill>
              <a:latin typeface="Nunito Sans"/>
              <a:ea typeface="Nunito Sans"/>
              <a:cs typeface="Nunito Sans"/>
              <a:sym typeface="Nunito Sans"/>
            </a:endParaRPr>
          </a:p>
          <a:p>
            <a:pPr indent="0" lvl="0" marL="0" rtl="0" algn="l">
              <a:lnSpc>
                <a:spcPct val="115000"/>
              </a:lnSpc>
              <a:spcBef>
                <a:spcPts val="800"/>
              </a:spcBef>
              <a:spcAft>
                <a:spcPts val="0"/>
              </a:spcAft>
              <a:buNone/>
            </a:pPr>
            <a:r>
              <a:t/>
            </a:r>
            <a:endParaRPr b="1" sz="1200">
              <a:solidFill>
                <a:schemeClr val="lt2"/>
              </a:solidFill>
              <a:latin typeface="Nunito Sans"/>
              <a:ea typeface="Nunito Sans"/>
              <a:cs typeface="Nunito Sans"/>
              <a:sym typeface="Nunito Sans"/>
            </a:endParaRPr>
          </a:p>
          <a:p>
            <a:pPr indent="0" lvl="0" marL="0" marR="0" rtl="0" algn="l">
              <a:lnSpc>
                <a:spcPct val="115000"/>
              </a:lnSpc>
              <a:spcBef>
                <a:spcPts val="800"/>
              </a:spcBef>
              <a:spcAft>
                <a:spcPts val="0"/>
              </a:spcAft>
              <a:buNone/>
            </a:pPr>
            <a:r>
              <a:rPr lang="en" sz="1200">
                <a:solidFill>
                  <a:schemeClr val="dk1"/>
                </a:solidFill>
                <a:latin typeface="Nunito Sans"/>
                <a:ea typeface="Nunito Sans"/>
                <a:cs typeface="Nunito Sans"/>
                <a:sym typeface="Nunito Sans"/>
              </a:rPr>
              <a:t>The graph shows how many days the delivery is going to take depending on the order day.</a:t>
            </a:r>
            <a:endParaRPr sz="1200">
              <a:solidFill>
                <a:schemeClr val="dk1"/>
              </a:solidFill>
              <a:latin typeface="Nunito Sans"/>
              <a:ea typeface="Nunito Sans"/>
              <a:cs typeface="Nunito Sans"/>
              <a:sym typeface="Nunito Sans"/>
            </a:endParaRPr>
          </a:p>
          <a:p>
            <a:pPr indent="0" lvl="0" marL="0" marR="0" rtl="0" algn="l">
              <a:lnSpc>
                <a:spcPct val="115000"/>
              </a:lnSpc>
              <a:spcBef>
                <a:spcPts val="800"/>
              </a:spcBef>
              <a:spcAft>
                <a:spcPts val="0"/>
              </a:spcAft>
              <a:buNone/>
            </a:pPr>
            <a:r>
              <a:t/>
            </a:r>
            <a:endParaRPr sz="1200">
              <a:solidFill>
                <a:schemeClr val="dk1"/>
              </a:solidFill>
              <a:latin typeface="Nunito Sans"/>
              <a:ea typeface="Nunito Sans"/>
              <a:cs typeface="Nunito Sans"/>
              <a:sym typeface="Nunito Sans"/>
            </a:endParaRPr>
          </a:p>
          <a:p>
            <a:pPr indent="0" lvl="0" marL="0" marR="0" rtl="0" algn="l">
              <a:lnSpc>
                <a:spcPct val="115000"/>
              </a:lnSpc>
              <a:spcBef>
                <a:spcPts val="800"/>
              </a:spcBef>
              <a:spcAft>
                <a:spcPts val="0"/>
              </a:spcAft>
              <a:buNone/>
            </a:pPr>
            <a:r>
              <a:rPr lang="en" sz="1200">
                <a:solidFill>
                  <a:schemeClr val="dk1"/>
                </a:solidFill>
                <a:latin typeface="Nunito Sans"/>
                <a:ea typeface="Nunito Sans"/>
                <a:cs typeface="Nunito Sans"/>
                <a:sym typeface="Nunito Sans"/>
              </a:rPr>
              <a:t>If you ordered a product on Monday, it will be travelling appx. for </a:t>
            </a:r>
            <a:r>
              <a:rPr b="1" lang="en" sz="1200">
                <a:solidFill>
                  <a:srgbClr val="EA9999"/>
                </a:solidFill>
                <a:latin typeface="Nunito Sans"/>
                <a:ea typeface="Nunito Sans"/>
                <a:cs typeface="Nunito Sans"/>
                <a:sym typeface="Nunito Sans"/>
              </a:rPr>
              <a:t>8.2 days.</a:t>
            </a:r>
            <a:endParaRPr b="1" sz="1200">
              <a:solidFill>
                <a:srgbClr val="EA9999"/>
              </a:solidFill>
              <a:latin typeface="Nunito Sans"/>
              <a:ea typeface="Nunito Sans"/>
              <a:cs typeface="Nunito Sans"/>
              <a:sym typeface="Nunito Sans"/>
            </a:endParaRPr>
          </a:p>
          <a:p>
            <a:pPr indent="0" lvl="0" marL="0" rtl="0" algn="l">
              <a:spcBef>
                <a:spcPts val="800"/>
              </a:spcBef>
              <a:spcAft>
                <a:spcPts val="0"/>
              </a:spcAft>
              <a:buNone/>
            </a:pPr>
            <a:r>
              <a:t/>
            </a:r>
            <a:endParaRPr sz="1200">
              <a:solidFill>
                <a:schemeClr val="dk1"/>
              </a:solidFill>
              <a:latin typeface="Nunito Sans"/>
              <a:ea typeface="Nunito Sans"/>
              <a:cs typeface="Nunito Sans"/>
              <a:sym typeface="Nunito Sans"/>
            </a:endParaRPr>
          </a:p>
        </p:txBody>
      </p:sp>
      <p:pic>
        <p:nvPicPr>
          <p:cNvPr id="1121" name="Google Shape;1121;p120"/>
          <p:cNvPicPr preferRelativeResize="0"/>
          <p:nvPr/>
        </p:nvPicPr>
        <p:blipFill>
          <a:blip r:embed="rId3">
            <a:alphaModFix/>
          </a:blip>
          <a:stretch>
            <a:fillRect/>
          </a:stretch>
        </p:blipFill>
        <p:spPr>
          <a:xfrm>
            <a:off x="3865425" y="1612408"/>
            <a:ext cx="4707074" cy="3263000"/>
          </a:xfrm>
          <a:prstGeom prst="rect">
            <a:avLst/>
          </a:prstGeom>
          <a:noFill/>
          <a:ln>
            <a:noFill/>
          </a:ln>
        </p:spPr>
      </p:pic>
      <p:sp>
        <p:nvSpPr>
          <p:cNvPr id="1122" name="Google Shape;1122;p120"/>
          <p:cNvSpPr txBox="1"/>
          <p:nvPr>
            <p:ph type="title"/>
          </p:nvPr>
        </p:nvSpPr>
        <p:spPr>
          <a:xfrm>
            <a:off x="228600" y="228600"/>
            <a:ext cx="57072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05 Diagnostic analytics - Where are the problems?</a:t>
            </a:r>
            <a:endParaRPr/>
          </a:p>
        </p:txBody>
      </p:sp>
      <p:sp>
        <p:nvSpPr>
          <p:cNvPr id="1123" name="Google Shape;1123;p120"/>
          <p:cNvSpPr txBox="1"/>
          <p:nvPr/>
        </p:nvSpPr>
        <p:spPr>
          <a:xfrm>
            <a:off x="228597" y="1495204"/>
            <a:ext cx="3554700" cy="4002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lang="en">
                <a:solidFill>
                  <a:schemeClr val="dk1"/>
                </a:solidFill>
                <a:latin typeface="Poppins"/>
                <a:ea typeface="Poppins"/>
                <a:cs typeface="Poppins"/>
                <a:sym typeface="Poppins"/>
              </a:rPr>
              <a:t>Order date vs. Total delivery</a:t>
            </a:r>
            <a:endParaRPr b="1">
              <a:solidFill>
                <a:schemeClr val="dk1"/>
              </a:solidFill>
              <a:latin typeface="Poppins"/>
              <a:ea typeface="Poppins"/>
              <a:cs typeface="Poppins"/>
              <a:sym typeface="Poppins"/>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7" name="Shape 1127"/>
        <p:cNvGrpSpPr/>
        <p:nvPr/>
      </p:nvGrpSpPr>
      <p:grpSpPr>
        <a:xfrm>
          <a:off x="0" y="0"/>
          <a:ext cx="0" cy="0"/>
          <a:chOff x="0" y="0"/>
          <a:chExt cx="0" cy="0"/>
        </a:xfrm>
      </p:grpSpPr>
      <p:sp>
        <p:nvSpPr>
          <p:cNvPr id="1128" name="Google Shape;1128;p121"/>
          <p:cNvSpPr txBox="1"/>
          <p:nvPr>
            <p:ph idx="1" type="subTitle"/>
          </p:nvPr>
        </p:nvSpPr>
        <p:spPr>
          <a:xfrm>
            <a:off x="228600" y="2568175"/>
            <a:ext cx="28347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t/>
            </a:r>
            <a:endParaRPr/>
          </a:p>
        </p:txBody>
      </p:sp>
      <p:sp>
        <p:nvSpPr>
          <p:cNvPr id="1129" name="Google Shape;1129;p121"/>
          <p:cNvSpPr txBox="1"/>
          <p:nvPr>
            <p:ph idx="3" type="subTitle"/>
          </p:nvPr>
        </p:nvSpPr>
        <p:spPr>
          <a:xfrm>
            <a:off x="6084638" y="2568175"/>
            <a:ext cx="2834700" cy="400200"/>
          </a:xfrm>
          <a:prstGeom prst="rect">
            <a:avLst/>
          </a:prstGeom>
        </p:spPr>
        <p:txBody>
          <a:bodyPr anchorCtr="0" anchor="ctr" bIns="0" lIns="274300" spcFirstLastPara="1" rIns="274300" wrap="square" tIns="0">
            <a:noAutofit/>
          </a:bodyPr>
          <a:lstStyle/>
          <a:p>
            <a:pPr indent="0" lvl="0" marL="0" rtl="0" algn="l">
              <a:spcBef>
                <a:spcPts val="0"/>
              </a:spcBef>
              <a:spcAft>
                <a:spcPts val="0"/>
              </a:spcAft>
              <a:buNone/>
            </a:pPr>
            <a:r>
              <a:t/>
            </a:r>
            <a:endParaRPr/>
          </a:p>
        </p:txBody>
      </p:sp>
      <p:sp>
        <p:nvSpPr>
          <p:cNvPr id="1130" name="Google Shape;1130;p121"/>
          <p:cNvSpPr txBox="1"/>
          <p:nvPr>
            <p:ph type="title"/>
          </p:nvPr>
        </p:nvSpPr>
        <p:spPr>
          <a:xfrm>
            <a:off x="228600" y="228600"/>
            <a:ext cx="57072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05 Diagnostic analytics - Where are the problems?</a:t>
            </a:r>
            <a:endParaRPr/>
          </a:p>
        </p:txBody>
      </p:sp>
      <p:sp>
        <p:nvSpPr>
          <p:cNvPr id="1131" name="Google Shape;1131;p121"/>
          <p:cNvSpPr txBox="1"/>
          <p:nvPr>
            <p:ph type="title"/>
          </p:nvPr>
        </p:nvSpPr>
        <p:spPr>
          <a:xfrm>
            <a:off x="228600" y="228600"/>
            <a:ext cx="57072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05 Diagnostic analytics - Where are the problems?</a:t>
            </a:r>
            <a:endParaRPr/>
          </a:p>
        </p:txBody>
      </p:sp>
      <p:pic>
        <p:nvPicPr>
          <p:cNvPr id="1132" name="Google Shape;1132;p121"/>
          <p:cNvPicPr preferRelativeResize="0"/>
          <p:nvPr/>
        </p:nvPicPr>
        <p:blipFill>
          <a:blip r:embed="rId3">
            <a:alphaModFix/>
          </a:blip>
          <a:stretch>
            <a:fillRect/>
          </a:stretch>
        </p:blipFill>
        <p:spPr>
          <a:xfrm>
            <a:off x="504100" y="1383958"/>
            <a:ext cx="7770601" cy="2994325"/>
          </a:xfrm>
          <a:prstGeom prst="rect">
            <a:avLst/>
          </a:prstGeom>
          <a:noFill/>
          <a:ln>
            <a:noFill/>
          </a:ln>
        </p:spPr>
      </p:pic>
      <p:sp>
        <p:nvSpPr>
          <p:cNvPr id="1133" name="Google Shape;1133;p121"/>
          <p:cNvSpPr txBox="1"/>
          <p:nvPr/>
        </p:nvSpPr>
        <p:spPr>
          <a:xfrm>
            <a:off x="5426250" y="457199"/>
            <a:ext cx="3554700" cy="532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lang="en">
                <a:solidFill>
                  <a:schemeClr val="dk1"/>
                </a:solidFill>
                <a:latin typeface="Poppins"/>
                <a:ea typeface="Poppins"/>
                <a:cs typeface="Poppins"/>
                <a:sym typeface="Poppins"/>
              </a:rPr>
              <a:t>Delivery reliability - Is the logistics company consistent enough?</a:t>
            </a:r>
            <a:endParaRPr b="1">
              <a:solidFill>
                <a:schemeClr val="dk1"/>
              </a:solidFill>
              <a:latin typeface="Poppins"/>
              <a:ea typeface="Poppins"/>
              <a:cs typeface="Poppins"/>
              <a:sym typeface="Poppi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grpSp>
        <p:nvGrpSpPr>
          <p:cNvPr id="1138" name="Google Shape;1138;p122"/>
          <p:cNvGrpSpPr/>
          <p:nvPr/>
        </p:nvGrpSpPr>
        <p:grpSpPr>
          <a:xfrm rot="831550">
            <a:off x="1700391" y="251813"/>
            <a:ext cx="6884005" cy="5509149"/>
            <a:chOff x="536925" y="238125"/>
            <a:chExt cx="6546125" cy="5238750"/>
          </a:xfrm>
        </p:grpSpPr>
        <p:sp>
          <p:nvSpPr>
            <p:cNvPr id="1139" name="Google Shape;1139;p122"/>
            <p:cNvSpPr/>
            <p:nvPr/>
          </p:nvSpPr>
          <p:spPr>
            <a:xfrm>
              <a:off x="536925" y="238125"/>
              <a:ext cx="6546125" cy="5238750"/>
            </a:xfrm>
            <a:custGeom>
              <a:rect b="b" l="l" r="r" t="t"/>
              <a:pathLst>
                <a:path extrusionOk="0" h="209550" w="261845">
                  <a:moveTo>
                    <a:pt x="135305" y="0"/>
                  </a:moveTo>
                  <a:lnTo>
                    <a:pt x="131254" y="74"/>
                  </a:lnTo>
                  <a:lnTo>
                    <a:pt x="127129" y="295"/>
                  </a:lnTo>
                  <a:lnTo>
                    <a:pt x="123078" y="589"/>
                  </a:lnTo>
                  <a:lnTo>
                    <a:pt x="118954" y="958"/>
                  </a:lnTo>
                  <a:lnTo>
                    <a:pt x="114829" y="1399"/>
                  </a:lnTo>
                  <a:lnTo>
                    <a:pt x="110704" y="1989"/>
                  </a:lnTo>
                  <a:lnTo>
                    <a:pt x="106579" y="2578"/>
                  </a:lnTo>
                  <a:lnTo>
                    <a:pt x="102455" y="3314"/>
                  </a:lnTo>
                  <a:lnTo>
                    <a:pt x="98256" y="4125"/>
                  </a:lnTo>
                  <a:lnTo>
                    <a:pt x="94132" y="5009"/>
                  </a:lnTo>
                  <a:lnTo>
                    <a:pt x="90964" y="5745"/>
                  </a:lnTo>
                  <a:lnTo>
                    <a:pt x="87797" y="6555"/>
                  </a:lnTo>
                  <a:lnTo>
                    <a:pt x="84704" y="7439"/>
                  </a:lnTo>
                  <a:lnTo>
                    <a:pt x="81537" y="8323"/>
                  </a:lnTo>
                  <a:lnTo>
                    <a:pt x="78443" y="9207"/>
                  </a:lnTo>
                  <a:lnTo>
                    <a:pt x="75276" y="10238"/>
                  </a:lnTo>
                  <a:lnTo>
                    <a:pt x="72182" y="11269"/>
                  </a:lnTo>
                  <a:lnTo>
                    <a:pt x="69089" y="12374"/>
                  </a:lnTo>
                  <a:lnTo>
                    <a:pt x="65995" y="13479"/>
                  </a:lnTo>
                  <a:lnTo>
                    <a:pt x="62975" y="14657"/>
                  </a:lnTo>
                  <a:lnTo>
                    <a:pt x="59882" y="15836"/>
                  </a:lnTo>
                  <a:lnTo>
                    <a:pt x="56862" y="17088"/>
                  </a:lnTo>
                  <a:lnTo>
                    <a:pt x="53842" y="18414"/>
                  </a:lnTo>
                  <a:lnTo>
                    <a:pt x="50822" y="19813"/>
                  </a:lnTo>
                  <a:lnTo>
                    <a:pt x="47802" y="21213"/>
                  </a:lnTo>
                  <a:lnTo>
                    <a:pt x="44782" y="22612"/>
                  </a:lnTo>
                  <a:lnTo>
                    <a:pt x="41836" y="24085"/>
                  </a:lnTo>
                  <a:lnTo>
                    <a:pt x="38890" y="25632"/>
                  </a:lnTo>
                  <a:lnTo>
                    <a:pt x="35944" y="27179"/>
                  </a:lnTo>
                  <a:lnTo>
                    <a:pt x="33071" y="28799"/>
                  </a:lnTo>
                  <a:lnTo>
                    <a:pt x="30199" y="30493"/>
                  </a:lnTo>
                  <a:lnTo>
                    <a:pt x="27326" y="32187"/>
                  </a:lnTo>
                  <a:lnTo>
                    <a:pt x="24454" y="33882"/>
                  </a:lnTo>
                  <a:lnTo>
                    <a:pt x="21655" y="35649"/>
                  </a:lnTo>
                  <a:lnTo>
                    <a:pt x="18856" y="37491"/>
                  </a:lnTo>
                  <a:lnTo>
                    <a:pt x="16057" y="39332"/>
                  </a:lnTo>
                  <a:lnTo>
                    <a:pt x="13332" y="41247"/>
                  </a:lnTo>
                  <a:lnTo>
                    <a:pt x="10606" y="43162"/>
                  </a:lnTo>
                  <a:lnTo>
                    <a:pt x="7881" y="45151"/>
                  </a:lnTo>
                  <a:lnTo>
                    <a:pt x="5230" y="47140"/>
                  </a:lnTo>
                  <a:lnTo>
                    <a:pt x="2578" y="49202"/>
                  </a:lnTo>
                  <a:lnTo>
                    <a:pt x="0" y="51264"/>
                  </a:lnTo>
                  <a:lnTo>
                    <a:pt x="0" y="52811"/>
                  </a:lnTo>
                  <a:lnTo>
                    <a:pt x="2578" y="50675"/>
                  </a:lnTo>
                  <a:lnTo>
                    <a:pt x="5230" y="48613"/>
                  </a:lnTo>
                  <a:lnTo>
                    <a:pt x="7881" y="46624"/>
                  </a:lnTo>
                  <a:lnTo>
                    <a:pt x="10606" y="44635"/>
                  </a:lnTo>
                  <a:lnTo>
                    <a:pt x="13332" y="42647"/>
                  </a:lnTo>
                  <a:lnTo>
                    <a:pt x="16057" y="40732"/>
                  </a:lnTo>
                  <a:lnTo>
                    <a:pt x="18856" y="38890"/>
                  </a:lnTo>
                  <a:lnTo>
                    <a:pt x="21655" y="37049"/>
                  </a:lnTo>
                  <a:lnTo>
                    <a:pt x="24527" y="35281"/>
                  </a:lnTo>
                  <a:lnTo>
                    <a:pt x="27326" y="33513"/>
                  </a:lnTo>
                  <a:lnTo>
                    <a:pt x="30199" y="31819"/>
                  </a:lnTo>
                  <a:lnTo>
                    <a:pt x="33145" y="30125"/>
                  </a:lnTo>
                  <a:lnTo>
                    <a:pt x="36017" y="28505"/>
                  </a:lnTo>
                  <a:lnTo>
                    <a:pt x="38964" y="26958"/>
                  </a:lnTo>
                  <a:lnTo>
                    <a:pt x="41910" y="25411"/>
                  </a:lnTo>
                  <a:lnTo>
                    <a:pt x="44930" y="23864"/>
                  </a:lnTo>
                  <a:lnTo>
                    <a:pt x="47876" y="22465"/>
                  </a:lnTo>
                  <a:lnTo>
                    <a:pt x="50896" y="21065"/>
                  </a:lnTo>
                  <a:lnTo>
                    <a:pt x="53916" y="19666"/>
                  </a:lnTo>
                  <a:lnTo>
                    <a:pt x="57009" y="18340"/>
                  </a:lnTo>
                  <a:lnTo>
                    <a:pt x="60029" y="17088"/>
                  </a:lnTo>
                  <a:lnTo>
                    <a:pt x="63123" y="15836"/>
                  </a:lnTo>
                  <a:lnTo>
                    <a:pt x="66216" y="14657"/>
                  </a:lnTo>
                  <a:lnTo>
                    <a:pt x="69310" y="13553"/>
                  </a:lnTo>
                  <a:lnTo>
                    <a:pt x="72403" y="12448"/>
                  </a:lnTo>
                  <a:lnTo>
                    <a:pt x="75497" y="11417"/>
                  </a:lnTo>
                  <a:lnTo>
                    <a:pt x="78664" y="10385"/>
                  </a:lnTo>
                  <a:lnTo>
                    <a:pt x="81758" y="9502"/>
                  </a:lnTo>
                  <a:lnTo>
                    <a:pt x="84925" y="8544"/>
                  </a:lnTo>
                  <a:lnTo>
                    <a:pt x="88092" y="7734"/>
                  </a:lnTo>
                  <a:lnTo>
                    <a:pt x="91185" y="6924"/>
                  </a:lnTo>
                  <a:lnTo>
                    <a:pt x="94353" y="6187"/>
                  </a:lnTo>
                  <a:lnTo>
                    <a:pt x="98551" y="5303"/>
                  </a:lnTo>
                  <a:lnTo>
                    <a:pt x="102676" y="4493"/>
                  </a:lnTo>
                  <a:lnTo>
                    <a:pt x="106800" y="3756"/>
                  </a:lnTo>
                  <a:lnTo>
                    <a:pt x="110851" y="3094"/>
                  </a:lnTo>
                  <a:lnTo>
                    <a:pt x="114976" y="2578"/>
                  </a:lnTo>
                  <a:lnTo>
                    <a:pt x="119101" y="2136"/>
                  </a:lnTo>
                  <a:lnTo>
                    <a:pt x="123152" y="1768"/>
                  </a:lnTo>
                  <a:lnTo>
                    <a:pt x="127203" y="1473"/>
                  </a:lnTo>
                  <a:lnTo>
                    <a:pt x="131254" y="1252"/>
                  </a:lnTo>
                  <a:lnTo>
                    <a:pt x="135305" y="1178"/>
                  </a:lnTo>
                  <a:lnTo>
                    <a:pt x="139356" y="1178"/>
                  </a:lnTo>
                  <a:lnTo>
                    <a:pt x="143333" y="1252"/>
                  </a:lnTo>
                  <a:lnTo>
                    <a:pt x="147311" y="1399"/>
                  </a:lnTo>
                  <a:lnTo>
                    <a:pt x="151288" y="1620"/>
                  </a:lnTo>
                  <a:lnTo>
                    <a:pt x="155266" y="1989"/>
                  </a:lnTo>
                  <a:lnTo>
                    <a:pt x="159243" y="2357"/>
                  </a:lnTo>
                  <a:lnTo>
                    <a:pt x="163147" y="2873"/>
                  </a:lnTo>
                  <a:lnTo>
                    <a:pt x="167050" y="3462"/>
                  </a:lnTo>
                  <a:lnTo>
                    <a:pt x="170954" y="4125"/>
                  </a:lnTo>
                  <a:lnTo>
                    <a:pt x="174784" y="4935"/>
                  </a:lnTo>
                  <a:lnTo>
                    <a:pt x="178614" y="5745"/>
                  </a:lnTo>
                  <a:lnTo>
                    <a:pt x="182444" y="6703"/>
                  </a:lnTo>
                  <a:lnTo>
                    <a:pt x="186201" y="7734"/>
                  </a:lnTo>
                  <a:lnTo>
                    <a:pt x="189957" y="8839"/>
                  </a:lnTo>
                  <a:lnTo>
                    <a:pt x="193714" y="10017"/>
                  </a:lnTo>
                  <a:lnTo>
                    <a:pt x="197470" y="11343"/>
                  </a:lnTo>
                  <a:lnTo>
                    <a:pt x="201079" y="12669"/>
                  </a:lnTo>
                  <a:lnTo>
                    <a:pt x="204762" y="14142"/>
                  </a:lnTo>
                  <a:lnTo>
                    <a:pt x="208371" y="15689"/>
                  </a:lnTo>
                  <a:lnTo>
                    <a:pt x="211980" y="17309"/>
                  </a:lnTo>
                  <a:lnTo>
                    <a:pt x="215516" y="19003"/>
                  </a:lnTo>
                  <a:lnTo>
                    <a:pt x="219051" y="20771"/>
                  </a:lnTo>
                  <a:lnTo>
                    <a:pt x="221482" y="22097"/>
                  </a:lnTo>
                  <a:lnTo>
                    <a:pt x="223986" y="23570"/>
                  </a:lnTo>
                  <a:lnTo>
                    <a:pt x="226564" y="25117"/>
                  </a:lnTo>
                  <a:lnTo>
                    <a:pt x="229142" y="26811"/>
                  </a:lnTo>
                  <a:lnTo>
                    <a:pt x="231794" y="28652"/>
                  </a:lnTo>
                  <a:lnTo>
                    <a:pt x="234372" y="30641"/>
                  </a:lnTo>
                  <a:lnTo>
                    <a:pt x="237023" y="32777"/>
                  </a:lnTo>
                  <a:lnTo>
                    <a:pt x="239527" y="35060"/>
                  </a:lnTo>
                  <a:lnTo>
                    <a:pt x="242032" y="37491"/>
                  </a:lnTo>
                  <a:lnTo>
                    <a:pt x="244462" y="40069"/>
                  </a:lnTo>
                  <a:lnTo>
                    <a:pt x="245641" y="41394"/>
                  </a:lnTo>
                  <a:lnTo>
                    <a:pt x="246746" y="42794"/>
                  </a:lnTo>
                  <a:lnTo>
                    <a:pt x="247850" y="44193"/>
                  </a:lnTo>
                  <a:lnTo>
                    <a:pt x="248955" y="45666"/>
                  </a:lnTo>
                  <a:lnTo>
                    <a:pt x="249986" y="47213"/>
                  </a:lnTo>
                  <a:lnTo>
                    <a:pt x="251018" y="48760"/>
                  </a:lnTo>
                  <a:lnTo>
                    <a:pt x="251975" y="50307"/>
                  </a:lnTo>
                  <a:lnTo>
                    <a:pt x="252933" y="51927"/>
                  </a:lnTo>
                  <a:lnTo>
                    <a:pt x="253817" y="53621"/>
                  </a:lnTo>
                  <a:lnTo>
                    <a:pt x="254627" y="55315"/>
                  </a:lnTo>
                  <a:lnTo>
                    <a:pt x="255437" y="57083"/>
                  </a:lnTo>
                  <a:lnTo>
                    <a:pt x="256174" y="58924"/>
                  </a:lnTo>
                  <a:lnTo>
                    <a:pt x="256910" y="60766"/>
                  </a:lnTo>
                  <a:lnTo>
                    <a:pt x="257573" y="62681"/>
                  </a:lnTo>
                  <a:lnTo>
                    <a:pt x="258162" y="64670"/>
                  </a:lnTo>
                  <a:lnTo>
                    <a:pt x="258678" y="66585"/>
                  </a:lnTo>
                  <a:lnTo>
                    <a:pt x="259120" y="68573"/>
                  </a:lnTo>
                  <a:lnTo>
                    <a:pt x="259562" y="70562"/>
                  </a:lnTo>
                  <a:lnTo>
                    <a:pt x="259856" y="72551"/>
                  </a:lnTo>
                  <a:lnTo>
                    <a:pt x="260151" y="74539"/>
                  </a:lnTo>
                  <a:lnTo>
                    <a:pt x="260372" y="76602"/>
                  </a:lnTo>
                  <a:lnTo>
                    <a:pt x="260519" y="78664"/>
                  </a:lnTo>
                  <a:lnTo>
                    <a:pt x="260667" y="80726"/>
                  </a:lnTo>
                  <a:lnTo>
                    <a:pt x="260667" y="82789"/>
                  </a:lnTo>
                  <a:lnTo>
                    <a:pt x="260667" y="84925"/>
                  </a:lnTo>
                  <a:lnTo>
                    <a:pt x="260593" y="87061"/>
                  </a:lnTo>
                  <a:lnTo>
                    <a:pt x="260446" y="89197"/>
                  </a:lnTo>
                  <a:lnTo>
                    <a:pt x="260225" y="91333"/>
                  </a:lnTo>
                  <a:lnTo>
                    <a:pt x="260004" y="93248"/>
                  </a:lnTo>
                  <a:lnTo>
                    <a:pt x="259709" y="95237"/>
                  </a:lnTo>
                  <a:lnTo>
                    <a:pt x="259414" y="97225"/>
                  </a:lnTo>
                  <a:lnTo>
                    <a:pt x="258972" y="99214"/>
                  </a:lnTo>
                  <a:lnTo>
                    <a:pt x="258531" y="101203"/>
                  </a:lnTo>
                  <a:lnTo>
                    <a:pt x="258089" y="103191"/>
                  </a:lnTo>
                  <a:lnTo>
                    <a:pt x="257573" y="105180"/>
                  </a:lnTo>
                  <a:lnTo>
                    <a:pt x="256984" y="107242"/>
                  </a:lnTo>
                  <a:lnTo>
                    <a:pt x="256321" y="109231"/>
                  </a:lnTo>
                  <a:lnTo>
                    <a:pt x="255658" y="111220"/>
                  </a:lnTo>
                  <a:lnTo>
                    <a:pt x="254921" y="113209"/>
                  </a:lnTo>
                  <a:lnTo>
                    <a:pt x="254111" y="115271"/>
                  </a:lnTo>
                  <a:lnTo>
                    <a:pt x="253301" y="117260"/>
                  </a:lnTo>
                  <a:lnTo>
                    <a:pt x="252417" y="119322"/>
                  </a:lnTo>
                  <a:lnTo>
                    <a:pt x="250502" y="123299"/>
                  </a:lnTo>
                  <a:lnTo>
                    <a:pt x="248587" y="126982"/>
                  </a:lnTo>
                  <a:lnTo>
                    <a:pt x="246525" y="130665"/>
                  </a:lnTo>
                  <a:lnTo>
                    <a:pt x="244389" y="134274"/>
                  </a:lnTo>
                  <a:lnTo>
                    <a:pt x="242032" y="137810"/>
                  </a:lnTo>
                  <a:lnTo>
                    <a:pt x="239601" y="141271"/>
                  </a:lnTo>
                  <a:lnTo>
                    <a:pt x="237097" y="144659"/>
                  </a:lnTo>
                  <a:lnTo>
                    <a:pt x="234445" y="147974"/>
                  </a:lnTo>
                  <a:lnTo>
                    <a:pt x="231646" y="151215"/>
                  </a:lnTo>
                  <a:lnTo>
                    <a:pt x="228774" y="154382"/>
                  </a:lnTo>
                  <a:lnTo>
                    <a:pt x="225828" y="157476"/>
                  </a:lnTo>
                  <a:lnTo>
                    <a:pt x="222808" y="160422"/>
                  </a:lnTo>
                  <a:lnTo>
                    <a:pt x="219714" y="163221"/>
                  </a:lnTo>
                  <a:lnTo>
                    <a:pt x="216547" y="165946"/>
                  </a:lnTo>
                  <a:lnTo>
                    <a:pt x="213232" y="168524"/>
                  </a:lnTo>
                  <a:lnTo>
                    <a:pt x="209918" y="171028"/>
                  </a:lnTo>
                  <a:lnTo>
                    <a:pt x="206603" y="173385"/>
                  </a:lnTo>
                  <a:lnTo>
                    <a:pt x="203805" y="175079"/>
                  </a:lnTo>
                  <a:lnTo>
                    <a:pt x="201006" y="176847"/>
                  </a:lnTo>
                  <a:lnTo>
                    <a:pt x="198133" y="178467"/>
                  </a:lnTo>
                  <a:lnTo>
                    <a:pt x="195187" y="180088"/>
                  </a:lnTo>
                  <a:lnTo>
                    <a:pt x="192093" y="181635"/>
                  </a:lnTo>
                  <a:lnTo>
                    <a:pt x="189000" y="183181"/>
                  </a:lnTo>
                  <a:lnTo>
                    <a:pt x="185759" y="184654"/>
                  </a:lnTo>
                  <a:lnTo>
                    <a:pt x="182444" y="186054"/>
                  </a:lnTo>
                  <a:lnTo>
                    <a:pt x="179056" y="187453"/>
                  </a:lnTo>
                  <a:lnTo>
                    <a:pt x="175595" y="188779"/>
                  </a:lnTo>
                  <a:lnTo>
                    <a:pt x="172059" y="190031"/>
                  </a:lnTo>
                  <a:lnTo>
                    <a:pt x="168376" y="191283"/>
                  </a:lnTo>
                  <a:lnTo>
                    <a:pt x="164694" y="192462"/>
                  </a:lnTo>
                  <a:lnTo>
                    <a:pt x="160863" y="193567"/>
                  </a:lnTo>
                  <a:lnTo>
                    <a:pt x="156886" y="194672"/>
                  </a:lnTo>
                  <a:lnTo>
                    <a:pt x="152909" y="195703"/>
                  </a:lnTo>
                  <a:lnTo>
                    <a:pt x="144144" y="197912"/>
                  </a:lnTo>
                  <a:lnTo>
                    <a:pt x="135747" y="199827"/>
                  </a:lnTo>
                  <a:lnTo>
                    <a:pt x="127718" y="201522"/>
                  </a:lnTo>
                  <a:lnTo>
                    <a:pt x="119911" y="203068"/>
                  </a:lnTo>
                  <a:lnTo>
                    <a:pt x="112398" y="204394"/>
                  </a:lnTo>
                  <a:lnTo>
                    <a:pt x="105106" y="205499"/>
                  </a:lnTo>
                  <a:lnTo>
                    <a:pt x="98035" y="206383"/>
                  </a:lnTo>
                  <a:lnTo>
                    <a:pt x="91038" y="207193"/>
                  </a:lnTo>
                  <a:lnTo>
                    <a:pt x="86692" y="207561"/>
                  </a:lnTo>
                  <a:lnTo>
                    <a:pt x="82420" y="207856"/>
                  </a:lnTo>
                  <a:lnTo>
                    <a:pt x="78222" y="208077"/>
                  </a:lnTo>
                  <a:lnTo>
                    <a:pt x="74097" y="208298"/>
                  </a:lnTo>
                  <a:lnTo>
                    <a:pt x="69973" y="208372"/>
                  </a:lnTo>
                  <a:lnTo>
                    <a:pt x="65995" y="208372"/>
                  </a:lnTo>
                  <a:lnTo>
                    <a:pt x="62018" y="208298"/>
                  </a:lnTo>
                  <a:lnTo>
                    <a:pt x="58114" y="208224"/>
                  </a:lnTo>
                  <a:lnTo>
                    <a:pt x="54210" y="208003"/>
                  </a:lnTo>
                  <a:lnTo>
                    <a:pt x="50380" y="207709"/>
                  </a:lnTo>
                  <a:lnTo>
                    <a:pt x="46624" y="207340"/>
                  </a:lnTo>
                  <a:lnTo>
                    <a:pt x="42941" y="206972"/>
                  </a:lnTo>
                  <a:lnTo>
                    <a:pt x="39258" y="206456"/>
                  </a:lnTo>
                  <a:lnTo>
                    <a:pt x="35649" y="205867"/>
                  </a:lnTo>
                  <a:lnTo>
                    <a:pt x="32114" y="205204"/>
                  </a:lnTo>
                  <a:lnTo>
                    <a:pt x="28578" y="204541"/>
                  </a:lnTo>
                  <a:lnTo>
                    <a:pt x="24527" y="203584"/>
                  </a:lnTo>
                  <a:lnTo>
                    <a:pt x="20550" y="202479"/>
                  </a:lnTo>
                  <a:lnTo>
                    <a:pt x="16793" y="201374"/>
                  </a:lnTo>
                  <a:lnTo>
                    <a:pt x="13184" y="200048"/>
                  </a:lnTo>
                  <a:lnTo>
                    <a:pt x="9649" y="198649"/>
                  </a:lnTo>
                  <a:lnTo>
                    <a:pt x="6261" y="197176"/>
                  </a:lnTo>
                  <a:lnTo>
                    <a:pt x="3094" y="195555"/>
                  </a:lnTo>
                  <a:lnTo>
                    <a:pt x="0" y="193861"/>
                  </a:lnTo>
                  <a:lnTo>
                    <a:pt x="0" y="195261"/>
                  </a:lnTo>
                  <a:lnTo>
                    <a:pt x="3020" y="196881"/>
                  </a:lnTo>
                  <a:lnTo>
                    <a:pt x="6261" y="198502"/>
                  </a:lnTo>
                  <a:lnTo>
                    <a:pt x="9575" y="199901"/>
                  </a:lnTo>
                  <a:lnTo>
                    <a:pt x="13111" y="201301"/>
                  </a:lnTo>
                  <a:lnTo>
                    <a:pt x="16720" y="202553"/>
                  </a:lnTo>
                  <a:lnTo>
                    <a:pt x="20403" y="203658"/>
                  </a:lnTo>
                  <a:lnTo>
                    <a:pt x="24306" y="204762"/>
                  </a:lnTo>
                  <a:lnTo>
                    <a:pt x="28284" y="205646"/>
                  </a:lnTo>
                  <a:lnTo>
                    <a:pt x="32850" y="206604"/>
                  </a:lnTo>
                  <a:lnTo>
                    <a:pt x="37491" y="207340"/>
                  </a:lnTo>
                  <a:lnTo>
                    <a:pt x="42205" y="208077"/>
                  </a:lnTo>
                  <a:lnTo>
                    <a:pt x="46992" y="208592"/>
                  </a:lnTo>
                  <a:lnTo>
                    <a:pt x="51853" y="209034"/>
                  </a:lnTo>
                  <a:lnTo>
                    <a:pt x="56788" y="209329"/>
                  </a:lnTo>
                  <a:lnTo>
                    <a:pt x="61797" y="209476"/>
                  </a:lnTo>
                  <a:lnTo>
                    <a:pt x="66953" y="209550"/>
                  </a:lnTo>
                  <a:lnTo>
                    <a:pt x="72845" y="209476"/>
                  </a:lnTo>
                  <a:lnTo>
                    <a:pt x="78811" y="209255"/>
                  </a:lnTo>
                  <a:lnTo>
                    <a:pt x="84925" y="208887"/>
                  </a:lnTo>
                  <a:lnTo>
                    <a:pt x="91185" y="208372"/>
                  </a:lnTo>
                  <a:lnTo>
                    <a:pt x="98109" y="207561"/>
                  </a:lnTo>
                  <a:lnTo>
                    <a:pt x="105254" y="206677"/>
                  </a:lnTo>
                  <a:lnTo>
                    <a:pt x="112619" y="205499"/>
                  </a:lnTo>
                  <a:lnTo>
                    <a:pt x="120132" y="204173"/>
                  </a:lnTo>
                  <a:lnTo>
                    <a:pt x="127939" y="202700"/>
                  </a:lnTo>
                  <a:lnTo>
                    <a:pt x="135968" y="200932"/>
                  </a:lnTo>
                  <a:lnTo>
                    <a:pt x="144438" y="199017"/>
                  </a:lnTo>
                  <a:lnTo>
                    <a:pt x="153130" y="196881"/>
                  </a:lnTo>
                  <a:lnTo>
                    <a:pt x="157181" y="195850"/>
                  </a:lnTo>
                  <a:lnTo>
                    <a:pt x="161158" y="194745"/>
                  </a:lnTo>
                  <a:lnTo>
                    <a:pt x="165062" y="193567"/>
                  </a:lnTo>
                  <a:lnTo>
                    <a:pt x="168818" y="192388"/>
                  </a:lnTo>
                  <a:lnTo>
                    <a:pt x="172501" y="191136"/>
                  </a:lnTo>
                  <a:lnTo>
                    <a:pt x="176036" y="189884"/>
                  </a:lnTo>
                  <a:lnTo>
                    <a:pt x="179572" y="188485"/>
                  </a:lnTo>
                  <a:lnTo>
                    <a:pt x="182960" y="187159"/>
                  </a:lnTo>
                  <a:lnTo>
                    <a:pt x="186275" y="185686"/>
                  </a:lnTo>
                  <a:lnTo>
                    <a:pt x="189515" y="184213"/>
                  </a:lnTo>
                  <a:lnTo>
                    <a:pt x="192683" y="182739"/>
                  </a:lnTo>
                  <a:lnTo>
                    <a:pt x="195702" y="181119"/>
                  </a:lnTo>
                  <a:lnTo>
                    <a:pt x="198722" y="179499"/>
                  </a:lnTo>
                  <a:lnTo>
                    <a:pt x="201595" y="177804"/>
                  </a:lnTo>
                  <a:lnTo>
                    <a:pt x="204467" y="176110"/>
                  </a:lnTo>
                  <a:lnTo>
                    <a:pt x="207193" y="174343"/>
                  </a:lnTo>
                  <a:lnTo>
                    <a:pt x="210654" y="171986"/>
                  </a:lnTo>
                  <a:lnTo>
                    <a:pt x="213969" y="169481"/>
                  </a:lnTo>
                  <a:lnTo>
                    <a:pt x="217283" y="166903"/>
                  </a:lnTo>
                  <a:lnTo>
                    <a:pt x="220451" y="164105"/>
                  </a:lnTo>
                  <a:lnTo>
                    <a:pt x="223618" y="161232"/>
                  </a:lnTo>
                  <a:lnTo>
                    <a:pt x="226711" y="158286"/>
                  </a:lnTo>
                  <a:lnTo>
                    <a:pt x="229658" y="155192"/>
                  </a:lnTo>
                  <a:lnTo>
                    <a:pt x="232530" y="152025"/>
                  </a:lnTo>
                  <a:lnTo>
                    <a:pt x="235329" y="148784"/>
                  </a:lnTo>
                  <a:lnTo>
                    <a:pt x="237981" y="145396"/>
                  </a:lnTo>
                  <a:lnTo>
                    <a:pt x="240559" y="141934"/>
                  </a:lnTo>
                  <a:lnTo>
                    <a:pt x="243063" y="138472"/>
                  </a:lnTo>
                  <a:lnTo>
                    <a:pt x="245346" y="134863"/>
                  </a:lnTo>
                  <a:lnTo>
                    <a:pt x="247556" y="131254"/>
                  </a:lnTo>
                  <a:lnTo>
                    <a:pt x="249618" y="127571"/>
                  </a:lnTo>
                  <a:lnTo>
                    <a:pt x="251533" y="123815"/>
                  </a:lnTo>
                  <a:lnTo>
                    <a:pt x="253522" y="119764"/>
                  </a:lnTo>
                  <a:lnTo>
                    <a:pt x="254406" y="117702"/>
                  </a:lnTo>
                  <a:lnTo>
                    <a:pt x="255216" y="115713"/>
                  </a:lnTo>
                  <a:lnTo>
                    <a:pt x="256026" y="113650"/>
                  </a:lnTo>
                  <a:lnTo>
                    <a:pt x="256763" y="111588"/>
                  </a:lnTo>
                  <a:lnTo>
                    <a:pt x="257426" y="109599"/>
                  </a:lnTo>
                  <a:lnTo>
                    <a:pt x="258089" y="107537"/>
                  </a:lnTo>
                  <a:lnTo>
                    <a:pt x="258678" y="105548"/>
                  </a:lnTo>
                  <a:lnTo>
                    <a:pt x="259193" y="103486"/>
                  </a:lnTo>
                  <a:lnTo>
                    <a:pt x="259709" y="101497"/>
                  </a:lnTo>
                  <a:lnTo>
                    <a:pt x="260151" y="99435"/>
                  </a:lnTo>
                  <a:lnTo>
                    <a:pt x="260519" y="97446"/>
                  </a:lnTo>
                  <a:lnTo>
                    <a:pt x="260887" y="95458"/>
                  </a:lnTo>
                  <a:lnTo>
                    <a:pt x="261182" y="93395"/>
                  </a:lnTo>
                  <a:lnTo>
                    <a:pt x="261403" y="91407"/>
                  </a:lnTo>
                  <a:lnTo>
                    <a:pt x="261624" y="89271"/>
                  </a:lnTo>
                  <a:lnTo>
                    <a:pt x="261771" y="87061"/>
                  </a:lnTo>
                  <a:lnTo>
                    <a:pt x="261845" y="84925"/>
                  </a:lnTo>
                  <a:lnTo>
                    <a:pt x="261845" y="82789"/>
                  </a:lnTo>
                  <a:lnTo>
                    <a:pt x="261845" y="80653"/>
                  </a:lnTo>
                  <a:lnTo>
                    <a:pt x="261698" y="78590"/>
                  </a:lnTo>
                  <a:lnTo>
                    <a:pt x="261550" y="76454"/>
                  </a:lnTo>
                  <a:lnTo>
                    <a:pt x="261329" y="74392"/>
                  </a:lnTo>
                  <a:lnTo>
                    <a:pt x="261035" y="72330"/>
                  </a:lnTo>
                  <a:lnTo>
                    <a:pt x="260667" y="70341"/>
                  </a:lnTo>
                  <a:lnTo>
                    <a:pt x="260298" y="68279"/>
                  </a:lnTo>
                  <a:lnTo>
                    <a:pt x="259783" y="66290"/>
                  </a:lnTo>
                  <a:lnTo>
                    <a:pt x="259267" y="64301"/>
                  </a:lnTo>
                  <a:lnTo>
                    <a:pt x="258678" y="62313"/>
                  </a:lnTo>
                  <a:lnTo>
                    <a:pt x="258015" y="60398"/>
                  </a:lnTo>
                  <a:lnTo>
                    <a:pt x="257278" y="58482"/>
                  </a:lnTo>
                  <a:lnTo>
                    <a:pt x="256542" y="56641"/>
                  </a:lnTo>
                  <a:lnTo>
                    <a:pt x="255732" y="54873"/>
                  </a:lnTo>
                  <a:lnTo>
                    <a:pt x="254848" y="53106"/>
                  </a:lnTo>
                  <a:lnTo>
                    <a:pt x="253964" y="51412"/>
                  </a:lnTo>
                  <a:lnTo>
                    <a:pt x="253006" y="49717"/>
                  </a:lnTo>
                  <a:lnTo>
                    <a:pt x="252049" y="48171"/>
                  </a:lnTo>
                  <a:lnTo>
                    <a:pt x="251018" y="46550"/>
                  </a:lnTo>
                  <a:lnTo>
                    <a:pt x="249913" y="45004"/>
                  </a:lnTo>
                  <a:lnTo>
                    <a:pt x="248808" y="43530"/>
                  </a:lnTo>
                  <a:lnTo>
                    <a:pt x="247703" y="42057"/>
                  </a:lnTo>
                  <a:lnTo>
                    <a:pt x="246525" y="40658"/>
                  </a:lnTo>
                  <a:lnTo>
                    <a:pt x="245346" y="39332"/>
                  </a:lnTo>
                  <a:lnTo>
                    <a:pt x="242916" y="36680"/>
                  </a:lnTo>
                  <a:lnTo>
                    <a:pt x="240411" y="34250"/>
                  </a:lnTo>
                  <a:lnTo>
                    <a:pt x="237760" y="31893"/>
                  </a:lnTo>
                  <a:lnTo>
                    <a:pt x="235182" y="29757"/>
                  </a:lnTo>
                  <a:lnTo>
                    <a:pt x="232530" y="27768"/>
                  </a:lnTo>
                  <a:lnTo>
                    <a:pt x="229879" y="25853"/>
                  </a:lnTo>
                  <a:lnTo>
                    <a:pt x="227227" y="24159"/>
                  </a:lnTo>
                  <a:lnTo>
                    <a:pt x="224649" y="22539"/>
                  </a:lnTo>
                  <a:lnTo>
                    <a:pt x="222071" y="21065"/>
                  </a:lnTo>
                  <a:lnTo>
                    <a:pt x="219640" y="19740"/>
                  </a:lnTo>
                  <a:lnTo>
                    <a:pt x="216031" y="17972"/>
                  </a:lnTo>
                  <a:lnTo>
                    <a:pt x="212496" y="16204"/>
                  </a:lnTo>
                  <a:lnTo>
                    <a:pt x="208887" y="14584"/>
                  </a:lnTo>
                  <a:lnTo>
                    <a:pt x="205204" y="13037"/>
                  </a:lnTo>
                  <a:lnTo>
                    <a:pt x="201521" y="11564"/>
                  </a:lnTo>
                  <a:lnTo>
                    <a:pt x="197838" y="10238"/>
                  </a:lnTo>
                  <a:lnTo>
                    <a:pt x="194082" y="8912"/>
                  </a:lnTo>
                  <a:lnTo>
                    <a:pt x="190326" y="7734"/>
                  </a:lnTo>
                  <a:lnTo>
                    <a:pt x="186569" y="6555"/>
                  </a:lnTo>
                  <a:lnTo>
                    <a:pt x="182739" y="5524"/>
                  </a:lnTo>
                  <a:lnTo>
                    <a:pt x="178909" y="4640"/>
                  </a:lnTo>
                  <a:lnTo>
                    <a:pt x="175079" y="3756"/>
                  </a:lnTo>
                  <a:lnTo>
                    <a:pt x="171175" y="3020"/>
                  </a:lnTo>
                  <a:lnTo>
                    <a:pt x="167271" y="2283"/>
                  </a:lnTo>
                  <a:lnTo>
                    <a:pt x="163294" y="1694"/>
                  </a:lnTo>
                  <a:lnTo>
                    <a:pt x="159390" y="1178"/>
                  </a:lnTo>
                  <a:lnTo>
                    <a:pt x="155413" y="810"/>
                  </a:lnTo>
                  <a:lnTo>
                    <a:pt x="151436" y="442"/>
                  </a:lnTo>
                  <a:lnTo>
                    <a:pt x="147384" y="221"/>
                  </a:lnTo>
                  <a:lnTo>
                    <a:pt x="143407" y="74"/>
                  </a:lnTo>
                  <a:lnTo>
                    <a:pt x="139356" y="0"/>
                  </a:lnTo>
                  <a:close/>
                </a:path>
              </a:pathLst>
            </a:custGeom>
            <a:solidFill>
              <a:srgbClr val="EA9999"/>
            </a:solidFill>
            <a:ln>
              <a:noFill/>
            </a:ln>
          </p:spPr>
          <p:txBody>
            <a:bodyPr anchorCtr="0" anchor="ctr" bIns="144400" lIns="144400" spcFirstLastPara="1" rIns="144400" wrap="square" tIns="144400">
              <a:noAutofit/>
            </a:bodyPr>
            <a:lstStyle/>
            <a:p>
              <a:pPr indent="0" lvl="0" marL="0" rtl="0" algn="l">
                <a:spcBef>
                  <a:spcPts val="0"/>
                </a:spcBef>
                <a:spcAft>
                  <a:spcPts val="0"/>
                </a:spcAft>
                <a:buNone/>
              </a:pPr>
              <a:r>
                <a:t/>
              </a:r>
              <a:endParaRPr sz="2211">
                <a:solidFill>
                  <a:srgbClr val="EA9999"/>
                </a:solidFill>
                <a:latin typeface="Nunito Sans"/>
                <a:ea typeface="Nunito Sans"/>
                <a:cs typeface="Nunito Sans"/>
                <a:sym typeface="Nunito Sans"/>
              </a:endParaRPr>
            </a:p>
          </p:txBody>
        </p:sp>
        <p:sp>
          <p:nvSpPr>
            <p:cNvPr id="1140" name="Google Shape;1140;p122"/>
            <p:cNvSpPr/>
            <p:nvPr/>
          </p:nvSpPr>
          <p:spPr>
            <a:xfrm>
              <a:off x="536925" y="582450"/>
              <a:ext cx="3622025" cy="1145375"/>
            </a:xfrm>
            <a:custGeom>
              <a:rect b="b" l="l" r="r" t="t"/>
              <a:pathLst>
                <a:path extrusionOk="0" h="45815" w="144881">
                  <a:moveTo>
                    <a:pt x="137294" y="1"/>
                  </a:moveTo>
                  <a:lnTo>
                    <a:pt x="133390" y="148"/>
                  </a:lnTo>
                  <a:lnTo>
                    <a:pt x="128750" y="295"/>
                  </a:lnTo>
                  <a:lnTo>
                    <a:pt x="123594" y="516"/>
                  </a:lnTo>
                  <a:lnTo>
                    <a:pt x="117775" y="958"/>
                  </a:lnTo>
                  <a:lnTo>
                    <a:pt x="111514" y="1474"/>
                  </a:lnTo>
                  <a:lnTo>
                    <a:pt x="104812" y="2284"/>
                  </a:lnTo>
                  <a:lnTo>
                    <a:pt x="97741" y="3168"/>
                  </a:lnTo>
                  <a:lnTo>
                    <a:pt x="94058" y="3757"/>
                  </a:lnTo>
                  <a:lnTo>
                    <a:pt x="90302" y="4346"/>
                  </a:lnTo>
                  <a:lnTo>
                    <a:pt x="86471" y="5083"/>
                  </a:lnTo>
                  <a:lnTo>
                    <a:pt x="82641" y="5819"/>
                  </a:lnTo>
                  <a:lnTo>
                    <a:pt x="78738" y="6630"/>
                  </a:lnTo>
                  <a:lnTo>
                    <a:pt x="74834" y="7513"/>
                  </a:lnTo>
                  <a:lnTo>
                    <a:pt x="70857" y="8471"/>
                  </a:lnTo>
                  <a:lnTo>
                    <a:pt x="66805" y="9502"/>
                  </a:lnTo>
                  <a:lnTo>
                    <a:pt x="62828" y="10681"/>
                  </a:lnTo>
                  <a:lnTo>
                    <a:pt x="58777" y="11859"/>
                  </a:lnTo>
                  <a:lnTo>
                    <a:pt x="54284" y="13332"/>
                  </a:lnTo>
                  <a:lnTo>
                    <a:pt x="49938" y="14879"/>
                  </a:lnTo>
                  <a:lnTo>
                    <a:pt x="45593" y="16499"/>
                  </a:lnTo>
                  <a:lnTo>
                    <a:pt x="41468" y="18194"/>
                  </a:lnTo>
                  <a:lnTo>
                    <a:pt x="37417" y="19961"/>
                  </a:lnTo>
                  <a:lnTo>
                    <a:pt x="33440" y="21803"/>
                  </a:lnTo>
                  <a:lnTo>
                    <a:pt x="29536" y="23644"/>
                  </a:lnTo>
                  <a:lnTo>
                    <a:pt x="25853" y="25633"/>
                  </a:lnTo>
                  <a:lnTo>
                    <a:pt x="22170" y="27695"/>
                  </a:lnTo>
                  <a:lnTo>
                    <a:pt x="18708" y="29831"/>
                  </a:lnTo>
                  <a:lnTo>
                    <a:pt x="15247" y="32041"/>
                  </a:lnTo>
                  <a:lnTo>
                    <a:pt x="12006" y="34324"/>
                  </a:lnTo>
                  <a:lnTo>
                    <a:pt x="8839" y="36681"/>
                  </a:lnTo>
                  <a:lnTo>
                    <a:pt x="5745" y="39112"/>
                  </a:lnTo>
                  <a:lnTo>
                    <a:pt x="2799" y="41616"/>
                  </a:lnTo>
                  <a:lnTo>
                    <a:pt x="0" y="44194"/>
                  </a:lnTo>
                  <a:lnTo>
                    <a:pt x="0" y="45814"/>
                  </a:lnTo>
                  <a:lnTo>
                    <a:pt x="2799" y="43236"/>
                  </a:lnTo>
                  <a:lnTo>
                    <a:pt x="5745" y="40658"/>
                  </a:lnTo>
                  <a:lnTo>
                    <a:pt x="8839" y="38228"/>
                  </a:lnTo>
                  <a:lnTo>
                    <a:pt x="12006" y="35797"/>
                  </a:lnTo>
                  <a:lnTo>
                    <a:pt x="15247" y="33514"/>
                  </a:lnTo>
                  <a:lnTo>
                    <a:pt x="18708" y="31231"/>
                  </a:lnTo>
                  <a:lnTo>
                    <a:pt x="22244" y="29095"/>
                  </a:lnTo>
                  <a:lnTo>
                    <a:pt x="25853" y="26959"/>
                  </a:lnTo>
                  <a:lnTo>
                    <a:pt x="29609" y="24970"/>
                  </a:lnTo>
                  <a:lnTo>
                    <a:pt x="33513" y="23055"/>
                  </a:lnTo>
                  <a:lnTo>
                    <a:pt x="37491" y="21140"/>
                  </a:lnTo>
                  <a:lnTo>
                    <a:pt x="41615" y="19372"/>
                  </a:lnTo>
                  <a:lnTo>
                    <a:pt x="45814" y="17678"/>
                  </a:lnTo>
                  <a:lnTo>
                    <a:pt x="50159" y="16057"/>
                  </a:lnTo>
                  <a:lnTo>
                    <a:pt x="54579" y="14511"/>
                  </a:lnTo>
                  <a:lnTo>
                    <a:pt x="59145" y="13038"/>
                  </a:lnTo>
                  <a:lnTo>
                    <a:pt x="63123" y="11785"/>
                  </a:lnTo>
                  <a:lnTo>
                    <a:pt x="67100" y="10681"/>
                  </a:lnTo>
                  <a:lnTo>
                    <a:pt x="71077" y="9649"/>
                  </a:lnTo>
                  <a:lnTo>
                    <a:pt x="75055" y="8692"/>
                  </a:lnTo>
                  <a:lnTo>
                    <a:pt x="78959" y="7808"/>
                  </a:lnTo>
                  <a:lnTo>
                    <a:pt x="82862" y="6998"/>
                  </a:lnTo>
                  <a:lnTo>
                    <a:pt x="86692" y="6188"/>
                  </a:lnTo>
                  <a:lnTo>
                    <a:pt x="90523" y="5525"/>
                  </a:lnTo>
                  <a:lnTo>
                    <a:pt x="94205" y="4936"/>
                  </a:lnTo>
                  <a:lnTo>
                    <a:pt x="97888" y="4346"/>
                  </a:lnTo>
                  <a:lnTo>
                    <a:pt x="104885" y="3389"/>
                  </a:lnTo>
                  <a:lnTo>
                    <a:pt x="111588" y="2652"/>
                  </a:lnTo>
                  <a:lnTo>
                    <a:pt x="117849" y="2137"/>
                  </a:lnTo>
                  <a:lnTo>
                    <a:pt x="123594" y="1695"/>
                  </a:lnTo>
                  <a:lnTo>
                    <a:pt x="128823" y="1474"/>
                  </a:lnTo>
                  <a:lnTo>
                    <a:pt x="133390" y="1326"/>
                  </a:lnTo>
                  <a:lnTo>
                    <a:pt x="137294" y="1179"/>
                  </a:lnTo>
                  <a:lnTo>
                    <a:pt x="142818" y="1253"/>
                  </a:lnTo>
                  <a:lnTo>
                    <a:pt x="144807" y="1253"/>
                  </a:lnTo>
                  <a:lnTo>
                    <a:pt x="144880" y="74"/>
                  </a:lnTo>
                  <a:lnTo>
                    <a:pt x="142818" y="74"/>
                  </a:lnTo>
                  <a:lnTo>
                    <a:pt x="140461" y="1"/>
                  </a:lnTo>
                  <a:close/>
                </a:path>
              </a:pathLst>
            </a:custGeom>
            <a:solidFill>
              <a:srgbClr val="EA9999"/>
            </a:solidFill>
            <a:ln>
              <a:noFill/>
            </a:ln>
          </p:spPr>
          <p:txBody>
            <a:bodyPr anchorCtr="0" anchor="ctr" bIns="144400" lIns="144400" spcFirstLastPara="1" rIns="144400" wrap="square" tIns="144400">
              <a:noAutofit/>
            </a:bodyPr>
            <a:lstStyle/>
            <a:p>
              <a:pPr indent="0" lvl="0" marL="0" rtl="0" algn="l">
                <a:spcBef>
                  <a:spcPts val="0"/>
                </a:spcBef>
                <a:spcAft>
                  <a:spcPts val="0"/>
                </a:spcAft>
                <a:buNone/>
              </a:pPr>
              <a:r>
                <a:t/>
              </a:r>
              <a:endParaRPr sz="2211">
                <a:solidFill>
                  <a:srgbClr val="EA9999"/>
                </a:solidFill>
                <a:latin typeface="Nunito Sans"/>
                <a:ea typeface="Nunito Sans"/>
                <a:cs typeface="Nunito Sans"/>
                <a:sym typeface="Nunito Sans"/>
              </a:endParaRPr>
            </a:p>
          </p:txBody>
        </p:sp>
        <p:sp>
          <p:nvSpPr>
            <p:cNvPr id="1141" name="Google Shape;1141;p122"/>
            <p:cNvSpPr/>
            <p:nvPr/>
          </p:nvSpPr>
          <p:spPr>
            <a:xfrm>
              <a:off x="536925" y="4742150"/>
              <a:ext cx="1172975" cy="583750"/>
            </a:xfrm>
            <a:custGeom>
              <a:rect b="b" l="l" r="r" t="t"/>
              <a:pathLst>
                <a:path extrusionOk="0" h="23350" w="46919">
                  <a:moveTo>
                    <a:pt x="0" y="0"/>
                  </a:moveTo>
                  <a:lnTo>
                    <a:pt x="0" y="1474"/>
                  </a:lnTo>
                  <a:lnTo>
                    <a:pt x="147" y="1621"/>
                  </a:lnTo>
                  <a:lnTo>
                    <a:pt x="1841" y="2726"/>
                  </a:lnTo>
                  <a:lnTo>
                    <a:pt x="3830" y="3978"/>
                  </a:lnTo>
                  <a:lnTo>
                    <a:pt x="6113" y="5230"/>
                  </a:lnTo>
                  <a:lnTo>
                    <a:pt x="8618" y="6556"/>
                  </a:lnTo>
                  <a:lnTo>
                    <a:pt x="11343" y="7955"/>
                  </a:lnTo>
                  <a:lnTo>
                    <a:pt x="14215" y="9355"/>
                  </a:lnTo>
                  <a:lnTo>
                    <a:pt x="20255" y="12154"/>
                  </a:lnTo>
                  <a:lnTo>
                    <a:pt x="26369" y="14879"/>
                  </a:lnTo>
                  <a:lnTo>
                    <a:pt x="32408" y="17457"/>
                  </a:lnTo>
                  <a:lnTo>
                    <a:pt x="42646" y="21729"/>
                  </a:lnTo>
                  <a:lnTo>
                    <a:pt x="46403" y="23349"/>
                  </a:lnTo>
                  <a:lnTo>
                    <a:pt x="46919" y="22244"/>
                  </a:lnTo>
                  <a:lnTo>
                    <a:pt x="43088" y="20624"/>
                  </a:lnTo>
                  <a:lnTo>
                    <a:pt x="32924" y="16426"/>
                  </a:lnTo>
                  <a:lnTo>
                    <a:pt x="26884" y="13848"/>
                  </a:lnTo>
                  <a:lnTo>
                    <a:pt x="20771" y="11122"/>
                  </a:lnTo>
                  <a:lnTo>
                    <a:pt x="14731" y="8324"/>
                  </a:lnTo>
                  <a:lnTo>
                    <a:pt x="11932" y="6924"/>
                  </a:lnTo>
                  <a:lnTo>
                    <a:pt x="9207" y="5598"/>
                  </a:lnTo>
                  <a:lnTo>
                    <a:pt x="6703" y="4272"/>
                  </a:lnTo>
                  <a:lnTo>
                    <a:pt x="4493" y="3020"/>
                  </a:lnTo>
                  <a:lnTo>
                    <a:pt x="2504" y="1768"/>
                  </a:lnTo>
                  <a:lnTo>
                    <a:pt x="810" y="663"/>
                  </a:lnTo>
                  <a:lnTo>
                    <a:pt x="0" y="0"/>
                  </a:lnTo>
                  <a:close/>
                </a:path>
              </a:pathLst>
            </a:custGeom>
            <a:solidFill>
              <a:srgbClr val="EA9999"/>
            </a:solidFill>
            <a:ln>
              <a:noFill/>
            </a:ln>
          </p:spPr>
          <p:txBody>
            <a:bodyPr anchorCtr="0" anchor="ctr" bIns="144400" lIns="144400" spcFirstLastPara="1" rIns="144400" wrap="square" tIns="144400">
              <a:noAutofit/>
            </a:bodyPr>
            <a:lstStyle/>
            <a:p>
              <a:pPr indent="0" lvl="0" marL="0" rtl="0" algn="l">
                <a:spcBef>
                  <a:spcPts val="0"/>
                </a:spcBef>
                <a:spcAft>
                  <a:spcPts val="0"/>
                </a:spcAft>
                <a:buNone/>
              </a:pPr>
              <a:r>
                <a:t/>
              </a:r>
              <a:endParaRPr sz="2211">
                <a:solidFill>
                  <a:srgbClr val="EA9999"/>
                </a:solidFill>
                <a:latin typeface="Nunito Sans"/>
                <a:ea typeface="Nunito Sans"/>
                <a:cs typeface="Nunito Sans"/>
                <a:sym typeface="Nunito Sans"/>
              </a:endParaRPr>
            </a:p>
          </p:txBody>
        </p:sp>
      </p:grpSp>
      <p:sp>
        <p:nvSpPr>
          <p:cNvPr id="1142" name="Google Shape;1142;p122"/>
          <p:cNvSpPr txBox="1"/>
          <p:nvPr>
            <p:ph type="title"/>
          </p:nvPr>
        </p:nvSpPr>
        <p:spPr>
          <a:xfrm>
            <a:off x="275400" y="228603"/>
            <a:ext cx="4296600" cy="9234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solidFill>
                  <a:srgbClr val="EA9999"/>
                </a:solidFill>
              </a:rPr>
              <a:t>CONCLUSIONS:</a:t>
            </a:r>
            <a:endParaRPr>
              <a:solidFill>
                <a:srgbClr val="EA9999"/>
              </a:solidFill>
            </a:endParaRPr>
          </a:p>
          <a:p>
            <a:pPr indent="0" lvl="0" marL="0" rtl="0" algn="l">
              <a:spcBef>
                <a:spcPts val="0"/>
              </a:spcBef>
              <a:spcAft>
                <a:spcPts val="0"/>
              </a:spcAft>
              <a:buNone/>
            </a:pPr>
            <a:r>
              <a:rPr lang="en">
                <a:solidFill>
                  <a:srgbClr val="EA9999"/>
                </a:solidFill>
              </a:rPr>
              <a:t>Scenario 1</a:t>
            </a:r>
            <a:endParaRPr>
              <a:solidFill>
                <a:srgbClr val="EA9999"/>
              </a:solidFill>
            </a:endParaRPr>
          </a:p>
        </p:txBody>
      </p:sp>
      <p:sp>
        <p:nvSpPr>
          <p:cNvPr id="1143" name="Google Shape;1143;p122"/>
          <p:cNvSpPr txBox="1"/>
          <p:nvPr/>
        </p:nvSpPr>
        <p:spPr>
          <a:xfrm>
            <a:off x="1801725" y="1103379"/>
            <a:ext cx="8248800" cy="373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700">
                <a:solidFill>
                  <a:schemeClr val="dk1"/>
                </a:solidFill>
                <a:latin typeface="Nunito Sans"/>
                <a:ea typeface="Nunito Sans"/>
                <a:cs typeface="Nunito Sans"/>
                <a:sym typeface="Nunito Sans"/>
              </a:rPr>
              <a:t>1/ Warehouse is the biggest bottleneck.</a:t>
            </a:r>
            <a:endParaRPr b="1" sz="17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Processing takes </a:t>
            </a:r>
            <a:r>
              <a:rPr b="1" lang="en">
                <a:solidFill>
                  <a:srgbClr val="EA9999"/>
                </a:solidFill>
                <a:latin typeface="Nunito Sans"/>
                <a:ea typeface="Nunito Sans"/>
                <a:cs typeface="Nunito Sans"/>
                <a:sym typeface="Nunito Sans"/>
              </a:rPr>
              <a:t>more than double the claimed 2 days.</a:t>
            </a:r>
            <a:endParaRPr b="1">
              <a:solidFill>
                <a:srgbClr val="EA9999"/>
              </a:solidFill>
              <a:latin typeface="Nunito Sans"/>
              <a:ea typeface="Nunito Sans"/>
              <a:cs typeface="Nunito Sans"/>
              <a:sym typeface="Nunito Sans"/>
            </a:endParaRPr>
          </a:p>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700">
                <a:solidFill>
                  <a:schemeClr val="dk1"/>
                </a:solidFill>
                <a:latin typeface="Nunito Sans"/>
                <a:ea typeface="Nunito Sans"/>
                <a:cs typeface="Nunito Sans"/>
                <a:sym typeface="Nunito Sans"/>
              </a:rPr>
              <a:t>2/ Logistics company is also underperforming.</a:t>
            </a:r>
            <a:endParaRPr b="1" sz="17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Delivery takes </a:t>
            </a:r>
            <a:r>
              <a:rPr b="1" lang="en">
                <a:solidFill>
                  <a:srgbClr val="EA9999"/>
                </a:solidFill>
                <a:latin typeface="Nunito Sans"/>
                <a:ea typeface="Nunito Sans"/>
                <a:cs typeface="Nunito Sans"/>
                <a:sym typeface="Nunito Sans"/>
              </a:rPr>
              <a:t>4.6 days on average</a:t>
            </a:r>
            <a:r>
              <a:rPr lang="en">
                <a:solidFill>
                  <a:schemeClr val="dk1"/>
                </a:solidFill>
                <a:latin typeface="Nunito Sans"/>
                <a:ea typeface="Nunito Sans"/>
                <a:cs typeface="Nunito Sans"/>
                <a:sym typeface="Nunito Sans"/>
              </a:rPr>
              <a:t>. Only ~21% of orders arrive within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the promised 3 days.</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700">
                <a:solidFill>
                  <a:schemeClr val="dk1"/>
                </a:solidFill>
                <a:latin typeface="Nunito Sans"/>
                <a:ea typeface="Nunito Sans"/>
                <a:cs typeface="Nunito Sans"/>
                <a:sym typeface="Nunito Sans"/>
              </a:rPr>
              <a:t>3/ Express processing is effective.</a:t>
            </a:r>
            <a:endParaRPr b="1" sz="17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It </a:t>
            </a:r>
            <a:r>
              <a:rPr b="1" lang="en">
                <a:solidFill>
                  <a:schemeClr val="lt2"/>
                </a:solidFill>
                <a:latin typeface="Nunito Sans"/>
                <a:ea typeface="Nunito Sans"/>
                <a:cs typeface="Nunito Sans"/>
                <a:sym typeface="Nunito Sans"/>
              </a:rPr>
              <a:t>reduces total warehouse time</a:t>
            </a:r>
            <a:r>
              <a:rPr lang="en">
                <a:solidFill>
                  <a:schemeClr val="dk1"/>
                </a:solidFill>
                <a:latin typeface="Nunito Sans"/>
                <a:ea typeface="Nunito Sans"/>
                <a:cs typeface="Nunito Sans"/>
                <a:sym typeface="Nunito Sans"/>
              </a:rPr>
              <a:t>. Worth investigating,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if it could be offered more broadly.</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700">
                <a:solidFill>
                  <a:schemeClr val="dk1"/>
                </a:solidFill>
                <a:latin typeface="Nunito Sans"/>
                <a:ea typeface="Nunito Sans"/>
                <a:cs typeface="Nunito Sans"/>
                <a:sym typeface="Nunito Sans"/>
              </a:rPr>
              <a:t>4/ Weekend orders add delay</a:t>
            </a:r>
            <a:endParaRPr b="1" sz="17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a:solidFill>
                  <a:srgbClr val="EA9999"/>
                </a:solidFill>
                <a:latin typeface="Nunito Sans"/>
                <a:ea typeface="Nunito Sans"/>
                <a:cs typeface="Nunito Sans"/>
                <a:sym typeface="Nunito Sans"/>
              </a:rPr>
              <a:t>~15% of orders</a:t>
            </a:r>
            <a:r>
              <a:rPr lang="en">
                <a:solidFill>
                  <a:schemeClr val="dk1"/>
                </a:solidFill>
                <a:latin typeface="Nunito Sans"/>
                <a:ea typeface="Nunito Sans"/>
                <a:cs typeface="Nunito Sans"/>
                <a:sym typeface="Nunito Sans"/>
              </a:rPr>
              <a:t> are placed on the weekends.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Naturally takes longer since the warehouse is closed.</a:t>
            </a:r>
            <a:endParaRPr>
              <a:solidFill>
                <a:schemeClr val="dk1"/>
              </a:solidFill>
              <a:latin typeface="Nunito Sans"/>
              <a:ea typeface="Nunito Sans"/>
              <a:cs typeface="Nunito Sans"/>
              <a:sym typeface="Nunito Sans"/>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grpSp>
        <p:nvGrpSpPr>
          <p:cNvPr id="1148" name="Google Shape;1148;p123"/>
          <p:cNvGrpSpPr/>
          <p:nvPr/>
        </p:nvGrpSpPr>
        <p:grpSpPr>
          <a:xfrm rot="361129">
            <a:off x="1789137" y="10751"/>
            <a:ext cx="6998419" cy="5600713"/>
            <a:chOff x="536925" y="238125"/>
            <a:chExt cx="6546125" cy="5238750"/>
          </a:xfrm>
        </p:grpSpPr>
        <p:sp>
          <p:nvSpPr>
            <p:cNvPr id="1149" name="Google Shape;1149;p123"/>
            <p:cNvSpPr/>
            <p:nvPr/>
          </p:nvSpPr>
          <p:spPr>
            <a:xfrm>
              <a:off x="536925" y="238125"/>
              <a:ext cx="6546125" cy="5238750"/>
            </a:xfrm>
            <a:custGeom>
              <a:rect b="b" l="l" r="r" t="t"/>
              <a:pathLst>
                <a:path extrusionOk="0" h="209550" w="261845">
                  <a:moveTo>
                    <a:pt x="135305" y="0"/>
                  </a:moveTo>
                  <a:lnTo>
                    <a:pt x="131254" y="74"/>
                  </a:lnTo>
                  <a:lnTo>
                    <a:pt x="127129" y="295"/>
                  </a:lnTo>
                  <a:lnTo>
                    <a:pt x="123078" y="589"/>
                  </a:lnTo>
                  <a:lnTo>
                    <a:pt x="118954" y="958"/>
                  </a:lnTo>
                  <a:lnTo>
                    <a:pt x="114829" y="1399"/>
                  </a:lnTo>
                  <a:lnTo>
                    <a:pt x="110704" y="1989"/>
                  </a:lnTo>
                  <a:lnTo>
                    <a:pt x="106579" y="2578"/>
                  </a:lnTo>
                  <a:lnTo>
                    <a:pt x="102455" y="3314"/>
                  </a:lnTo>
                  <a:lnTo>
                    <a:pt x="98256" y="4125"/>
                  </a:lnTo>
                  <a:lnTo>
                    <a:pt x="94132" y="5009"/>
                  </a:lnTo>
                  <a:lnTo>
                    <a:pt x="90964" y="5745"/>
                  </a:lnTo>
                  <a:lnTo>
                    <a:pt x="87797" y="6555"/>
                  </a:lnTo>
                  <a:lnTo>
                    <a:pt x="84704" y="7439"/>
                  </a:lnTo>
                  <a:lnTo>
                    <a:pt x="81537" y="8323"/>
                  </a:lnTo>
                  <a:lnTo>
                    <a:pt x="78443" y="9207"/>
                  </a:lnTo>
                  <a:lnTo>
                    <a:pt x="75276" y="10238"/>
                  </a:lnTo>
                  <a:lnTo>
                    <a:pt x="72182" y="11269"/>
                  </a:lnTo>
                  <a:lnTo>
                    <a:pt x="69089" y="12374"/>
                  </a:lnTo>
                  <a:lnTo>
                    <a:pt x="65995" y="13479"/>
                  </a:lnTo>
                  <a:lnTo>
                    <a:pt x="62975" y="14657"/>
                  </a:lnTo>
                  <a:lnTo>
                    <a:pt x="59882" y="15836"/>
                  </a:lnTo>
                  <a:lnTo>
                    <a:pt x="56862" y="17088"/>
                  </a:lnTo>
                  <a:lnTo>
                    <a:pt x="53842" y="18414"/>
                  </a:lnTo>
                  <a:lnTo>
                    <a:pt x="50822" y="19813"/>
                  </a:lnTo>
                  <a:lnTo>
                    <a:pt x="47802" y="21213"/>
                  </a:lnTo>
                  <a:lnTo>
                    <a:pt x="44782" y="22612"/>
                  </a:lnTo>
                  <a:lnTo>
                    <a:pt x="41836" y="24085"/>
                  </a:lnTo>
                  <a:lnTo>
                    <a:pt x="38890" y="25632"/>
                  </a:lnTo>
                  <a:lnTo>
                    <a:pt x="35944" y="27179"/>
                  </a:lnTo>
                  <a:lnTo>
                    <a:pt x="33071" y="28799"/>
                  </a:lnTo>
                  <a:lnTo>
                    <a:pt x="30199" y="30493"/>
                  </a:lnTo>
                  <a:lnTo>
                    <a:pt x="27326" y="32187"/>
                  </a:lnTo>
                  <a:lnTo>
                    <a:pt x="24454" y="33882"/>
                  </a:lnTo>
                  <a:lnTo>
                    <a:pt x="21655" y="35649"/>
                  </a:lnTo>
                  <a:lnTo>
                    <a:pt x="18856" y="37491"/>
                  </a:lnTo>
                  <a:lnTo>
                    <a:pt x="16057" y="39332"/>
                  </a:lnTo>
                  <a:lnTo>
                    <a:pt x="13332" y="41247"/>
                  </a:lnTo>
                  <a:lnTo>
                    <a:pt x="10606" y="43162"/>
                  </a:lnTo>
                  <a:lnTo>
                    <a:pt x="7881" y="45151"/>
                  </a:lnTo>
                  <a:lnTo>
                    <a:pt x="5230" y="47140"/>
                  </a:lnTo>
                  <a:lnTo>
                    <a:pt x="2578" y="49202"/>
                  </a:lnTo>
                  <a:lnTo>
                    <a:pt x="0" y="51264"/>
                  </a:lnTo>
                  <a:lnTo>
                    <a:pt x="0" y="52811"/>
                  </a:lnTo>
                  <a:lnTo>
                    <a:pt x="2578" y="50675"/>
                  </a:lnTo>
                  <a:lnTo>
                    <a:pt x="5230" y="48613"/>
                  </a:lnTo>
                  <a:lnTo>
                    <a:pt x="7881" y="46624"/>
                  </a:lnTo>
                  <a:lnTo>
                    <a:pt x="10606" y="44635"/>
                  </a:lnTo>
                  <a:lnTo>
                    <a:pt x="13332" y="42647"/>
                  </a:lnTo>
                  <a:lnTo>
                    <a:pt x="16057" y="40732"/>
                  </a:lnTo>
                  <a:lnTo>
                    <a:pt x="18856" y="38890"/>
                  </a:lnTo>
                  <a:lnTo>
                    <a:pt x="21655" y="37049"/>
                  </a:lnTo>
                  <a:lnTo>
                    <a:pt x="24527" y="35281"/>
                  </a:lnTo>
                  <a:lnTo>
                    <a:pt x="27326" y="33513"/>
                  </a:lnTo>
                  <a:lnTo>
                    <a:pt x="30199" y="31819"/>
                  </a:lnTo>
                  <a:lnTo>
                    <a:pt x="33145" y="30125"/>
                  </a:lnTo>
                  <a:lnTo>
                    <a:pt x="36017" y="28505"/>
                  </a:lnTo>
                  <a:lnTo>
                    <a:pt x="38964" y="26958"/>
                  </a:lnTo>
                  <a:lnTo>
                    <a:pt x="41910" y="25411"/>
                  </a:lnTo>
                  <a:lnTo>
                    <a:pt x="44930" y="23864"/>
                  </a:lnTo>
                  <a:lnTo>
                    <a:pt x="47876" y="22465"/>
                  </a:lnTo>
                  <a:lnTo>
                    <a:pt x="50896" y="21065"/>
                  </a:lnTo>
                  <a:lnTo>
                    <a:pt x="53916" y="19666"/>
                  </a:lnTo>
                  <a:lnTo>
                    <a:pt x="57009" y="18340"/>
                  </a:lnTo>
                  <a:lnTo>
                    <a:pt x="60029" y="17088"/>
                  </a:lnTo>
                  <a:lnTo>
                    <a:pt x="63123" y="15836"/>
                  </a:lnTo>
                  <a:lnTo>
                    <a:pt x="66216" y="14657"/>
                  </a:lnTo>
                  <a:lnTo>
                    <a:pt x="69310" y="13553"/>
                  </a:lnTo>
                  <a:lnTo>
                    <a:pt x="72403" y="12448"/>
                  </a:lnTo>
                  <a:lnTo>
                    <a:pt x="75497" y="11417"/>
                  </a:lnTo>
                  <a:lnTo>
                    <a:pt x="78664" y="10385"/>
                  </a:lnTo>
                  <a:lnTo>
                    <a:pt x="81758" y="9502"/>
                  </a:lnTo>
                  <a:lnTo>
                    <a:pt x="84925" y="8544"/>
                  </a:lnTo>
                  <a:lnTo>
                    <a:pt x="88092" y="7734"/>
                  </a:lnTo>
                  <a:lnTo>
                    <a:pt x="91185" y="6924"/>
                  </a:lnTo>
                  <a:lnTo>
                    <a:pt x="94353" y="6187"/>
                  </a:lnTo>
                  <a:lnTo>
                    <a:pt x="98551" y="5303"/>
                  </a:lnTo>
                  <a:lnTo>
                    <a:pt x="102676" y="4493"/>
                  </a:lnTo>
                  <a:lnTo>
                    <a:pt x="106800" y="3756"/>
                  </a:lnTo>
                  <a:lnTo>
                    <a:pt x="110851" y="3094"/>
                  </a:lnTo>
                  <a:lnTo>
                    <a:pt x="114976" y="2578"/>
                  </a:lnTo>
                  <a:lnTo>
                    <a:pt x="119101" y="2136"/>
                  </a:lnTo>
                  <a:lnTo>
                    <a:pt x="123152" y="1768"/>
                  </a:lnTo>
                  <a:lnTo>
                    <a:pt x="127203" y="1473"/>
                  </a:lnTo>
                  <a:lnTo>
                    <a:pt x="131254" y="1252"/>
                  </a:lnTo>
                  <a:lnTo>
                    <a:pt x="135305" y="1178"/>
                  </a:lnTo>
                  <a:lnTo>
                    <a:pt x="139356" y="1178"/>
                  </a:lnTo>
                  <a:lnTo>
                    <a:pt x="143333" y="1252"/>
                  </a:lnTo>
                  <a:lnTo>
                    <a:pt x="147311" y="1399"/>
                  </a:lnTo>
                  <a:lnTo>
                    <a:pt x="151288" y="1620"/>
                  </a:lnTo>
                  <a:lnTo>
                    <a:pt x="155266" y="1989"/>
                  </a:lnTo>
                  <a:lnTo>
                    <a:pt x="159243" y="2357"/>
                  </a:lnTo>
                  <a:lnTo>
                    <a:pt x="163147" y="2873"/>
                  </a:lnTo>
                  <a:lnTo>
                    <a:pt x="167050" y="3462"/>
                  </a:lnTo>
                  <a:lnTo>
                    <a:pt x="170954" y="4125"/>
                  </a:lnTo>
                  <a:lnTo>
                    <a:pt x="174784" y="4935"/>
                  </a:lnTo>
                  <a:lnTo>
                    <a:pt x="178614" y="5745"/>
                  </a:lnTo>
                  <a:lnTo>
                    <a:pt x="182444" y="6703"/>
                  </a:lnTo>
                  <a:lnTo>
                    <a:pt x="186201" y="7734"/>
                  </a:lnTo>
                  <a:lnTo>
                    <a:pt x="189957" y="8839"/>
                  </a:lnTo>
                  <a:lnTo>
                    <a:pt x="193714" y="10017"/>
                  </a:lnTo>
                  <a:lnTo>
                    <a:pt x="197470" y="11343"/>
                  </a:lnTo>
                  <a:lnTo>
                    <a:pt x="201079" y="12669"/>
                  </a:lnTo>
                  <a:lnTo>
                    <a:pt x="204762" y="14142"/>
                  </a:lnTo>
                  <a:lnTo>
                    <a:pt x="208371" y="15689"/>
                  </a:lnTo>
                  <a:lnTo>
                    <a:pt x="211980" y="17309"/>
                  </a:lnTo>
                  <a:lnTo>
                    <a:pt x="215516" y="19003"/>
                  </a:lnTo>
                  <a:lnTo>
                    <a:pt x="219051" y="20771"/>
                  </a:lnTo>
                  <a:lnTo>
                    <a:pt x="221482" y="22097"/>
                  </a:lnTo>
                  <a:lnTo>
                    <a:pt x="223986" y="23570"/>
                  </a:lnTo>
                  <a:lnTo>
                    <a:pt x="226564" y="25117"/>
                  </a:lnTo>
                  <a:lnTo>
                    <a:pt x="229142" y="26811"/>
                  </a:lnTo>
                  <a:lnTo>
                    <a:pt x="231794" y="28652"/>
                  </a:lnTo>
                  <a:lnTo>
                    <a:pt x="234372" y="30641"/>
                  </a:lnTo>
                  <a:lnTo>
                    <a:pt x="237023" y="32777"/>
                  </a:lnTo>
                  <a:lnTo>
                    <a:pt x="239527" y="35060"/>
                  </a:lnTo>
                  <a:lnTo>
                    <a:pt x="242032" y="37491"/>
                  </a:lnTo>
                  <a:lnTo>
                    <a:pt x="244462" y="40069"/>
                  </a:lnTo>
                  <a:lnTo>
                    <a:pt x="245641" y="41394"/>
                  </a:lnTo>
                  <a:lnTo>
                    <a:pt x="246746" y="42794"/>
                  </a:lnTo>
                  <a:lnTo>
                    <a:pt x="247850" y="44193"/>
                  </a:lnTo>
                  <a:lnTo>
                    <a:pt x="248955" y="45666"/>
                  </a:lnTo>
                  <a:lnTo>
                    <a:pt x="249986" y="47213"/>
                  </a:lnTo>
                  <a:lnTo>
                    <a:pt x="251018" y="48760"/>
                  </a:lnTo>
                  <a:lnTo>
                    <a:pt x="251975" y="50307"/>
                  </a:lnTo>
                  <a:lnTo>
                    <a:pt x="252933" y="51927"/>
                  </a:lnTo>
                  <a:lnTo>
                    <a:pt x="253817" y="53621"/>
                  </a:lnTo>
                  <a:lnTo>
                    <a:pt x="254627" y="55315"/>
                  </a:lnTo>
                  <a:lnTo>
                    <a:pt x="255437" y="57083"/>
                  </a:lnTo>
                  <a:lnTo>
                    <a:pt x="256174" y="58924"/>
                  </a:lnTo>
                  <a:lnTo>
                    <a:pt x="256910" y="60766"/>
                  </a:lnTo>
                  <a:lnTo>
                    <a:pt x="257573" y="62681"/>
                  </a:lnTo>
                  <a:lnTo>
                    <a:pt x="258162" y="64670"/>
                  </a:lnTo>
                  <a:lnTo>
                    <a:pt x="258678" y="66585"/>
                  </a:lnTo>
                  <a:lnTo>
                    <a:pt x="259120" y="68573"/>
                  </a:lnTo>
                  <a:lnTo>
                    <a:pt x="259562" y="70562"/>
                  </a:lnTo>
                  <a:lnTo>
                    <a:pt x="259856" y="72551"/>
                  </a:lnTo>
                  <a:lnTo>
                    <a:pt x="260151" y="74539"/>
                  </a:lnTo>
                  <a:lnTo>
                    <a:pt x="260372" y="76602"/>
                  </a:lnTo>
                  <a:lnTo>
                    <a:pt x="260519" y="78664"/>
                  </a:lnTo>
                  <a:lnTo>
                    <a:pt x="260667" y="80726"/>
                  </a:lnTo>
                  <a:lnTo>
                    <a:pt x="260667" y="82789"/>
                  </a:lnTo>
                  <a:lnTo>
                    <a:pt x="260667" y="84925"/>
                  </a:lnTo>
                  <a:lnTo>
                    <a:pt x="260593" y="87061"/>
                  </a:lnTo>
                  <a:lnTo>
                    <a:pt x="260446" y="89197"/>
                  </a:lnTo>
                  <a:lnTo>
                    <a:pt x="260225" y="91333"/>
                  </a:lnTo>
                  <a:lnTo>
                    <a:pt x="260004" y="93248"/>
                  </a:lnTo>
                  <a:lnTo>
                    <a:pt x="259709" y="95237"/>
                  </a:lnTo>
                  <a:lnTo>
                    <a:pt x="259414" y="97225"/>
                  </a:lnTo>
                  <a:lnTo>
                    <a:pt x="258972" y="99214"/>
                  </a:lnTo>
                  <a:lnTo>
                    <a:pt x="258531" y="101203"/>
                  </a:lnTo>
                  <a:lnTo>
                    <a:pt x="258089" y="103191"/>
                  </a:lnTo>
                  <a:lnTo>
                    <a:pt x="257573" y="105180"/>
                  </a:lnTo>
                  <a:lnTo>
                    <a:pt x="256984" y="107242"/>
                  </a:lnTo>
                  <a:lnTo>
                    <a:pt x="256321" y="109231"/>
                  </a:lnTo>
                  <a:lnTo>
                    <a:pt x="255658" y="111220"/>
                  </a:lnTo>
                  <a:lnTo>
                    <a:pt x="254921" y="113209"/>
                  </a:lnTo>
                  <a:lnTo>
                    <a:pt x="254111" y="115271"/>
                  </a:lnTo>
                  <a:lnTo>
                    <a:pt x="253301" y="117260"/>
                  </a:lnTo>
                  <a:lnTo>
                    <a:pt x="252417" y="119322"/>
                  </a:lnTo>
                  <a:lnTo>
                    <a:pt x="250502" y="123299"/>
                  </a:lnTo>
                  <a:lnTo>
                    <a:pt x="248587" y="126982"/>
                  </a:lnTo>
                  <a:lnTo>
                    <a:pt x="246525" y="130665"/>
                  </a:lnTo>
                  <a:lnTo>
                    <a:pt x="244389" y="134274"/>
                  </a:lnTo>
                  <a:lnTo>
                    <a:pt x="242032" y="137810"/>
                  </a:lnTo>
                  <a:lnTo>
                    <a:pt x="239601" y="141271"/>
                  </a:lnTo>
                  <a:lnTo>
                    <a:pt x="237097" y="144659"/>
                  </a:lnTo>
                  <a:lnTo>
                    <a:pt x="234445" y="147974"/>
                  </a:lnTo>
                  <a:lnTo>
                    <a:pt x="231646" y="151215"/>
                  </a:lnTo>
                  <a:lnTo>
                    <a:pt x="228774" y="154382"/>
                  </a:lnTo>
                  <a:lnTo>
                    <a:pt x="225828" y="157476"/>
                  </a:lnTo>
                  <a:lnTo>
                    <a:pt x="222808" y="160422"/>
                  </a:lnTo>
                  <a:lnTo>
                    <a:pt x="219714" y="163221"/>
                  </a:lnTo>
                  <a:lnTo>
                    <a:pt x="216547" y="165946"/>
                  </a:lnTo>
                  <a:lnTo>
                    <a:pt x="213232" y="168524"/>
                  </a:lnTo>
                  <a:lnTo>
                    <a:pt x="209918" y="171028"/>
                  </a:lnTo>
                  <a:lnTo>
                    <a:pt x="206603" y="173385"/>
                  </a:lnTo>
                  <a:lnTo>
                    <a:pt x="203805" y="175079"/>
                  </a:lnTo>
                  <a:lnTo>
                    <a:pt x="201006" y="176847"/>
                  </a:lnTo>
                  <a:lnTo>
                    <a:pt x="198133" y="178467"/>
                  </a:lnTo>
                  <a:lnTo>
                    <a:pt x="195187" y="180088"/>
                  </a:lnTo>
                  <a:lnTo>
                    <a:pt x="192093" y="181635"/>
                  </a:lnTo>
                  <a:lnTo>
                    <a:pt x="189000" y="183181"/>
                  </a:lnTo>
                  <a:lnTo>
                    <a:pt x="185759" y="184654"/>
                  </a:lnTo>
                  <a:lnTo>
                    <a:pt x="182444" y="186054"/>
                  </a:lnTo>
                  <a:lnTo>
                    <a:pt x="179056" y="187453"/>
                  </a:lnTo>
                  <a:lnTo>
                    <a:pt x="175595" y="188779"/>
                  </a:lnTo>
                  <a:lnTo>
                    <a:pt x="172059" y="190031"/>
                  </a:lnTo>
                  <a:lnTo>
                    <a:pt x="168376" y="191283"/>
                  </a:lnTo>
                  <a:lnTo>
                    <a:pt x="164694" y="192462"/>
                  </a:lnTo>
                  <a:lnTo>
                    <a:pt x="160863" y="193567"/>
                  </a:lnTo>
                  <a:lnTo>
                    <a:pt x="156886" y="194672"/>
                  </a:lnTo>
                  <a:lnTo>
                    <a:pt x="152909" y="195703"/>
                  </a:lnTo>
                  <a:lnTo>
                    <a:pt x="144144" y="197912"/>
                  </a:lnTo>
                  <a:lnTo>
                    <a:pt x="135747" y="199827"/>
                  </a:lnTo>
                  <a:lnTo>
                    <a:pt x="127718" y="201522"/>
                  </a:lnTo>
                  <a:lnTo>
                    <a:pt x="119911" y="203068"/>
                  </a:lnTo>
                  <a:lnTo>
                    <a:pt x="112398" y="204394"/>
                  </a:lnTo>
                  <a:lnTo>
                    <a:pt x="105106" y="205499"/>
                  </a:lnTo>
                  <a:lnTo>
                    <a:pt x="98035" y="206383"/>
                  </a:lnTo>
                  <a:lnTo>
                    <a:pt x="91038" y="207193"/>
                  </a:lnTo>
                  <a:lnTo>
                    <a:pt x="86692" y="207561"/>
                  </a:lnTo>
                  <a:lnTo>
                    <a:pt x="82420" y="207856"/>
                  </a:lnTo>
                  <a:lnTo>
                    <a:pt x="78222" y="208077"/>
                  </a:lnTo>
                  <a:lnTo>
                    <a:pt x="74097" y="208298"/>
                  </a:lnTo>
                  <a:lnTo>
                    <a:pt x="69973" y="208372"/>
                  </a:lnTo>
                  <a:lnTo>
                    <a:pt x="65995" y="208372"/>
                  </a:lnTo>
                  <a:lnTo>
                    <a:pt x="62018" y="208298"/>
                  </a:lnTo>
                  <a:lnTo>
                    <a:pt x="58114" y="208224"/>
                  </a:lnTo>
                  <a:lnTo>
                    <a:pt x="54210" y="208003"/>
                  </a:lnTo>
                  <a:lnTo>
                    <a:pt x="50380" y="207709"/>
                  </a:lnTo>
                  <a:lnTo>
                    <a:pt x="46624" y="207340"/>
                  </a:lnTo>
                  <a:lnTo>
                    <a:pt x="42941" y="206972"/>
                  </a:lnTo>
                  <a:lnTo>
                    <a:pt x="39258" y="206456"/>
                  </a:lnTo>
                  <a:lnTo>
                    <a:pt x="35649" y="205867"/>
                  </a:lnTo>
                  <a:lnTo>
                    <a:pt x="32114" y="205204"/>
                  </a:lnTo>
                  <a:lnTo>
                    <a:pt x="28578" y="204541"/>
                  </a:lnTo>
                  <a:lnTo>
                    <a:pt x="24527" y="203584"/>
                  </a:lnTo>
                  <a:lnTo>
                    <a:pt x="20550" y="202479"/>
                  </a:lnTo>
                  <a:lnTo>
                    <a:pt x="16793" y="201374"/>
                  </a:lnTo>
                  <a:lnTo>
                    <a:pt x="13184" y="200048"/>
                  </a:lnTo>
                  <a:lnTo>
                    <a:pt x="9649" y="198649"/>
                  </a:lnTo>
                  <a:lnTo>
                    <a:pt x="6261" y="197176"/>
                  </a:lnTo>
                  <a:lnTo>
                    <a:pt x="3094" y="195555"/>
                  </a:lnTo>
                  <a:lnTo>
                    <a:pt x="0" y="193861"/>
                  </a:lnTo>
                  <a:lnTo>
                    <a:pt x="0" y="195261"/>
                  </a:lnTo>
                  <a:lnTo>
                    <a:pt x="3020" y="196881"/>
                  </a:lnTo>
                  <a:lnTo>
                    <a:pt x="6261" y="198502"/>
                  </a:lnTo>
                  <a:lnTo>
                    <a:pt x="9575" y="199901"/>
                  </a:lnTo>
                  <a:lnTo>
                    <a:pt x="13111" y="201301"/>
                  </a:lnTo>
                  <a:lnTo>
                    <a:pt x="16720" y="202553"/>
                  </a:lnTo>
                  <a:lnTo>
                    <a:pt x="20403" y="203658"/>
                  </a:lnTo>
                  <a:lnTo>
                    <a:pt x="24306" y="204762"/>
                  </a:lnTo>
                  <a:lnTo>
                    <a:pt x="28284" y="205646"/>
                  </a:lnTo>
                  <a:lnTo>
                    <a:pt x="32850" y="206604"/>
                  </a:lnTo>
                  <a:lnTo>
                    <a:pt x="37491" y="207340"/>
                  </a:lnTo>
                  <a:lnTo>
                    <a:pt x="42205" y="208077"/>
                  </a:lnTo>
                  <a:lnTo>
                    <a:pt x="46992" y="208592"/>
                  </a:lnTo>
                  <a:lnTo>
                    <a:pt x="51853" y="209034"/>
                  </a:lnTo>
                  <a:lnTo>
                    <a:pt x="56788" y="209329"/>
                  </a:lnTo>
                  <a:lnTo>
                    <a:pt x="61797" y="209476"/>
                  </a:lnTo>
                  <a:lnTo>
                    <a:pt x="66953" y="209550"/>
                  </a:lnTo>
                  <a:lnTo>
                    <a:pt x="72845" y="209476"/>
                  </a:lnTo>
                  <a:lnTo>
                    <a:pt x="78811" y="209255"/>
                  </a:lnTo>
                  <a:lnTo>
                    <a:pt x="84925" y="208887"/>
                  </a:lnTo>
                  <a:lnTo>
                    <a:pt x="91185" y="208372"/>
                  </a:lnTo>
                  <a:lnTo>
                    <a:pt x="98109" y="207561"/>
                  </a:lnTo>
                  <a:lnTo>
                    <a:pt x="105254" y="206677"/>
                  </a:lnTo>
                  <a:lnTo>
                    <a:pt x="112619" y="205499"/>
                  </a:lnTo>
                  <a:lnTo>
                    <a:pt x="120132" y="204173"/>
                  </a:lnTo>
                  <a:lnTo>
                    <a:pt x="127939" y="202700"/>
                  </a:lnTo>
                  <a:lnTo>
                    <a:pt x="135968" y="200932"/>
                  </a:lnTo>
                  <a:lnTo>
                    <a:pt x="144438" y="199017"/>
                  </a:lnTo>
                  <a:lnTo>
                    <a:pt x="153130" y="196881"/>
                  </a:lnTo>
                  <a:lnTo>
                    <a:pt x="157181" y="195850"/>
                  </a:lnTo>
                  <a:lnTo>
                    <a:pt x="161158" y="194745"/>
                  </a:lnTo>
                  <a:lnTo>
                    <a:pt x="165062" y="193567"/>
                  </a:lnTo>
                  <a:lnTo>
                    <a:pt x="168818" y="192388"/>
                  </a:lnTo>
                  <a:lnTo>
                    <a:pt x="172501" y="191136"/>
                  </a:lnTo>
                  <a:lnTo>
                    <a:pt x="176036" y="189884"/>
                  </a:lnTo>
                  <a:lnTo>
                    <a:pt x="179572" y="188485"/>
                  </a:lnTo>
                  <a:lnTo>
                    <a:pt x="182960" y="187159"/>
                  </a:lnTo>
                  <a:lnTo>
                    <a:pt x="186275" y="185686"/>
                  </a:lnTo>
                  <a:lnTo>
                    <a:pt x="189515" y="184213"/>
                  </a:lnTo>
                  <a:lnTo>
                    <a:pt x="192683" y="182739"/>
                  </a:lnTo>
                  <a:lnTo>
                    <a:pt x="195702" y="181119"/>
                  </a:lnTo>
                  <a:lnTo>
                    <a:pt x="198722" y="179499"/>
                  </a:lnTo>
                  <a:lnTo>
                    <a:pt x="201595" y="177804"/>
                  </a:lnTo>
                  <a:lnTo>
                    <a:pt x="204467" y="176110"/>
                  </a:lnTo>
                  <a:lnTo>
                    <a:pt x="207193" y="174343"/>
                  </a:lnTo>
                  <a:lnTo>
                    <a:pt x="210654" y="171986"/>
                  </a:lnTo>
                  <a:lnTo>
                    <a:pt x="213969" y="169481"/>
                  </a:lnTo>
                  <a:lnTo>
                    <a:pt x="217283" y="166903"/>
                  </a:lnTo>
                  <a:lnTo>
                    <a:pt x="220451" y="164105"/>
                  </a:lnTo>
                  <a:lnTo>
                    <a:pt x="223618" y="161232"/>
                  </a:lnTo>
                  <a:lnTo>
                    <a:pt x="226711" y="158286"/>
                  </a:lnTo>
                  <a:lnTo>
                    <a:pt x="229658" y="155192"/>
                  </a:lnTo>
                  <a:lnTo>
                    <a:pt x="232530" y="152025"/>
                  </a:lnTo>
                  <a:lnTo>
                    <a:pt x="235329" y="148784"/>
                  </a:lnTo>
                  <a:lnTo>
                    <a:pt x="237981" y="145396"/>
                  </a:lnTo>
                  <a:lnTo>
                    <a:pt x="240559" y="141934"/>
                  </a:lnTo>
                  <a:lnTo>
                    <a:pt x="243063" y="138472"/>
                  </a:lnTo>
                  <a:lnTo>
                    <a:pt x="245346" y="134863"/>
                  </a:lnTo>
                  <a:lnTo>
                    <a:pt x="247556" y="131254"/>
                  </a:lnTo>
                  <a:lnTo>
                    <a:pt x="249618" y="127571"/>
                  </a:lnTo>
                  <a:lnTo>
                    <a:pt x="251533" y="123815"/>
                  </a:lnTo>
                  <a:lnTo>
                    <a:pt x="253522" y="119764"/>
                  </a:lnTo>
                  <a:lnTo>
                    <a:pt x="254406" y="117702"/>
                  </a:lnTo>
                  <a:lnTo>
                    <a:pt x="255216" y="115713"/>
                  </a:lnTo>
                  <a:lnTo>
                    <a:pt x="256026" y="113650"/>
                  </a:lnTo>
                  <a:lnTo>
                    <a:pt x="256763" y="111588"/>
                  </a:lnTo>
                  <a:lnTo>
                    <a:pt x="257426" y="109599"/>
                  </a:lnTo>
                  <a:lnTo>
                    <a:pt x="258089" y="107537"/>
                  </a:lnTo>
                  <a:lnTo>
                    <a:pt x="258678" y="105548"/>
                  </a:lnTo>
                  <a:lnTo>
                    <a:pt x="259193" y="103486"/>
                  </a:lnTo>
                  <a:lnTo>
                    <a:pt x="259709" y="101497"/>
                  </a:lnTo>
                  <a:lnTo>
                    <a:pt x="260151" y="99435"/>
                  </a:lnTo>
                  <a:lnTo>
                    <a:pt x="260519" y="97446"/>
                  </a:lnTo>
                  <a:lnTo>
                    <a:pt x="260887" y="95458"/>
                  </a:lnTo>
                  <a:lnTo>
                    <a:pt x="261182" y="93395"/>
                  </a:lnTo>
                  <a:lnTo>
                    <a:pt x="261403" y="91407"/>
                  </a:lnTo>
                  <a:lnTo>
                    <a:pt x="261624" y="89271"/>
                  </a:lnTo>
                  <a:lnTo>
                    <a:pt x="261771" y="87061"/>
                  </a:lnTo>
                  <a:lnTo>
                    <a:pt x="261845" y="84925"/>
                  </a:lnTo>
                  <a:lnTo>
                    <a:pt x="261845" y="82789"/>
                  </a:lnTo>
                  <a:lnTo>
                    <a:pt x="261845" y="80653"/>
                  </a:lnTo>
                  <a:lnTo>
                    <a:pt x="261698" y="78590"/>
                  </a:lnTo>
                  <a:lnTo>
                    <a:pt x="261550" y="76454"/>
                  </a:lnTo>
                  <a:lnTo>
                    <a:pt x="261329" y="74392"/>
                  </a:lnTo>
                  <a:lnTo>
                    <a:pt x="261035" y="72330"/>
                  </a:lnTo>
                  <a:lnTo>
                    <a:pt x="260667" y="70341"/>
                  </a:lnTo>
                  <a:lnTo>
                    <a:pt x="260298" y="68279"/>
                  </a:lnTo>
                  <a:lnTo>
                    <a:pt x="259783" y="66290"/>
                  </a:lnTo>
                  <a:lnTo>
                    <a:pt x="259267" y="64301"/>
                  </a:lnTo>
                  <a:lnTo>
                    <a:pt x="258678" y="62313"/>
                  </a:lnTo>
                  <a:lnTo>
                    <a:pt x="258015" y="60398"/>
                  </a:lnTo>
                  <a:lnTo>
                    <a:pt x="257278" y="58482"/>
                  </a:lnTo>
                  <a:lnTo>
                    <a:pt x="256542" y="56641"/>
                  </a:lnTo>
                  <a:lnTo>
                    <a:pt x="255732" y="54873"/>
                  </a:lnTo>
                  <a:lnTo>
                    <a:pt x="254848" y="53106"/>
                  </a:lnTo>
                  <a:lnTo>
                    <a:pt x="253964" y="51412"/>
                  </a:lnTo>
                  <a:lnTo>
                    <a:pt x="253006" y="49717"/>
                  </a:lnTo>
                  <a:lnTo>
                    <a:pt x="252049" y="48171"/>
                  </a:lnTo>
                  <a:lnTo>
                    <a:pt x="251018" y="46550"/>
                  </a:lnTo>
                  <a:lnTo>
                    <a:pt x="249913" y="45004"/>
                  </a:lnTo>
                  <a:lnTo>
                    <a:pt x="248808" y="43530"/>
                  </a:lnTo>
                  <a:lnTo>
                    <a:pt x="247703" y="42057"/>
                  </a:lnTo>
                  <a:lnTo>
                    <a:pt x="246525" y="40658"/>
                  </a:lnTo>
                  <a:lnTo>
                    <a:pt x="245346" y="39332"/>
                  </a:lnTo>
                  <a:lnTo>
                    <a:pt x="242916" y="36680"/>
                  </a:lnTo>
                  <a:lnTo>
                    <a:pt x="240411" y="34250"/>
                  </a:lnTo>
                  <a:lnTo>
                    <a:pt x="237760" y="31893"/>
                  </a:lnTo>
                  <a:lnTo>
                    <a:pt x="235182" y="29757"/>
                  </a:lnTo>
                  <a:lnTo>
                    <a:pt x="232530" y="27768"/>
                  </a:lnTo>
                  <a:lnTo>
                    <a:pt x="229879" y="25853"/>
                  </a:lnTo>
                  <a:lnTo>
                    <a:pt x="227227" y="24159"/>
                  </a:lnTo>
                  <a:lnTo>
                    <a:pt x="224649" y="22539"/>
                  </a:lnTo>
                  <a:lnTo>
                    <a:pt x="222071" y="21065"/>
                  </a:lnTo>
                  <a:lnTo>
                    <a:pt x="219640" y="19740"/>
                  </a:lnTo>
                  <a:lnTo>
                    <a:pt x="216031" y="17972"/>
                  </a:lnTo>
                  <a:lnTo>
                    <a:pt x="212496" y="16204"/>
                  </a:lnTo>
                  <a:lnTo>
                    <a:pt x="208887" y="14584"/>
                  </a:lnTo>
                  <a:lnTo>
                    <a:pt x="205204" y="13037"/>
                  </a:lnTo>
                  <a:lnTo>
                    <a:pt x="201521" y="11564"/>
                  </a:lnTo>
                  <a:lnTo>
                    <a:pt x="197838" y="10238"/>
                  </a:lnTo>
                  <a:lnTo>
                    <a:pt x="194082" y="8912"/>
                  </a:lnTo>
                  <a:lnTo>
                    <a:pt x="190326" y="7734"/>
                  </a:lnTo>
                  <a:lnTo>
                    <a:pt x="186569" y="6555"/>
                  </a:lnTo>
                  <a:lnTo>
                    <a:pt x="182739" y="5524"/>
                  </a:lnTo>
                  <a:lnTo>
                    <a:pt x="178909" y="4640"/>
                  </a:lnTo>
                  <a:lnTo>
                    <a:pt x="175079" y="3756"/>
                  </a:lnTo>
                  <a:lnTo>
                    <a:pt x="171175" y="3020"/>
                  </a:lnTo>
                  <a:lnTo>
                    <a:pt x="167271" y="2283"/>
                  </a:lnTo>
                  <a:lnTo>
                    <a:pt x="163294" y="1694"/>
                  </a:lnTo>
                  <a:lnTo>
                    <a:pt x="159390" y="1178"/>
                  </a:lnTo>
                  <a:lnTo>
                    <a:pt x="155413" y="810"/>
                  </a:lnTo>
                  <a:lnTo>
                    <a:pt x="151436" y="442"/>
                  </a:lnTo>
                  <a:lnTo>
                    <a:pt x="147384" y="221"/>
                  </a:lnTo>
                  <a:lnTo>
                    <a:pt x="143407" y="74"/>
                  </a:lnTo>
                  <a:lnTo>
                    <a:pt x="139356" y="0"/>
                  </a:lnTo>
                  <a:close/>
                </a:path>
              </a:pathLst>
            </a:custGeom>
            <a:solidFill>
              <a:schemeClr val="lt2"/>
            </a:solidFill>
            <a:ln>
              <a:noFill/>
            </a:ln>
          </p:spPr>
          <p:txBody>
            <a:bodyPr anchorCtr="0" anchor="ctr" bIns="146825" lIns="146825" spcFirstLastPara="1" rIns="146825" wrap="square" tIns="146825">
              <a:noAutofit/>
            </a:bodyPr>
            <a:lstStyle/>
            <a:p>
              <a:pPr indent="0" lvl="0" marL="0" rtl="0" algn="l">
                <a:spcBef>
                  <a:spcPts val="0"/>
                </a:spcBef>
                <a:spcAft>
                  <a:spcPts val="0"/>
                </a:spcAft>
                <a:buNone/>
              </a:pPr>
              <a:r>
                <a:t/>
              </a:r>
              <a:endParaRPr sz="2248">
                <a:solidFill>
                  <a:schemeClr val="lt2"/>
                </a:solidFill>
                <a:latin typeface="Nunito Sans"/>
                <a:ea typeface="Nunito Sans"/>
                <a:cs typeface="Nunito Sans"/>
                <a:sym typeface="Nunito Sans"/>
              </a:endParaRPr>
            </a:p>
          </p:txBody>
        </p:sp>
        <p:sp>
          <p:nvSpPr>
            <p:cNvPr id="1150" name="Google Shape;1150;p123"/>
            <p:cNvSpPr/>
            <p:nvPr/>
          </p:nvSpPr>
          <p:spPr>
            <a:xfrm>
              <a:off x="536925" y="582450"/>
              <a:ext cx="3622025" cy="1145375"/>
            </a:xfrm>
            <a:custGeom>
              <a:rect b="b" l="l" r="r" t="t"/>
              <a:pathLst>
                <a:path extrusionOk="0" h="45815" w="144881">
                  <a:moveTo>
                    <a:pt x="137294" y="1"/>
                  </a:moveTo>
                  <a:lnTo>
                    <a:pt x="133390" y="148"/>
                  </a:lnTo>
                  <a:lnTo>
                    <a:pt x="128750" y="295"/>
                  </a:lnTo>
                  <a:lnTo>
                    <a:pt x="123594" y="516"/>
                  </a:lnTo>
                  <a:lnTo>
                    <a:pt x="117775" y="958"/>
                  </a:lnTo>
                  <a:lnTo>
                    <a:pt x="111514" y="1474"/>
                  </a:lnTo>
                  <a:lnTo>
                    <a:pt x="104812" y="2284"/>
                  </a:lnTo>
                  <a:lnTo>
                    <a:pt x="97741" y="3168"/>
                  </a:lnTo>
                  <a:lnTo>
                    <a:pt x="94058" y="3757"/>
                  </a:lnTo>
                  <a:lnTo>
                    <a:pt x="90302" y="4346"/>
                  </a:lnTo>
                  <a:lnTo>
                    <a:pt x="86471" y="5083"/>
                  </a:lnTo>
                  <a:lnTo>
                    <a:pt x="82641" y="5819"/>
                  </a:lnTo>
                  <a:lnTo>
                    <a:pt x="78738" y="6630"/>
                  </a:lnTo>
                  <a:lnTo>
                    <a:pt x="74834" y="7513"/>
                  </a:lnTo>
                  <a:lnTo>
                    <a:pt x="70857" y="8471"/>
                  </a:lnTo>
                  <a:lnTo>
                    <a:pt x="66805" y="9502"/>
                  </a:lnTo>
                  <a:lnTo>
                    <a:pt x="62828" y="10681"/>
                  </a:lnTo>
                  <a:lnTo>
                    <a:pt x="58777" y="11859"/>
                  </a:lnTo>
                  <a:lnTo>
                    <a:pt x="54284" y="13332"/>
                  </a:lnTo>
                  <a:lnTo>
                    <a:pt x="49938" y="14879"/>
                  </a:lnTo>
                  <a:lnTo>
                    <a:pt x="45593" y="16499"/>
                  </a:lnTo>
                  <a:lnTo>
                    <a:pt x="41468" y="18194"/>
                  </a:lnTo>
                  <a:lnTo>
                    <a:pt x="37417" y="19961"/>
                  </a:lnTo>
                  <a:lnTo>
                    <a:pt x="33440" y="21803"/>
                  </a:lnTo>
                  <a:lnTo>
                    <a:pt x="29536" y="23644"/>
                  </a:lnTo>
                  <a:lnTo>
                    <a:pt x="25853" y="25633"/>
                  </a:lnTo>
                  <a:lnTo>
                    <a:pt x="22170" y="27695"/>
                  </a:lnTo>
                  <a:lnTo>
                    <a:pt x="18708" y="29831"/>
                  </a:lnTo>
                  <a:lnTo>
                    <a:pt x="15247" y="32041"/>
                  </a:lnTo>
                  <a:lnTo>
                    <a:pt x="12006" y="34324"/>
                  </a:lnTo>
                  <a:lnTo>
                    <a:pt x="8839" y="36681"/>
                  </a:lnTo>
                  <a:lnTo>
                    <a:pt x="5745" y="39112"/>
                  </a:lnTo>
                  <a:lnTo>
                    <a:pt x="2799" y="41616"/>
                  </a:lnTo>
                  <a:lnTo>
                    <a:pt x="0" y="44194"/>
                  </a:lnTo>
                  <a:lnTo>
                    <a:pt x="0" y="45814"/>
                  </a:lnTo>
                  <a:lnTo>
                    <a:pt x="2799" y="43236"/>
                  </a:lnTo>
                  <a:lnTo>
                    <a:pt x="5745" y="40658"/>
                  </a:lnTo>
                  <a:lnTo>
                    <a:pt x="8839" y="38228"/>
                  </a:lnTo>
                  <a:lnTo>
                    <a:pt x="12006" y="35797"/>
                  </a:lnTo>
                  <a:lnTo>
                    <a:pt x="15247" y="33514"/>
                  </a:lnTo>
                  <a:lnTo>
                    <a:pt x="18708" y="31231"/>
                  </a:lnTo>
                  <a:lnTo>
                    <a:pt x="22244" y="29095"/>
                  </a:lnTo>
                  <a:lnTo>
                    <a:pt x="25853" y="26959"/>
                  </a:lnTo>
                  <a:lnTo>
                    <a:pt x="29609" y="24970"/>
                  </a:lnTo>
                  <a:lnTo>
                    <a:pt x="33513" y="23055"/>
                  </a:lnTo>
                  <a:lnTo>
                    <a:pt x="37491" y="21140"/>
                  </a:lnTo>
                  <a:lnTo>
                    <a:pt x="41615" y="19372"/>
                  </a:lnTo>
                  <a:lnTo>
                    <a:pt x="45814" y="17678"/>
                  </a:lnTo>
                  <a:lnTo>
                    <a:pt x="50159" y="16057"/>
                  </a:lnTo>
                  <a:lnTo>
                    <a:pt x="54579" y="14511"/>
                  </a:lnTo>
                  <a:lnTo>
                    <a:pt x="59145" y="13038"/>
                  </a:lnTo>
                  <a:lnTo>
                    <a:pt x="63123" y="11785"/>
                  </a:lnTo>
                  <a:lnTo>
                    <a:pt x="67100" y="10681"/>
                  </a:lnTo>
                  <a:lnTo>
                    <a:pt x="71077" y="9649"/>
                  </a:lnTo>
                  <a:lnTo>
                    <a:pt x="75055" y="8692"/>
                  </a:lnTo>
                  <a:lnTo>
                    <a:pt x="78959" y="7808"/>
                  </a:lnTo>
                  <a:lnTo>
                    <a:pt x="82862" y="6998"/>
                  </a:lnTo>
                  <a:lnTo>
                    <a:pt x="86692" y="6188"/>
                  </a:lnTo>
                  <a:lnTo>
                    <a:pt x="90523" y="5525"/>
                  </a:lnTo>
                  <a:lnTo>
                    <a:pt x="94205" y="4936"/>
                  </a:lnTo>
                  <a:lnTo>
                    <a:pt x="97888" y="4346"/>
                  </a:lnTo>
                  <a:lnTo>
                    <a:pt x="104885" y="3389"/>
                  </a:lnTo>
                  <a:lnTo>
                    <a:pt x="111588" y="2652"/>
                  </a:lnTo>
                  <a:lnTo>
                    <a:pt x="117849" y="2137"/>
                  </a:lnTo>
                  <a:lnTo>
                    <a:pt x="123594" y="1695"/>
                  </a:lnTo>
                  <a:lnTo>
                    <a:pt x="128823" y="1474"/>
                  </a:lnTo>
                  <a:lnTo>
                    <a:pt x="133390" y="1326"/>
                  </a:lnTo>
                  <a:lnTo>
                    <a:pt x="137294" y="1179"/>
                  </a:lnTo>
                  <a:lnTo>
                    <a:pt x="142818" y="1253"/>
                  </a:lnTo>
                  <a:lnTo>
                    <a:pt x="144807" y="1253"/>
                  </a:lnTo>
                  <a:lnTo>
                    <a:pt x="144880" y="74"/>
                  </a:lnTo>
                  <a:lnTo>
                    <a:pt x="142818" y="74"/>
                  </a:lnTo>
                  <a:lnTo>
                    <a:pt x="140461" y="1"/>
                  </a:lnTo>
                  <a:close/>
                </a:path>
              </a:pathLst>
            </a:custGeom>
            <a:solidFill>
              <a:schemeClr val="lt2"/>
            </a:solidFill>
            <a:ln>
              <a:noFill/>
            </a:ln>
          </p:spPr>
          <p:txBody>
            <a:bodyPr anchorCtr="0" anchor="ctr" bIns="146825" lIns="146825" spcFirstLastPara="1" rIns="146825" wrap="square" tIns="146825">
              <a:noAutofit/>
            </a:bodyPr>
            <a:lstStyle/>
            <a:p>
              <a:pPr indent="0" lvl="0" marL="0" rtl="0" algn="l">
                <a:spcBef>
                  <a:spcPts val="0"/>
                </a:spcBef>
                <a:spcAft>
                  <a:spcPts val="0"/>
                </a:spcAft>
                <a:buNone/>
              </a:pPr>
              <a:r>
                <a:t/>
              </a:r>
              <a:endParaRPr sz="2248">
                <a:solidFill>
                  <a:schemeClr val="lt2"/>
                </a:solidFill>
                <a:latin typeface="Nunito Sans"/>
                <a:ea typeface="Nunito Sans"/>
                <a:cs typeface="Nunito Sans"/>
                <a:sym typeface="Nunito Sans"/>
              </a:endParaRPr>
            </a:p>
          </p:txBody>
        </p:sp>
        <p:sp>
          <p:nvSpPr>
            <p:cNvPr id="1151" name="Google Shape;1151;p123"/>
            <p:cNvSpPr/>
            <p:nvPr/>
          </p:nvSpPr>
          <p:spPr>
            <a:xfrm>
              <a:off x="536925" y="4742150"/>
              <a:ext cx="1172975" cy="583750"/>
            </a:xfrm>
            <a:custGeom>
              <a:rect b="b" l="l" r="r" t="t"/>
              <a:pathLst>
                <a:path extrusionOk="0" h="23350" w="46919">
                  <a:moveTo>
                    <a:pt x="0" y="0"/>
                  </a:moveTo>
                  <a:lnTo>
                    <a:pt x="0" y="1474"/>
                  </a:lnTo>
                  <a:lnTo>
                    <a:pt x="147" y="1621"/>
                  </a:lnTo>
                  <a:lnTo>
                    <a:pt x="1841" y="2726"/>
                  </a:lnTo>
                  <a:lnTo>
                    <a:pt x="3830" y="3978"/>
                  </a:lnTo>
                  <a:lnTo>
                    <a:pt x="6113" y="5230"/>
                  </a:lnTo>
                  <a:lnTo>
                    <a:pt x="8618" y="6556"/>
                  </a:lnTo>
                  <a:lnTo>
                    <a:pt x="11343" y="7955"/>
                  </a:lnTo>
                  <a:lnTo>
                    <a:pt x="14215" y="9355"/>
                  </a:lnTo>
                  <a:lnTo>
                    <a:pt x="20255" y="12154"/>
                  </a:lnTo>
                  <a:lnTo>
                    <a:pt x="26369" y="14879"/>
                  </a:lnTo>
                  <a:lnTo>
                    <a:pt x="32408" y="17457"/>
                  </a:lnTo>
                  <a:lnTo>
                    <a:pt x="42646" y="21729"/>
                  </a:lnTo>
                  <a:lnTo>
                    <a:pt x="46403" y="23349"/>
                  </a:lnTo>
                  <a:lnTo>
                    <a:pt x="46919" y="22244"/>
                  </a:lnTo>
                  <a:lnTo>
                    <a:pt x="43088" y="20624"/>
                  </a:lnTo>
                  <a:lnTo>
                    <a:pt x="32924" y="16426"/>
                  </a:lnTo>
                  <a:lnTo>
                    <a:pt x="26884" y="13848"/>
                  </a:lnTo>
                  <a:lnTo>
                    <a:pt x="20771" y="11122"/>
                  </a:lnTo>
                  <a:lnTo>
                    <a:pt x="14731" y="8324"/>
                  </a:lnTo>
                  <a:lnTo>
                    <a:pt x="11932" y="6924"/>
                  </a:lnTo>
                  <a:lnTo>
                    <a:pt x="9207" y="5598"/>
                  </a:lnTo>
                  <a:lnTo>
                    <a:pt x="6703" y="4272"/>
                  </a:lnTo>
                  <a:lnTo>
                    <a:pt x="4493" y="3020"/>
                  </a:lnTo>
                  <a:lnTo>
                    <a:pt x="2504" y="1768"/>
                  </a:lnTo>
                  <a:lnTo>
                    <a:pt x="810" y="663"/>
                  </a:lnTo>
                  <a:lnTo>
                    <a:pt x="0" y="0"/>
                  </a:lnTo>
                  <a:close/>
                </a:path>
              </a:pathLst>
            </a:custGeom>
            <a:solidFill>
              <a:schemeClr val="lt2"/>
            </a:solidFill>
            <a:ln>
              <a:noFill/>
            </a:ln>
          </p:spPr>
          <p:txBody>
            <a:bodyPr anchorCtr="0" anchor="ctr" bIns="146825" lIns="146825" spcFirstLastPara="1" rIns="146825" wrap="square" tIns="146825">
              <a:noAutofit/>
            </a:bodyPr>
            <a:lstStyle/>
            <a:p>
              <a:pPr indent="0" lvl="0" marL="0" rtl="0" algn="l">
                <a:spcBef>
                  <a:spcPts val="0"/>
                </a:spcBef>
                <a:spcAft>
                  <a:spcPts val="0"/>
                </a:spcAft>
                <a:buNone/>
              </a:pPr>
              <a:r>
                <a:t/>
              </a:r>
              <a:endParaRPr sz="2248">
                <a:solidFill>
                  <a:schemeClr val="lt2"/>
                </a:solidFill>
                <a:latin typeface="Nunito Sans"/>
                <a:ea typeface="Nunito Sans"/>
                <a:cs typeface="Nunito Sans"/>
                <a:sym typeface="Nunito Sans"/>
              </a:endParaRPr>
            </a:p>
          </p:txBody>
        </p:sp>
      </p:grpSp>
      <p:sp>
        <p:nvSpPr>
          <p:cNvPr id="1152" name="Google Shape;1152;p123"/>
          <p:cNvSpPr txBox="1"/>
          <p:nvPr>
            <p:ph type="title"/>
          </p:nvPr>
        </p:nvSpPr>
        <p:spPr>
          <a:xfrm>
            <a:off x="275400" y="228603"/>
            <a:ext cx="4296600" cy="9234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CONCLUSIONS:</a:t>
            </a:r>
            <a:endParaRPr/>
          </a:p>
          <a:p>
            <a:pPr indent="0" lvl="0" marL="0" rtl="0" algn="l">
              <a:spcBef>
                <a:spcPts val="0"/>
              </a:spcBef>
              <a:spcAft>
                <a:spcPts val="0"/>
              </a:spcAft>
              <a:buNone/>
            </a:pPr>
            <a:r>
              <a:rPr lang="en"/>
              <a:t>Scenario 2</a:t>
            </a:r>
            <a:endParaRPr/>
          </a:p>
        </p:txBody>
      </p:sp>
      <p:sp>
        <p:nvSpPr>
          <p:cNvPr id="1153" name="Google Shape;1153;p123"/>
          <p:cNvSpPr txBox="1"/>
          <p:nvPr/>
        </p:nvSpPr>
        <p:spPr>
          <a:xfrm>
            <a:off x="1078725" y="1375951"/>
            <a:ext cx="8248800" cy="373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700">
                <a:solidFill>
                  <a:schemeClr val="dk1"/>
                </a:solidFill>
                <a:latin typeface="Nunito Sans"/>
                <a:ea typeface="Nunito Sans"/>
                <a:cs typeface="Nunito Sans"/>
                <a:sym typeface="Nunito Sans"/>
              </a:rPr>
              <a:t>1/ Warehouse processes too many orders on Mondays.</a:t>
            </a:r>
            <a:endParaRPr b="1" sz="17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Only </a:t>
            </a:r>
            <a:r>
              <a:rPr b="1" lang="en">
                <a:solidFill>
                  <a:schemeClr val="dk1"/>
                </a:solidFill>
                <a:highlight>
                  <a:srgbClr val="EA9999"/>
                </a:highlight>
                <a:latin typeface="Nunito Sans"/>
                <a:ea typeface="Nunito Sans"/>
                <a:cs typeface="Nunito Sans"/>
                <a:sym typeface="Nunito Sans"/>
              </a:rPr>
              <a:t>25% of all orders</a:t>
            </a:r>
            <a:r>
              <a:rPr lang="en">
                <a:solidFill>
                  <a:schemeClr val="dk1"/>
                </a:solidFill>
                <a:latin typeface="Nunito Sans"/>
                <a:ea typeface="Nunito Sans"/>
                <a:cs typeface="Nunito Sans"/>
                <a:sym typeface="Nunito Sans"/>
              </a:rPr>
              <a:t> are processed in 2 days or less.</a:t>
            </a:r>
            <a:endParaRPr b="1">
              <a:solidFill>
                <a:srgbClr val="EA9999"/>
              </a:solidFill>
              <a:latin typeface="Nunito Sans"/>
              <a:ea typeface="Nunito Sans"/>
              <a:cs typeface="Nunito Sans"/>
              <a:sym typeface="Nunito Sans"/>
            </a:endParaRPr>
          </a:p>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700">
                <a:solidFill>
                  <a:schemeClr val="dk1"/>
                </a:solidFill>
                <a:latin typeface="Nunito Sans"/>
                <a:ea typeface="Nunito Sans"/>
                <a:cs typeface="Nunito Sans"/>
                <a:sym typeface="Nunito Sans"/>
              </a:rPr>
              <a:t>2/ Overall performance of the truck company is satisfactory.</a:t>
            </a:r>
            <a:endParaRPr b="1" sz="17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But o</a:t>
            </a:r>
            <a:r>
              <a:rPr lang="en">
                <a:solidFill>
                  <a:schemeClr val="dk1"/>
                </a:solidFill>
                <a:latin typeface="Nunito Sans"/>
                <a:ea typeface="Nunito Sans"/>
                <a:cs typeface="Nunito Sans"/>
                <a:sym typeface="Nunito Sans"/>
              </a:rPr>
              <a:t>nly </a:t>
            </a:r>
            <a:r>
              <a:rPr b="1" lang="en">
                <a:solidFill>
                  <a:schemeClr val="dk1"/>
                </a:solidFill>
                <a:highlight>
                  <a:schemeClr val="lt2"/>
                </a:highlight>
                <a:latin typeface="Nunito Sans"/>
                <a:ea typeface="Nunito Sans"/>
                <a:cs typeface="Nunito Sans"/>
                <a:sym typeface="Nunito Sans"/>
              </a:rPr>
              <a:t>First Class</a:t>
            </a:r>
            <a:r>
              <a:rPr lang="en">
                <a:solidFill>
                  <a:schemeClr val="dk1"/>
                </a:solidFill>
                <a:latin typeface="Nunito Sans"/>
                <a:ea typeface="Nunito Sans"/>
                <a:cs typeface="Nunito Sans"/>
                <a:sym typeface="Nunito Sans"/>
              </a:rPr>
              <a:t> deliveries are picked up in the promised range of time.</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700">
                <a:solidFill>
                  <a:schemeClr val="dk1"/>
                </a:solidFill>
                <a:latin typeface="Nunito Sans"/>
                <a:ea typeface="Nunito Sans"/>
                <a:cs typeface="Nunito Sans"/>
                <a:sym typeface="Nunito Sans"/>
              </a:rPr>
              <a:t>3/ Information about truck arrivals is inconsistent.</a:t>
            </a:r>
            <a:endParaRPr b="1" sz="17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Both warehouse interns and truck company own scan data shows that trucks</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perform pick ups on </a:t>
            </a:r>
            <a:r>
              <a:rPr b="1" lang="en">
                <a:solidFill>
                  <a:schemeClr val="dk1"/>
                </a:solidFill>
                <a:highlight>
                  <a:srgbClr val="EA9999"/>
                </a:highlight>
                <a:latin typeface="Nunito Sans"/>
                <a:ea typeface="Nunito Sans"/>
                <a:cs typeface="Nunito Sans"/>
                <a:sym typeface="Nunito Sans"/>
              </a:rPr>
              <a:t>Tue and Thu</a:t>
            </a:r>
            <a:r>
              <a:rPr lang="en">
                <a:solidFill>
                  <a:schemeClr val="dk1"/>
                </a:solidFill>
                <a:latin typeface="Nunito Sans"/>
                <a:ea typeface="Nunito Sans"/>
                <a:cs typeface="Nunito Sans"/>
                <a:sym typeface="Nunito Sans"/>
              </a:rPr>
              <a:t>.</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700">
                <a:solidFill>
                  <a:schemeClr val="dk1"/>
                </a:solidFill>
                <a:latin typeface="Nunito Sans"/>
                <a:ea typeface="Nunito Sans"/>
                <a:cs typeface="Nunito Sans"/>
                <a:sym typeface="Nunito Sans"/>
              </a:rPr>
              <a:t>4/ Average delivery time is </a:t>
            </a:r>
            <a:r>
              <a:rPr b="1" lang="en" sz="1700">
                <a:solidFill>
                  <a:schemeClr val="dk1"/>
                </a:solidFill>
                <a:latin typeface="Nunito Sans"/>
                <a:ea typeface="Nunito Sans"/>
                <a:cs typeface="Nunito Sans"/>
                <a:sym typeface="Nunito Sans"/>
              </a:rPr>
              <a:t>about</a:t>
            </a:r>
            <a:r>
              <a:rPr b="1" lang="en" sz="1700">
                <a:solidFill>
                  <a:schemeClr val="dk1"/>
                </a:solidFill>
                <a:latin typeface="Nunito Sans"/>
                <a:ea typeface="Nunito Sans"/>
                <a:cs typeface="Nunito Sans"/>
                <a:sym typeface="Nunito Sans"/>
              </a:rPr>
              <a:t> 7 days.</a:t>
            </a:r>
            <a:endParaRPr b="1" sz="17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a:solidFill>
                  <a:schemeClr val="dk1"/>
                </a:solidFill>
                <a:latin typeface="Nunito Sans"/>
                <a:ea typeface="Nunito Sans"/>
                <a:cs typeface="Nunito Sans"/>
                <a:sym typeface="Nunito Sans"/>
              </a:rPr>
              <a:t>But the difference between shipment modes is almost doubled: </a:t>
            </a:r>
            <a:endParaRPr>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a:solidFill>
                  <a:schemeClr val="dk1"/>
                </a:solidFill>
                <a:highlight>
                  <a:schemeClr val="lt2"/>
                </a:highlight>
                <a:latin typeface="Nunito Sans"/>
                <a:ea typeface="Nunito Sans"/>
                <a:cs typeface="Nunito Sans"/>
                <a:sym typeface="Nunito Sans"/>
              </a:rPr>
              <a:t>4.8 for express </a:t>
            </a:r>
            <a:r>
              <a:rPr lang="en">
                <a:solidFill>
                  <a:schemeClr val="dk1"/>
                </a:solidFill>
                <a:latin typeface="Nunito Sans"/>
                <a:ea typeface="Nunito Sans"/>
                <a:cs typeface="Nunito Sans"/>
                <a:sym typeface="Nunito Sans"/>
              </a:rPr>
              <a:t>and </a:t>
            </a:r>
            <a:r>
              <a:rPr b="1" lang="en">
                <a:solidFill>
                  <a:schemeClr val="dk1"/>
                </a:solidFill>
                <a:highlight>
                  <a:srgbClr val="EA9999"/>
                </a:highlight>
                <a:latin typeface="Nunito Sans"/>
                <a:ea typeface="Nunito Sans"/>
                <a:cs typeface="Nunito Sans"/>
                <a:sym typeface="Nunito Sans"/>
              </a:rPr>
              <a:t>8.2 for standard</a:t>
            </a:r>
            <a:r>
              <a:rPr lang="en">
                <a:solidFill>
                  <a:schemeClr val="dk1"/>
                </a:solidFill>
                <a:latin typeface="Nunito Sans"/>
                <a:ea typeface="Nunito Sans"/>
                <a:cs typeface="Nunito Sans"/>
                <a:sym typeface="Nunito Sans"/>
              </a:rPr>
              <a:t> delivery.</a:t>
            </a:r>
            <a:endParaRPr>
              <a:solidFill>
                <a:schemeClr val="dk1"/>
              </a:solidFill>
              <a:latin typeface="Nunito Sans"/>
              <a:ea typeface="Nunito Sans"/>
              <a:cs typeface="Nunito Sans"/>
              <a:sym typeface="Nunito San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7" name="Shape 1157"/>
        <p:cNvGrpSpPr/>
        <p:nvPr/>
      </p:nvGrpSpPr>
      <p:grpSpPr>
        <a:xfrm>
          <a:off x="0" y="0"/>
          <a:ext cx="0" cy="0"/>
          <a:chOff x="0" y="0"/>
          <a:chExt cx="0" cy="0"/>
        </a:xfrm>
      </p:grpSpPr>
      <p:grpSp>
        <p:nvGrpSpPr>
          <p:cNvPr id="1158" name="Google Shape;1158;p124"/>
          <p:cNvGrpSpPr/>
          <p:nvPr/>
        </p:nvGrpSpPr>
        <p:grpSpPr>
          <a:xfrm>
            <a:off x="1344312" y="526062"/>
            <a:ext cx="6154012" cy="4924949"/>
            <a:chOff x="536925" y="238125"/>
            <a:chExt cx="6546125" cy="5238750"/>
          </a:xfrm>
        </p:grpSpPr>
        <p:sp>
          <p:nvSpPr>
            <p:cNvPr id="1159" name="Google Shape;1159;p124"/>
            <p:cNvSpPr/>
            <p:nvPr/>
          </p:nvSpPr>
          <p:spPr>
            <a:xfrm>
              <a:off x="536925" y="238125"/>
              <a:ext cx="6546125" cy="5238750"/>
            </a:xfrm>
            <a:custGeom>
              <a:rect b="b" l="l" r="r" t="t"/>
              <a:pathLst>
                <a:path extrusionOk="0" h="209550" w="261845">
                  <a:moveTo>
                    <a:pt x="135305" y="0"/>
                  </a:moveTo>
                  <a:lnTo>
                    <a:pt x="131254" y="74"/>
                  </a:lnTo>
                  <a:lnTo>
                    <a:pt x="127129" y="295"/>
                  </a:lnTo>
                  <a:lnTo>
                    <a:pt x="123078" y="589"/>
                  </a:lnTo>
                  <a:lnTo>
                    <a:pt x="118954" y="958"/>
                  </a:lnTo>
                  <a:lnTo>
                    <a:pt x="114829" y="1399"/>
                  </a:lnTo>
                  <a:lnTo>
                    <a:pt x="110704" y="1989"/>
                  </a:lnTo>
                  <a:lnTo>
                    <a:pt x="106579" y="2578"/>
                  </a:lnTo>
                  <a:lnTo>
                    <a:pt x="102455" y="3314"/>
                  </a:lnTo>
                  <a:lnTo>
                    <a:pt x="98256" y="4125"/>
                  </a:lnTo>
                  <a:lnTo>
                    <a:pt x="94132" y="5009"/>
                  </a:lnTo>
                  <a:lnTo>
                    <a:pt x="90964" y="5745"/>
                  </a:lnTo>
                  <a:lnTo>
                    <a:pt x="87797" y="6555"/>
                  </a:lnTo>
                  <a:lnTo>
                    <a:pt x="84704" y="7439"/>
                  </a:lnTo>
                  <a:lnTo>
                    <a:pt x="81537" y="8323"/>
                  </a:lnTo>
                  <a:lnTo>
                    <a:pt x="78443" y="9207"/>
                  </a:lnTo>
                  <a:lnTo>
                    <a:pt x="75276" y="10238"/>
                  </a:lnTo>
                  <a:lnTo>
                    <a:pt x="72182" y="11269"/>
                  </a:lnTo>
                  <a:lnTo>
                    <a:pt x="69089" y="12374"/>
                  </a:lnTo>
                  <a:lnTo>
                    <a:pt x="65995" y="13479"/>
                  </a:lnTo>
                  <a:lnTo>
                    <a:pt x="62975" y="14657"/>
                  </a:lnTo>
                  <a:lnTo>
                    <a:pt x="59882" y="15836"/>
                  </a:lnTo>
                  <a:lnTo>
                    <a:pt x="56862" y="17088"/>
                  </a:lnTo>
                  <a:lnTo>
                    <a:pt x="53842" y="18414"/>
                  </a:lnTo>
                  <a:lnTo>
                    <a:pt x="50822" y="19813"/>
                  </a:lnTo>
                  <a:lnTo>
                    <a:pt x="47802" y="21213"/>
                  </a:lnTo>
                  <a:lnTo>
                    <a:pt x="44782" y="22612"/>
                  </a:lnTo>
                  <a:lnTo>
                    <a:pt x="41836" y="24085"/>
                  </a:lnTo>
                  <a:lnTo>
                    <a:pt x="38890" y="25632"/>
                  </a:lnTo>
                  <a:lnTo>
                    <a:pt x="35944" y="27179"/>
                  </a:lnTo>
                  <a:lnTo>
                    <a:pt x="33071" y="28799"/>
                  </a:lnTo>
                  <a:lnTo>
                    <a:pt x="30199" y="30493"/>
                  </a:lnTo>
                  <a:lnTo>
                    <a:pt x="27326" y="32187"/>
                  </a:lnTo>
                  <a:lnTo>
                    <a:pt x="24454" y="33882"/>
                  </a:lnTo>
                  <a:lnTo>
                    <a:pt x="21655" y="35649"/>
                  </a:lnTo>
                  <a:lnTo>
                    <a:pt x="18856" y="37491"/>
                  </a:lnTo>
                  <a:lnTo>
                    <a:pt x="16057" y="39332"/>
                  </a:lnTo>
                  <a:lnTo>
                    <a:pt x="13332" y="41247"/>
                  </a:lnTo>
                  <a:lnTo>
                    <a:pt x="10606" y="43162"/>
                  </a:lnTo>
                  <a:lnTo>
                    <a:pt x="7881" y="45151"/>
                  </a:lnTo>
                  <a:lnTo>
                    <a:pt x="5230" y="47140"/>
                  </a:lnTo>
                  <a:lnTo>
                    <a:pt x="2578" y="49202"/>
                  </a:lnTo>
                  <a:lnTo>
                    <a:pt x="0" y="51264"/>
                  </a:lnTo>
                  <a:lnTo>
                    <a:pt x="0" y="52811"/>
                  </a:lnTo>
                  <a:lnTo>
                    <a:pt x="2578" y="50675"/>
                  </a:lnTo>
                  <a:lnTo>
                    <a:pt x="5230" y="48613"/>
                  </a:lnTo>
                  <a:lnTo>
                    <a:pt x="7881" y="46624"/>
                  </a:lnTo>
                  <a:lnTo>
                    <a:pt x="10606" y="44635"/>
                  </a:lnTo>
                  <a:lnTo>
                    <a:pt x="13332" y="42647"/>
                  </a:lnTo>
                  <a:lnTo>
                    <a:pt x="16057" y="40732"/>
                  </a:lnTo>
                  <a:lnTo>
                    <a:pt x="18856" y="38890"/>
                  </a:lnTo>
                  <a:lnTo>
                    <a:pt x="21655" y="37049"/>
                  </a:lnTo>
                  <a:lnTo>
                    <a:pt x="24527" y="35281"/>
                  </a:lnTo>
                  <a:lnTo>
                    <a:pt x="27326" y="33513"/>
                  </a:lnTo>
                  <a:lnTo>
                    <a:pt x="30199" y="31819"/>
                  </a:lnTo>
                  <a:lnTo>
                    <a:pt x="33145" y="30125"/>
                  </a:lnTo>
                  <a:lnTo>
                    <a:pt x="36017" y="28505"/>
                  </a:lnTo>
                  <a:lnTo>
                    <a:pt x="38964" y="26958"/>
                  </a:lnTo>
                  <a:lnTo>
                    <a:pt x="41910" y="25411"/>
                  </a:lnTo>
                  <a:lnTo>
                    <a:pt x="44930" y="23864"/>
                  </a:lnTo>
                  <a:lnTo>
                    <a:pt x="47876" y="22465"/>
                  </a:lnTo>
                  <a:lnTo>
                    <a:pt x="50896" y="21065"/>
                  </a:lnTo>
                  <a:lnTo>
                    <a:pt x="53916" y="19666"/>
                  </a:lnTo>
                  <a:lnTo>
                    <a:pt x="57009" y="18340"/>
                  </a:lnTo>
                  <a:lnTo>
                    <a:pt x="60029" y="17088"/>
                  </a:lnTo>
                  <a:lnTo>
                    <a:pt x="63123" y="15836"/>
                  </a:lnTo>
                  <a:lnTo>
                    <a:pt x="66216" y="14657"/>
                  </a:lnTo>
                  <a:lnTo>
                    <a:pt x="69310" y="13553"/>
                  </a:lnTo>
                  <a:lnTo>
                    <a:pt x="72403" y="12448"/>
                  </a:lnTo>
                  <a:lnTo>
                    <a:pt x="75497" y="11417"/>
                  </a:lnTo>
                  <a:lnTo>
                    <a:pt x="78664" y="10385"/>
                  </a:lnTo>
                  <a:lnTo>
                    <a:pt x="81758" y="9502"/>
                  </a:lnTo>
                  <a:lnTo>
                    <a:pt x="84925" y="8544"/>
                  </a:lnTo>
                  <a:lnTo>
                    <a:pt x="88092" y="7734"/>
                  </a:lnTo>
                  <a:lnTo>
                    <a:pt x="91185" y="6924"/>
                  </a:lnTo>
                  <a:lnTo>
                    <a:pt x="94353" y="6187"/>
                  </a:lnTo>
                  <a:lnTo>
                    <a:pt x="98551" y="5303"/>
                  </a:lnTo>
                  <a:lnTo>
                    <a:pt x="102676" y="4493"/>
                  </a:lnTo>
                  <a:lnTo>
                    <a:pt x="106800" y="3756"/>
                  </a:lnTo>
                  <a:lnTo>
                    <a:pt x="110851" y="3094"/>
                  </a:lnTo>
                  <a:lnTo>
                    <a:pt x="114976" y="2578"/>
                  </a:lnTo>
                  <a:lnTo>
                    <a:pt x="119101" y="2136"/>
                  </a:lnTo>
                  <a:lnTo>
                    <a:pt x="123152" y="1768"/>
                  </a:lnTo>
                  <a:lnTo>
                    <a:pt x="127203" y="1473"/>
                  </a:lnTo>
                  <a:lnTo>
                    <a:pt x="131254" y="1252"/>
                  </a:lnTo>
                  <a:lnTo>
                    <a:pt x="135305" y="1178"/>
                  </a:lnTo>
                  <a:lnTo>
                    <a:pt x="139356" y="1178"/>
                  </a:lnTo>
                  <a:lnTo>
                    <a:pt x="143333" y="1252"/>
                  </a:lnTo>
                  <a:lnTo>
                    <a:pt x="147311" y="1399"/>
                  </a:lnTo>
                  <a:lnTo>
                    <a:pt x="151288" y="1620"/>
                  </a:lnTo>
                  <a:lnTo>
                    <a:pt x="155266" y="1989"/>
                  </a:lnTo>
                  <a:lnTo>
                    <a:pt x="159243" y="2357"/>
                  </a:lnTo>
                  <a:lnTo>
                    <a:pt x="163147" y="2873"/>
                  </a:lnTo>
                  <a:lnTo>
                    <a:pt x="167050" y="3462"/>
                  </a:lnTo>
                  <a:lnTo>
                    <a:pt x="170954" y="4125"/>
                  </a:lnTo>
                  <a:lnTo>
                    <a:pt x="174784" y="4935"/>
                  </a:lnTo>
                  <a:lnTo>
                    <a:pt x="178614" y="5745"/>
                  </a:lnTo>
                  <a:lnTo>
                    <a:pt x="182444" y="6703"/>
                  </a:lnTo>
                  <a:lnTo>
                    <a:pt x="186201" y="7734"/>
                  </a:lnTo>
                  <a:lnTo>
                    <a:pt x="189957" y="8839"/>
                  </a:lnTo>
                  <a:lnTo>
                    <a:pt x="193714" y="10017"/>
                  </a:lnTo>
                  <a:lnTo>
                    <a:pt x="197470" y="11343"/>
                  </a:lnTo>
                  <a:lnTo>
                    <a:pt x="201079" y="12669"/>
                  </a:lnTo>
                  <a:lnTo>
                    <a:pt x="204762" y="14142"/>
                  </a:lnTo>
                  <a:lnTo>
                    <a:pt x="208371" y="15689"/>
                  </a:lnTo>
                  <a:lnTo>
                    <a:pt x="211980" y="17309"/>
                  </a:lnTo>
                  <a:lnTo>
                    <a:pt x="215516" y="19003"/>
                  </a:lnTo>
                  <a:lnTo>
                    <a:pt x="219051" y="20771"/>
                  </a:lnTo>
                  <a:lnTo>
                    <a:pt x="221482" y="22097"/>
                  </a:lnTo>
                  <a:lnTo>
                    <a:pt x="223986" y="23570"/>
                  </a:lnTo>
                  <a:lnTo>
                    <a:pt x="226564" y="25117"/>
                  </a:lnTo>
                  <a:lnTo>
                    <a:pt x="229142" y="26811"/>
                  </a:lnTo>
                  <a:lnTo>
                    <a:pt x="231794" y="28652"/>
                  </a:lnTo>
                  <a:lnTo>
                    <a:pt x="234372" y="30641"/>
                  </a:lnTo>
                  <a:lnTo>
                    <a:pt x="237023" y="32777"/>
                  </a:lnTo>
                  <a:lnTo>
                    <a:pt x="239527" y="35060"/>
                  </a:lnTo>
                  <a:lnTo>
                    <a:pt x="242032" y="37491"/>
                  </a:lnTo>
                  <a:lnTo>
                    <a:pt x="244462" y="40069"/>
                  </a:lnTo>
                  <a:lnTo>
                    <a:pt x="245641" y="41394"/>
                  </a:lnTo>
                  <a:lnTo>
                    <a:pt x="246746" y="42794"/>
                  </a:lnTo>
                  <a:lnTo>
                    <a:pt x="247850" y="44193"/>
                  </a:lnTo>
                  <a:lnTo>
                    <a:pt x="248955" y="45666"/>
                  </a:lnTo>
                  <a:lnTo>
                    <a:pt x="249986" y="47213"/>
                  </a:lnTo>
                  <a:lnTo>
                    <a:pt x="251018" y="48760"/>
                  </a:lnTo>
                  <a:lnTo>
                    <a:pt x="251975" y="50307"/>
                  </a:lnTo>
                  <a:lnTo>
                    <a:pt x="252933" y="51927"/>
                  </a:lnTo>
                  <a:lnTo>
                    <a:pt x="253817" y="53621"/>
                  </a:lnTo>
                  <a:lnTo>
                    <a:pt x="254627" y="55315"/>
                  </a:lnTo>
                  <a:lnTo>
                    <a:pt x="255437" y="57083"/>
                  </a:lnTo>
                  <a:lnTo>
                    <a:pt x="256174" y="58924"/>
                  </a:lnTo>
                  <a:lnTo>
                    <a:pt x="256910" y="60766"/>
                  </a:lnTo>
                  <a:lnTo>
                    <a:pt x="257573" y="62681"/>
                  </a:lnTo>
                  <a:lnTo>
                    <a:pt x="258162" y="64670"/>
                  </a:lnTo>
                  <a:lnTo>
                    <a:pt x="258678" y="66585"/>
                  </a:lnTo>
                  <a:lnTo>
                    <a:pt x="259120" y="68573"/>
                  </a:lnTo>
                  <a:lnTo>
                    <a:pt x="259562" y="70562"/>
                  </a:lnTo>
                  <a:lnTo>
                    <a:pt x="259856" y="72551"/>
                  </a:lnTo>
                  <a:lnTo>
                    <a:pt x="260151" y="74539"/>
                  </a:lnTo>
                  <a:lnTo>
                    <a:pt x="260372" y="76602"/>
                  </a:lnTo>
                  <a:lnTo>
                    <a:pt x="260519" y="78664"/>
                  </a:lnTo>
                  <a:lnTo>
                    <a:pt x="260667" y="80726"/>
                  </a:lnTo>
                  <a:lnTo>
                    <a:pt x="260667" y="82789"/>
                  </a:lnTo>
                  <a:lnTo>
                    <a:pt x="260667" y="84925"/>
                  </a:lnTo>
                  <a:lnTo>
                    <a:pt x="260593" y="87061"/>
                  </a:lnTo>
                  <a:lnTo>
                    <a:pt x="260446" y="89197"/>
                  </a:lnTo>
                  <a:lnTo>
                    <a:pt x="260225" y="91333"/>
                  </a:lnTo>
                  <a:lnTo>
                    <a:pt x="260004" y="93248"/>
                  </a:lnTo>
                  <a:lnTo>
                    <a:pt x="259709" y="95237"/>
                  </a:lnTo>
                  <a:lnTo>
                    <a:pt x="259414" y="97225"/>
                  </a:lnTo>
                  <a:lnTo>
                    <a:pt x="258972" y="99214"/>
                  </a:lnTo>
                  <a:lnTo>
                    <a:pt x="258531" y="101203"/>
                  </a:lnTo>
                  <a:lnTo>
                    <a:pt x="258089" y="103191"/>
                  </a:lnTo>
                  <a:lnTo>
                    <a:pt x="257573" y="105180"/>
                  </a:lnTo>
                  <a:lnTo>
                    <a:pt x="256984" y="107242"/>
                  </a:lnTo>
                  <a:lnTo>
                    <a:pt x="256321" y="109231"/>
                  </a:lnTo>
                  <a:lnTo>
                    <a:pt x="255658" y="111220"/>
                  </a:lnTo>
                  <a:lnTo>
                    <a:pt x="254921" y="113209"/>
                  </a:lnTo>
                  <a:lnTo>
                    <a:pt x="254111" y="115271"/>
                  </a:lnTo>
                  <a:lnTo>
                    <a:pt x="253301" y="117260"/>
                  </a:lnTo>
                  <a:lnTo>
                    <a:pt x="252417" y="119322"/>
                  </a:lnTo>
                  <a:lnTo>
                    <a:pt x="250502" y="123299"/>
                  </a:lnTo>
                  <a:lnTo>
                    <a:pt x="248587" y="126982"/>
                  </a:lnTo>
                  <a:lnTo>
                    <a:pt x="246525" y="130665"/>
                  </a:lnTo>
                  <a:lnTo>
                    <a:pt x="244389" y="134274"/>
                  </a:lnTo>
                  <a:lnTo>
                    <a:pt x="242032" y="137810"/>
                  </a:lnTo>
                  <a:lnTo>
                    <a:pt x="239601" y="141271"/>
                  </a:lnTo>
                  <a:lnTo>
                    <a:pt x="237097" y="144659"/>
                  </a:lnTo>
                  <a:lnTo>
                    <a:pt x="234445" y="147974"/>
                  </a:lnTo>
                  <a:lnTo>
                    <a:pt x="231646" y="151215"/>
                  </a:lnTo>
                  <a:lnTo>
                    <a:pt x="228774" y="154382"/>
                  </a:lnTo>
                  <a:lnTo>
                    <a:pt x="225828" y="157476"/>
                  </a:lnTo>
                  <a:lnTo>
                    <a:pt x="222808" y="160422"/>
                  </a:lnTo>
                  <a:lnTo>
                    <a:pt x="219714" y="163221"/>
                  </a:lnTo>
                  <a:lnTo>
                    <a:pt x="216547" y="165946"/>
                  </a:lnTo>
                  <a:lnTo>
                    <a:pt x="213232" y="168524"/>
                  </a:lnTo>
                  <a:lnTo>
                    <a:pt x="209918" y="171028"/>
                  </a:lnTo>
                  <a:lnTo>
                    <a:pt x="206603" y="173385"/>
                  </a:lnTo>
                  <a:lnTo>
                    <a:pt x="203805" y="175079"/>
                  </a:lnTo>
                  <a:lnTo>
                    <a:pt x="201006" y="176847"/>
                  </a:lnTo>
                  <a:lnTo>
                    <a:pt x="198133" y="178467"/>
                  </a:lnTo>
                  <a:lnTo>
                    <a:pt x="195187" y="180088"/>
                  </a:lnTo>
                  <a:lnTo>
                    <a:pt x="192093" y="181635"/>
                  </a:lnTo>
                  <a:lnTo>
                    <a:pt x="189000" y="183181"/>
                  </a:lnTo>
                  <a:lnTo>
                    <a:pt x="185759" y="184654"/>
                  </a:lnTo>
                  <a:lnTo>
                    <a:pt x="182444" y="186054"/>
                  </a:lnTo>
                  <a:lnTo>
                    <a:pt x="179056" y="187453"/>
                  </a:lnTo>
                  <a:lnTo>
                    <a:pt x="175595" y="188779"/>
                  </a:lnTo>
                  <a:lnTo>
                    <a:pt x="172059" y="190031"/>
                  </a:lnTo>
                  <a:lnTo>
                    <a:pt x="168376" y="191283"/>
                  </a:lnTo>
                  <a:lnTo>
                    <a:pt x="164694" y="192462"/>
                  </a:lnTo>
                  <a:lnTo>
                    <a:pt x="160863" y="193567"/>
                  </a:lnTo>
                  <a:lnTo>
                    <a:pt x="156886" y="194672"/>
                  </a:lnTo>
                  <a:lnTo>
                    <a:pt x="152909" y="195703"/>
                  </a:lnTo>
                  <a:lnTo>
                    <a:pt x="144144" y="197912"/>
                  </a:lnTo>
                  <a:lnTo>
                    <a:pt x="135747" y="199827"/>
                  </a:lnTo>
                  <a:lnTo>
                    <a:pt x="127718" y="201522"/>
                  </a:lnTo>
                  <a:lnTo>
                    <a:pt x="119911" y="203068"/>
                  </a:lnTo>
                  <a:lnTo>
                    <a:pt x="112398" y="204394"/>
                  </a:lnTo>
                  <a:lnTo>
                    <a:pt x="105106" y="205499"/>
                  </a:lnTo>
                  <a:lnTo>
                    <a:pt x="98035" y="206383"/>
                  </a:lnTo>
                  <a:lnTo>
                    <a:pt x="91038" y="207193"/>
                  </a:lnTo>
                  <a:lnTo>
                    <a:pt x="86692" y="207561"/>
                  </a:lnTo>
                  <a:lnTo>
                    <a:pt x="82420" y="207856"/>
                  </a:lnTo>
                  <a:lnTo>
                    <a:pt x="78222" y="208077"/>
                  </a:lnTo>
                  <a:lnTo>
                    <a:pt x="74097" y="208298"/>
                  </a:lnTo>
                  <a:lnTo>
                    <a:pt x="69973" y="208372"/>
                  </a:lnTo>
                  <a:lnTo>
                    <a:pt x="65995" y="208372"/>
                  </a:lnTo>
                  <a:lnTo>
                    <a:pt x="62018" y="208298"/>
                  </a:lnTo>
                  <a:lnTo>
                    <a:pt x="58114" y="208224"/>
                  </a:lnTo>
                  <a:lnTo>
                    <a:pt x="54210" y="208003"/>
                  </a:lnTo>
                  <a:lnTo>
                    <a:pt x="50380" y="207709"/>
                  </a:lnTo>
                  <a:lnTo>
                    <a:pt x="46624" y="207340"/>
                  </a:lnTo>
                  <a:lnTo>
                    <a:pt x="42941" y="206972"/>
                  </a:lnTo>
                  <a:lnTo>
                    <a:pt x="39258" y="206456"/>
                  </a:lnTo>
                  <a:lnTo>
                    <a:pt x="35649" y="205867"/>
                  </a:lnTo>
                  <a:lnTo>
                    <a:pt x="32114" y="205204"/>
                  </a:lnTo>
                  <a:lnTo>
                    <a:pt x="28578" y="204541"/>
                  </a:lnTo>
                  <a:lnTo>
                    <a:pt x="24527" y="203584"/>
                  </a:lnTo>
                  <a:lnTo>
                    <a:pt x="20550" y="202479"/>
                  </a:lnTo>
                  <a:lnTo>
                    <a:pt x="16793" y="201374"/>
                  </a:lnTo>
                  <a:lnTo>
                    <a:pt x="13184" y="200048"/>
                  </a:lnTo>
                  <a:lnTo>
                    <a:pt x="9649" y="198649"/>
                  </a:lnTo>
                  <a:lnTo>
                    <a:pt x="6261" y="197176"/>
                  </a:lnTo>
                  <a:lnTo>
                    <a:pt x="3094" y="195555"/>
                  </a:lnTo>
                  <a:lnTo>
                    <a:pt x="0" y="193861"/>
                  </a:lnTo>
                  <a:lnTo>
                    <a:pt x="0" y="195261"/>
                  </a:lnTo>
                  <a:lnTo>
                    <a:pt x="3020" y="196881"/>
                  </a:lnTo>
                  <a:lnTo>
                    <a:pt x="6261" y="198502"/>
                  </a:lnTo>
                  <a:lnTo>
                    <a:pt x="9575" y="199901"/>
                  </a:lnTo>
                  <a:lnTo>
                    <a:pt x="13111" y="201301"/>
                  </a:lnTo>
                  <a:lnTo>
                    <a:pt x="16720" y="202553"/>
                  </a:lnTo>
                  <a:lnTo>
                    <a:pt x="20403" y="203658"/>
                  </a:lnTo>
                  <a:lnTo>
                    <a:pt x="24306" y="204762"/>
                  </a:lnTo>
                  <a:lnTo>
                    <a:pt x="28284" y="205646"/>
                  </a:lnTo>
                  <a:lnTo>
                    <a:pt x="32850" y="206604"/>
                  </a:lnTo>
                  <a:lnTo>
                    <a:pt x="37491" y="207340"/>
                  </a:lnTo>
                  <a:lnTo>
                    <a:pt x="42205" y="208077"/>
                  </a:lnTo>
                  <a:lnTo>
                    <a:pt x="46992" y="208592"/>
                  </a:lnTo>
                  <a:lnTo>
                    <a:pt x="51853" y="209034"/>
                  </a:lnTo>
                  <a:lnTo>
                    <a:pt x="56788" y="209329"/>
                  </a:lnTo>
                  <a:lnTo>
                    <a:pt x="61797" y="209476"/>
                  </a:lnTo>
                  <a:lnTo>
                    <a:pt x="66953" y="209550"/>
                  </a:lnTo>
                  <a:lnTo>
                    <a:pt x="72845" y="209476"/>
                  </a:lnTo>
                  <a:lnTo>
                    <a:pt x="78811" y="209255"/>
                  </a:lnTo>
                  <a:lnTo>
                    <a:pt x="84925" y="208887"/>
                  </a:lnTo>
                  <a:lnTo>
                    <a:pt x="91185" y="208372"/>
                  </a:lnTo>
                  <a:lnTo>
                    <a:pt x="98109" y="207561"/>
                  </a:lnTo>
                  <a:lnTo>
                    <a:pt x="105254" y="206677"/>
                  </a:lnTo>
                  <a:lnTo>
                    <a:pt x="112619" y="205499"/>
                  </a:lnTo>
                  <a:lnTo>
                    <a:pt x="120132" y="204173"/>
                  </a:lnTo>
                  <a:lnTo>
                    <a:pt x="127939" y="202700"/>
                  </a:lnTo>
                  <a:lnTo>
                    <a:pt x="135968" y="200932"/>
                  </a:lnTo>
                  <a:lnTo>
                    <a:pt x="144438" y="199017"/>
                  </a:lnTo>
                  <a:lnTo>
                    <a:pt x="153130" y="196881"/>
                  </a:lnTo>
                  <a:lnTo>
                    <a:pt x="157181" y="195850"/>
                  </a:lnTo>
                  <a:lnTo>
                    <a:pt x="161158" y="194745"/>
                  </a:lnTo>
                  <a:lnTo>
                    <a:pt x="165062" y="193567"/>
                  </a:lnTo>
                  <a:lnTo>
                    <a:pt x="168818" y="192388"/>
                  </a:lnTo>
                  <a:lnTo>
                    <a:pt x="172501" y="191136"/>
                  </a:lnTo>
                  <a:lnTo>
                    <a:pt x="176036" y="189884"/>
                  </a:lnTo>
                  <a:lnTo>
                    <a:pt x="179572" y="188485"/>
                  </a:lnTo>
                  <a:lnTo>
                    <a:pt x="182960" y="187159"/>
                  </a:lnTo>
                  <a:lnTo>
                    <a:pt x="186275" y="185686"/>
                  </a:lnTo>
                  <a:lnTo>
                    <a:pt x="189515" y="184213"/>
                  </a:lnTo>
                  <a:lnTo>
                    <a:pt x="192683" y="182739"/>
                  </a:lnTo>
                  <a:lnTo>
                    <a:pt x="195702" y="181119"/>
                  </a:lnTo>
                  <a:lnTo>
                    <a:pt x="198722" y="179499"/>
                  </a:lnTo>
                  <a:lnTo>
                    <a:pt x="201595" y="177804"/>
                  </a:lnTo>
                  <a:lnTo>
                    <a:pt x="204467" y="176110"/>
                  </a:lnTo>
                  <a:lnTo>
                    <a:pt x="207193" y="174343"/>
                  </a:lnTo>
                  <a:lnTo>
                    <a:pt x="210654" y="171986"/>
                  </a:lnTo>
                  <a:lnTo>
                    <a:pt x="213969" y="169481"/>
                  </a:lnTo>
                  <a:lnTo>
                    <a:pt x="217283" y="166903"/>
                  </a:lnTo>
                  <a:lnTo>
                    <a:pt x="220451" y="164105"/>
                  </a:lnTo>
                  <a:lnTo>
                    <a:pt x="223618" y="161232"/>
                  </a:lnTo>
                  <a:lnTo>
                    <a:pt x="226711" y="158286"/>
                  </a:lnTo>
                  <a:lnTo>
                    <a:pt x="229658" y="155192"/>
                  </a:lnTo>
                  <a:lnTo>
                    <a:pt x="232530" y="152025"/>
                  </a:lnTo>
                  <a:lnTo>
                    <a:pt x="235329" y="148784"/>
                  </a:lnTo>
                  <a:lnTo>
                    <a:pt x="237981" y="145396"/>
                  </a:lnTo>
                  <a:lnTo>
                    <a:pt x="240559" y="141934"/>
                  </a:lnTo>
                  <a:lnTo>
                    <a:pt x="243063" y="138472"/>
                  </a:lnTo>
                  <a:lnTo>
                    <a:pt x="245346" y="134863"/>
                  </a:lnTo>
                  <a:lnTo>
                    <a:pt x="247556" y="131254"/>
                  </a:lnTo>
                  <a:lnTo>
                    <a:pt x="249618" y="127571"/>
                  </a:lnTo>
                  <a:lnTo>
                    <a:pt x="251533" y="123815"/>
                  </a:lnTo>
                  <a:lnTo>
                    <a:pt x="253522" y="119764"/>
                  </a:lnTo>
                  <a:lnTo>
                    <a:pt x="254406" y="117702"/>
                  </a:lnTo>
                  <a:lnTo>
                    <a:pt x="255216" y="115713"/>
                  </a:lnTo>
                  <a:lnTo>
                    <a:pt x="256026" y="113650"/>
                  </a:lnTo>
                  <a:lnTo>
                    <a:pt x="256763" y="111588"/>
                  </a:lnTo>
                  <a:lnTo>
                    <a:pt x="257426" y="109599"/>
                  </a:lnTo>
                  <a:lnTo>
                    <a:pt x="258089" y="107537"/>
                  </a:lnTo>
                  <a:lnTo>
                    <a:pt x="258678" y="105548"/>
                  </a:lnTo>
                  <a:lnTo>
                    <a:pt x="259193" y="103486"/>
                  </a:lnTo>
                  <a:lnTo>
                    <a:pt x="259709" y="101497"/>
                  </a:lnTo>
                  <a:lnTo>
                    <a:pt x="260151" y="99435"/>
                  </a:lnTo>
                  <a:lnTo>
                    <a:pt x="260519" y="97446"/>
                  </a:lnTo>
                  <a:lnTo>
                    <a:pt x="260887" y="95458"/>
                  </a:lnTo>
                  <a:lnTo>
                    <a:pt x="261182" y="93395"/>
                  </a:lnTo>
                  <a:lnTo>
                    <a:pt x="261403" y="91407"/>
                  </a:lnTo>
                  <a:lnTo>
                    <a:pt x="261624" y="89271"/>
                  </a:lnTo>
                  <a:lnTo>
                    <a:pt x="261771" y="87061"/>
                  </a:lnTo>
                  <a:lnTo>
                    <a:pt x="261845" y="84925"/>
                  </a:lnTo>
                  <a:lnTo>
                    <a:pt x="261845" y="82789"/>
                  </a:lnTo>
                  <a:lnTo>
                    <a:pt x="261845" y="80653"/>
                  </a:lnTo>
                  <a:lnTo>
                    <a:pt x="261698" y="78590"/>
                  </a:lnTo>
                  <a:lnTo>
                    <a:pt x="261550" y="76454"/>
                  </a:lnTo>
                  <a:lnTo>
                    <a:pt x="261329" y="74392"/>
                  </a:lnTo>
                  <a:lnTo>
                    <a:pt x="261035" y="72330"/>
                  </a:lnTo>
                  <a:lnTo>
                    <a:pt x="260667" y="70341"/>
                  </a:lnTo>
                  <a:lnTo>
                    <a:pt x="260298" y="68279"/>
                  </a:lnTo>
                  <a:lnTo>
                    <a:pt x="259783" y="66290"/>
                  </a:lnTo>
                  <a:lnTo>
                    <a:pt x="259267" y="64301"/>
                  </a:lnTo>
                  <a:lnTo>
                    <a:pt x="258678" y="62313"/>
                  </a:lnTo>
                  <a:lnTo>
                    <a:pt x="258015" y="60398"/>
                  </a:lnTo>
                  <a:lnTo>
                    <a:pt x="257278" y="58482"/>
                  </a:lnTo>
                  <a:lnTo>
                    <a:pt x="256542" y="56641"/>
                  </a:lnTo>
                  <a:lnTo>
                    <a:pt x="255732" y="54873"/>
                  </a:lnTo>
                  <a:lnTo>
                    <a:pt x="254848" y="53106"/>
                  </a:lnTo>
                  <a:lnTo>
                    <a:pt x="253964" y="51412"/>
                  </a:lnTo>
                  <a:lnTo>
                    <a:pt x="253006" y="49717"/>
                  </a:lnTo>
                  <a:lnTo>
                    <a:pt x="252049" y="48171"/>
                  </a:lnTo>
                  <a:lnTo>
                    <a:pt x="251018" y="46550"/>
                  </a:lnTo>
                  <a:lnTo>
                    <a:pt x="249913" y="45004"/>
                  </a:lnTo>
                  <a:lnTo>
                    <a:pt x="248808" y="43530"/>
                  </a:lnTo>
                  <a:lnTo>
                    <a:pt x="247703" y="42057"/>
                  </a:lnTo>
                  <a:lnTo>
                    <a:pt x="246525" y="40658"/>
                  </a:lnTo>
                  <a:lnTo>
                    <a:pt x="245346" y="39332"/>
                  </a:lnTo>
                  <a:lnTo>
                    <a:pt x="242916" y="36680"/>
                  </a:lnTo>
                  <a:lnTo>
                    <a:pt x="240411" y="34250"/>
                  </a:lnTo>
                  <a:lnTo>
                    <a:pt x="237760" y="31893"/>
                  </a:lnTo>
                  <a:lnTo>
                    <a:pt x="235182" y="29757"/>
                  </a:lnTo>
                  <a:lnTo>
                    <a:pt x="232530" y="27768"/>
                  </a:lnTo>
                  <a:lnTo>
                    <a:pt x="229879" y="25853"/>
                  </a:lnTo>
                  <a:lnTo>
                    <a:pt x="227227" y="24159"/>
                  </a:lnTo>
                  <a:lnTo>
                    <a:pt x="224649" y="22539"/>
                  </a:lnTo>
                  <a:lnTo>
                    <a:pt x="222071" y="21065"/>
                  </a:lnTo>
                  <a:lnTo>
                    <a:pt x="219640" y="19740"/>
                  </a:lnTo>
                  <a:lnTo>
                    <a:pt x="216031" y="17972"/>
                  </a:lnTo>
                  <a:lnTo>
                    <a:pt x="212496" y="16204"/>
                  </a:lnTo>
                  <a:lnTo>
                    <a:pt x="208887" y="14584"/>
                  </a:lnTo>
                  <a:lnTo>
                    <a:pt x="205204" y="13037"/>
                  </a:lnTo>
                  <a:lnTo>
                    <a:pt x="201521" y="11564"/>
                  </a:lnTo>
                  <a:lnTo>
                    <a:pt x="197838" y="10238"/>
                  </a:lnTo>
                  <a:lnTo>
                    <a:pt x="194082" y="8912"/>
                  </a:lnTo>
                  <a:lnTo>
                    <a:pt x="190326" y="7734"/>
                  </a:lnTo>
                  <a:lnTo>
                    <a:pt x="186569" y="6555"/>
                  </a:lnTo>
                  <a:lnTo>
                    <a:pt x="182739" y="5524"/>
                  </a:lnTo>
                  <a:lnTo>
                    <a:pt x="178909" y="4640"/>
                  </a:lnTo>
                  <a:lnTo>
                    <a:pt x="175079" y="3756"/>
                  </a:lnTo>
                  <a:lnTo>
                    <a:pt x="171175" y="3020"/>
                  </a:lnTo>
                  <a:lnTo>
                    <a:pt x="167271" y="2283"/>
                  </a:lnTo>
                  <a:lnTo>
                    <a:pt x="163294" y="1694"/>
                  </a:lnTo>
                  <a:lnTo>
                    <a:pt x="159390" y="1178"/>
                  </a:lnTo>
                  <a:lnTo>
                    <a:pt x="155413" y="810"/>
                  </a:lnTo>
                  <a:lnTo>
                    <a:pt x="151436" y="442"/>
                  </a:lnTo>
                  <a:lnTo>
                    <a:pt x="147384" y="221"/>
                  </a:lnTo>
                  <a:lnTo>
                    <a:pt x="143407" y="74"/>
                  </a:lnTo>
                  <a:lnTo>
                    <a:pt x="139356" y="0"/>
                  </a:lnTo>
                  <a:close/>
                </a:path>
              </a:pathLst>
            </a:custGeom>
            <a:solidFill>
              <a:schemeClr val="lt2"/>
            </a:solidFill>
            <a:ln>
              <a:noFill/>
            </a:ln>
          </p:spPr>
          <p:txBody>
            <a:bodyPr anchorCtr="0" anchor="ctr" bIns="129100" lIns="129100" spcFirstLastPara="1" rIns="129100" wrap="square" tIns="129100">
              <a:noAutofit/>
            </a:bodyPr>
            <a:lstStyle/>
            <a:p>
              <a:pPr indent="0" lvl="0" marL="0" rtl="0" algn="l">
                <a:spcBef>
                  <a:spcPts val="0"/>
                </a:spcBef>
                <a:spcAft>
                  <a:spcPts val="0"/>
                </a:spcAft>
                <a:buNone/>
              </a:pPr>
              <a:r>
                <a:t/>
              </a:r>
              <a:endParaRPr sz="1976">
                <a:solidFill>
                  <a:schemeClr val="lt2"/>
                </a:solidFill>
                <a:latin typeface="Nunito Sans"/>
                <a:ea typeface="Nunito Sans"/>
                <a:cs typeface="Nunito Sans"/>
                <a:sym typeface="Nunito Sans"/>
              </a:endParaRPr>
            </a:p>
          </p:txBody>
        </p:sp>
        <p:sp>
          <p:nvSpPr>
            <p:cNvPr id="1160" name="Google Shape;1160;p124"/>
            <p:cNvSpPr/>
            <p:nvPr/>
          </p:nvSpPr>
          <p:spPr>
            <a:xfrm>
              <a:off x="536925" y="582450"/>
              <a:ext cx="3622025" cy="1145375"/>
            </a:xfrm>
            <a:custGeom>
              <a:rect b="b" l="l" r="r" t="t"/>
              <a:pathLst>
                <a:path extrusionOk="0" h="45815" w="144881">
                  <a:moveTo>
                    <a:pt x="137294" y="1"/>
                  </a:moveTo>
                  <a:lnTo>
                    <a:pt x="133390" y="148"/>
                  </a:lnTo>
                  <a:lnTo>
                    <a:pt x="128750" y="295"/>
                  </a:lnTo>
                  <a:lnTo>
                    <a:pt x="123594" y="516"/>
                  </a:lnTo>
                  <a:lnTo>
                    <a:pt x="117775" y="958"/>
                  </a:lnTo>
                  <a:lnTo>
                    <a:pt x="111514" y="1474"/>
                  </a:lnTo>
                  <a:lnTo>
                    <a:pt x="104812" y="2284"/>
                  </a:lnTo>
                  <a:lnTo>
                    <a:pt x="97741" y="3168"/>
                  </a:lnTo>
                  <a:lnTo>
                    <a:pt x="94058" y="3757"/>
                  </a:lnTo>
                  <a:lnTo>
                    <a:pt x="90302" y="4346"/>
                  </a:lnTo>
                  <a:lnTo>
                    <a:pt x="86471" y="5083"/>
                  </a:lnTo>
                  <a:lnTo>
                    <a:pt x="82641" y="5819"/>
                  </a:lnTo>
                  <a:lnTo>
                    <a:pt x="78738" y="6630"/>
                  </a:lnTo>
                  <a:lnTo>
                    <a:pt x="74834" y="7513"/>
                  </a:lnTo>
                  <a:lnTo>
                    <a:pt x="70857" y="8471"/>
                  </a:lnTo>
                  <a:lnTo>
                    <a:pt x="66805" y="9502"/>
                  </a:lnTo>
                  <a:lnTo>
                    <a:pt x="62828" y="10681"/>
                  </a:lnTo>
                  <a:lnTo>
                    <a:pt x="58777" y="11859"/>
                  </a:lnTo>
                  <a:lnTo>
                    <a:pt x="54284" y="13332"/>
                  </a:lnTo>
                  <a:lnTo>
                    <a:pt x="49938" y="14879"/>
                  </a:lnTo>
                  <a:lnTo>
                    <a:pt x="45593" y="16499"/>
                  </a:lnTo>
                  <a:lnTo>
                    <a:pt x="41468" y="18194"/>
                  </a:lnTo>
                  <a:lnTo>
                    <a:pt x="37417" y="19961"/>
                  </a:lnTo>
                  <a:lnTo>
                    <a:pt x="33440" y="21803"/>
                  </a:lnTo>
                  <a:lnTo>
                    <a:pt x="29536" y="23644"/>
                  </a:lnTo>
                  <a:lnTo>
                    <a:pt x="25853" y="25633"/>
                  </a:lnTo>
                  <a:lnTo>
                    <a:pt x="22170" y="27695"/>
                  </a:lnTo>
                  <a:lnTo>
                    <a:pt x="18708" y="29831"/>
                  </a:lnTo>
                  <a:lnTo>
                    <a:pt x="15247" y="32041"/>
                  </a:lnTo>
                  <a:lnTo>
                    <a:pt x="12006" y="34324"/>
                  </a:lnTo>
                  <a:lnTo>
                    <a:pt x="8839" y="36681"/>
                  </a:lnTo>
                  <a:lnTo>
                    <a:pt x="5745" y="39112"/>
                  </a:lnTo>
                  <a:lnTo>
                    <a:pt x="2799" y="41616"/>
                  </a:lnTo>
                  <a:lnTo>
                    <a:pt x="0" y="44194"/>
                  </a:lnTo>
                  <a:lnTo>
                    <a:pt x="0" y="45814"/>
                  </a:lnTo>
                  <a:lnTo>
                    <a:pt x="2799" y="43236"/>
                  </a:lnTo>
                  <a:lnTo>
                    <a:pt x="5745" y="40658"/>
                  </a:lnTo>
                  <a:lnTo>
                    <a:pt x="8839" y="38228"/>
                  </a:lnTo>
                  <a:lnTo>
                    <a:pt x="12006" y="35797"/>
                  </a:lnTo>
                  <a:lnTo>
                    <a:pt x="15247" y="33514"/>
                  </a:lnTo>
                  <a:lnTo>
                    <a:pt x="18708" y="31231"/>
                  </a:lnTo>
                  <a:lnTo>
                    <a:pt x="22244" y="29095"/>
                  </a:lnTo>
                  <a:lnTo>
                    <a:pt x="25853" y="26959"/>
                  </a:lnTo>
                  <a:lnTo>
                    <a:pt x="29609" y="24970"/>
                  </a:lnTo>
                  <a:lnTo>
                    <a:pt x="33513" y="23055"/>
                  </a:lnTo>
                  <a:lnTo>
                    <a:pt x="37491" y="21140"/>
                  </a:lnTo>
                  <a:lnTo>
                    <a:pt x="41615" y="19372"/>
                  </a:lnTo>
                  <a:lnTo>
                    <a:pt x="45814" y="17678"/>
                  </a:lnTo>
                  <a:lnTo>
                    <a:pt x="50159" y="16057"/>
                  </a:lnTo>
                  <a:lnTo>
                    <a:pt x="54579" y="14511"/>
                  </a:lnTo>
                  <a:lnTo>
                    <a:pt x="59145" y="13038"/>
                  </a:lnTo>
                  <a:lnTo>
                    <a:pt x="63123" y="11785"/>
                  </a:lnTo>
                  <a:lnTo>
                    <a:pt x="67100" y="10681"/>
                  </a:lnTo>
                  <a:lnTo>
                    <a:pt x="71077" y="9649"/>
                  </a:lnTo>
                  <a:lnTo>
                    <a:pt x="75055" y="8692"/>
                  </a:lnTo>
                  <a:lnTo>
                    <a:pt x="78959" y="7808"/>
                  </a:lnTo>
                  <a:lnTo>
                    <a:pt x="82862" y="6998"/>
                  </a:lnTo>
                  <a:lnTo>
                    <a:pt x="86692" y="6188"/>
                  </a:lnTo>
                  <a:lnTo>
                    <a:pt x="90523" y="5525"/>
                  </a:lnTo>
                  <a:lnTo>
                    <a:pt x="94205" y="4936"/>
                  </a:lnTo>
                  <a:lnTo>
                    <a:pt x="97888" y="4346"/>
                  </a:lnTo>
                  <a:lnTo>
                    <a:pt x="104885" y="3389"/>
                  </a:lnTo>
                  <a:lnTo>
                    <a:pt x="111588" y="2652"/>
                  </a:lnTo>
                  <a:lnTo>
                    <a:pt x="117849" y="2137"/>
                  </a:lnTo>
                  <a:lnTo>
                    <a:pt x="123594" y="1695"/>
                  </a:lnTo>
                  <a:lnTo>
                    <a:pt x="128823" y="1474"/>
                  </a:lnTo>
                  <a:lnTo>
                    <a:pt x="133390" y="1326"/>
                  </a:lnTo>
                  <a:lnTo>
                    <a:pt x="137294" y="1179"/>
                  </a:lnTo>
                  <a:lnTo>
                    <a:pt x="142818" y="1253"/>
                  </a:lnTo>
                  <a:lnTo>
                    <a:pt x="144807" y="1253"/>
                  </a:lnTo>
                  <a:lnTo>
                    <a:pt x="144880" y="74"/>
                  </a:lnTo>
                  <a:lnTo>
                    <a:pt x="142818" y="74"/>
                  </a:lnTo>
                  <a:lnTo>
                    <a:pt x="140461" y="1"/>
                  </a:lnTo>
                  <a:close/>
                </a:path>
              </a:pathLst>
            </a:custGeom>
            <a:solidFill>
              <a:schemeClr val="lt2"/>
            </a:solidFill>
            <a:ln>
              <a:noFill/>
            </a:ln>
          </p:spPr>
          <p:txBody>
            <a:bodyPr anchorCtr="0" anchor="ctr" bIns="129100" lIns="129100" spcFirstLastPara="1" rIns="129100" wrap="square" tIns="129100">
              <a:noAutofit/>
            </a:bodyPr>
            <a:lstStyle/>
            <a:p>
              <a:pPr indent="0" lvl="0" marL="0" rtl="0" algn="l">
                <a:spcBef>
                  <a:spcPts val="0"/>
                </a:spcBef>
                <a:spcAft>
                  <a:spcPts val="0"/>
                </a:spcAft>
                <a:buNone/>
              </a:pPr>
              <a:r>
                <a:t/>
              </a:r>
              <a:endParaRPr sz="1976">
                <a:solidFill>
                  <a:schemeClr val="lt2"/>
                </a:solidFill>
                <a:latin typeface="Nunito Sans"/>
                <a:ea typeface="Nunito Sans"/>
                <a:cs typeface="Nunito Sans"/>
                <a:sym typeface="Nunito Sans"/>
              </a:endParaRPr>
            </a:p>
          </p:txBody>
        </p:sp>
        <p:sp>
          <p:nvSpPr>
            <p:cNvPr id="1161" name="Google Shape;1161;p124"/>
            <p:cNvSpPr/>
            <p:nvPr/>
          </p:nvSpPr>
          <p:spPr>
            <a:xfrm>
              <a:off x="536925" y="4742150"/>
              <a:ext cx="1172975" cy="583750"/>
            </a:xfrm>
            <a:custGeom>
              <a:rect b="b" l="l" r="r" t="t"/>
              <a:pathLst>
                <a:path extrusionOk="0" h="23350" w="46919">
                  <a:moveTo>
                    <a:pt x="0" y="0"/>
                  </a:moveTo>
                  <a:lnTo>
                    <a:pt x="0" y="1474"/>
                  </a:lnTo>
                  <a:lnTo>
                    <a:pt x="147" y="1621"/>
                  </a:lnTo>
                  <a:lnTo>
                    <a:pt x="1841" y="2726"/>
                  </a:lnTo>
                  <a:lnTo>
                    <a:pt x="3830" y="3978"/>
                  </a:lnTo>
                  <a:lnTo>
                    <a:pt x="6113" y="5230"/>
                  </a:lnTo>
                  <a:lnTo>
                    <a:pt x="8618" y="6556"/>
                  </a:lnTo>
                  <a:lnTo>
                    <a:pt x="11343" y="7955"/>
                  </a:lnTo>
                  <a:lnTo>
                    <a:pt x="14215" y="9355"/>
                  </a:lnTo>
                  <a:lnTo>
                    <a:pt x="20255" y="12154"/>
                  </a:lnTo>
                  <a:lnTo>
                    <a:pt x="26369" y="14879"/>
                  </a:lnTo>
                  <a:lnTo>
                    <a:pt x="32408" y="17457"/>
                  </a:lnTo>
                  <a:lnTo>
                    <a:pt x="42646" y="21729"/>
                  </a:lnTo>
                  <a:lnTo>
                    <a:pt x="46403" y="23349"/>
                  </a:lnTo>
                  <a:lnTo>
                    <a:pt x="46919" y="22244"/>
                  </a:lnTo>
                  <a:lnTo>
                    <a:pt x="43088" y="20624"/>
                  </a:lnTo>
                  <a:lnTo>
                    <a:pt x="32924" y="16426"/>
                  </a:lnTo>
                  <a:lnTo>
                    <a:pt x="26884" y="13848"/>
                  </a:lnTo>
                  <a:lnTo>
                    <a:pt x="20771" y="11122"/>
                  </a:lnTo>
                  <a:lnTo>
                    <a:pt x="14731" y="8324"/>
                  </a:lnTo>
                  <a:lnTo>
                    <a:pt x="11932" y="6924"/>
                  </a:lnTo>
                  <a:lnTo>
                    <a:pt x="9207" y="5598"/>
                  </a:lnTo>
                  <a:lnTo>
                    <a:pt x="6703" y="4272"/>
                  </a:lnTo>
                  <a:lnTo>
                    <a:pt x="4493" y="3020"/>
                  </a:lnTo>
                  <a:lnTo>
                    <a:pt x="2504" y="1768"/>
                  </a:lnTo>
                  <a:lnTo>
                    <a:pt x="810" y="663"/>
                  </a:lnTo>
                  <a:lnTo>
                    <a:pt x="0" y="0"/>
                  </a:lnTo>
                  <a:close/>
                </a:path>
              </a:pathLst>
            </a:custGeom>
            <a:solidFill>
              <a:schemeClr val="lt2"/>
            </a:solidFill>
            <a:ln>
              <a:noFill/>
            </a:ln>
          </p:spPr>
          <p:txBody>
            <a:bodyPr anchorCtr="0" anchor="ctr" bIns="129100" lIns="129100" spcFirstLastPara="1" rIns="129100" wrap="square" tIns="129100">
              <a:noAutofit/>
            </a:bodyPr>
            <a:lstStyle/>
            <a:p>
              <a:pPr indent="0" lvl="0" marL="0" rtl="0" algn="l">
                <a:spcBef>
                  <a:spcPts val="0"/>
                </a:spcBef>
                <a:spcAft>
                  <a:spcPts val="0"/>
                </a:spcAft>
                <a:buNone/>
              </a:pPr>
              <a:r>
                <a:t/>
              </a:r>
              <a:endParaRPr sz="1976">
                <a:solidFill>
                  <a:schemeClr val="lt2"/>
                </a:solidFill>
                <a:latin typeface="Nunito Sans"/>
                <a:ea typeface="Nunito Sans"/>
                <a:cs typeface="Nunito Sans"/>
                <a:sym typeface="Nunito Sans"/>
              </a:endParaRPr>
            </a:p>
          </p:txBody>
        </p:sp>
      </p:grpSp>
      <p:sp>
        <p:nvSpPr>
          <p:cNvPr id="1162" name="Google Shape;1162;p124"/>
          <p:cNvSpPr txBox="1"/>
          <p:nvPr>
            <p:ph type="title"/>
          </p:nvPr>
        </p:nvSpPr>
        <p:spPr>
          <a:xfrm>
            <a:off x="158092" y="228603"/>
            <a:ext cx="4296600" cy="5541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RECOMMENDATIONS</a:t>
            </a:r>
            <a:endParaRPr/>
          </a:p>
        </p:txBody>
      </p:sp>
      <p:graphicFrame>
        <p:nvGraphicFramePr>
          <p:cNvPr id="1163" name="Google Shape;1163;p124"/>
          <p:cNvGraphicFramePr/>
          <p:nvPr/>
        </p:nvGraphicFramePr>
        <p:xfrm>
          <a:off x="1403174" y="1870345"/>
          <a:ext cx="3000000" cy="3000000"/>
        </p:xfrm>
        <a:graphic>
          <a:graphicData uri="http://schemas.openxmlformats.org/drawingml/2006/table">
            <a:tbl>
              <a:tblPr>
                <a:noFill/>
                <a:tableStyleId>{E9A93264-B889-4CC9-B6D9-3ED02D0A5889}</a:tableStyleId>
              </a:tblPr>
              <a:tblGrid>
                <a:gridCol w="3077025"/>
                <a:gridCol w="3077025"/>
              </a:tblGrid>
              <a:tr h="381000">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KPI</a:t>
                      </a:r>
                      <a:endParaRPr b="1">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b="1" lang="en">
                          <a:solidFill>
                            <a:schemeClr val="dk1"/>
                          </a:solidFill>
                          <a:latin typeface="Nunito Sans"/>
                          <a:ea typeface="Nunito Sans"/>
                          <a:cs typeface="Nunito Sans"/>
                          <a:sym typeface="Nunito Sans"/>
                        </a:rPr>
                        <a:t>Target</a:t>
                      </a:r>
                      <a:endParaRPr b="1">
                        <a:solidFill>
                          <a:schemeClr val="dk1"/>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Average warehouse </a:t>
                      </a:r>
                      <a:r>
                        <a:rPr lang="en">
                          <a:solidFill>
                            <a:schemeClr val="dk1"/>
                          </a:solidFill>
                          <a:latin typeface="Nunito Sans"/>
                          <a:ea typeface="Nunito Sans"/>
                          <a:cs typeface="Nunito Sans"/>
                          <a:sym typeface="Nunito Sans"/>
                        </a:rPr>
                        <a:t>processing</a:t>
                      </a:r>
                      <a:r>
                        <a:rPr lang="en">
                          <a:solidFill>
                            <a:schemeClr val="dk1"/>
                          </a:solidFill>
                          <a:latin typeface="Nunito Sans"/>
                          <a:ea typeface="Nunito Sans"/>
                          <a:cs typeface="Nunito Sans"/>
                          <a:sym typeface="Nunito Sans"/>
                        </a:rPr>
                        <a:t> time </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 2 days</a:t>
                      </a:r>
                      <a:endParaRPr>
                        <a:solidFill>
                          <a:schemeClr val="dk1"/>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 orders processed within 2 days</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 80%</a:t>
                      </a:r>
                      <a:endParaRPr>
                        <a:solidFill>
                          <a:schemeClr val="dk1"/>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Average delivery time</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 3 days</a:t>
                      </a:r>
                      <a:endParaRPr>
                        <a:solidFill>
                          <a:schemeClr val="dk1"/>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 orders delivered within 3 days</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 80%</a:t>
                      </a:r>
                      <a:endParaRPr>
                        <a:solidFill>
                          <a:schemeClr val="dk1"/>
                        </a:solidFill>
                        <a:latin typeface="Nunito Sans"/>
                        <a:ea typeface="Nunito Sans"/>
                        <a:cs typeface="Nunito Sans"/>
                        <a:sym typeface="Nunito Sans"/>
                      </a:endParaRPr>
                    </a:p>
                  </a:txBody>
                  <a:tcPr marT="91425" marB="91425" marR="91425" marL="91425"/>
                </a:tc>
              </a:tr>
              <a:tr h="381000">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Express vs standard time saving</a:t>
                      </a:r>
                      <a:endParaRPr>
                        <a:solidFill>
                          <a:schemeClr val="dk1"/>
                        </a:solidFill>
                        <a:latin typeface="Nunito Sans"/>
                        <a:ea typeface="Nunito Sans"/>
                        <a:cs typeface="Nunito Sans"/>
                        <a:sym typeface="Nunito Sans"/>
                      </a:endParaRPr>
                    </a:p>
                  </a:txBody>
                  <a:tcPr marT="91425" marB="91425" marR="91425" marL="91425"/>
                </a:tc>
                <a:tc>
                  <a:txBody>
                    <a:bodyPr/>
                    <a:lstStyle/>
                    <a:p>
                      <a:pPr indent="0" lvl="0" marL="0" marR="0" rtl="0" algn="l">
                        <a:lnSpc>
                          <a:spcPct val="100000"/>
                        </a:lnSpc>
                        <a:spcBef>
                          <a:spcPts val="0"/>
                        </a:spcBef>
                        <a:spcAft>
                          <a:spcPts val="0"/>
                        </a:spcAft>
                        <a:buNone/>
                      </a:pPr>
                      <a:r>
                        <a:rPr lang="en">
                          <a:solidFill>
                            <a:schemeClr val="dk1"/>
                          </a:solidFill>
                          <a:latin typeface="Nunito Sans"/>
                          <a:ea typeface="Nunito Sans"/>
                          <a:cs typeface="Nunito Sans"/>
                          <a:sym typeface="Nunito Sans"/>
                        </a:rPr>
                        <a:t>Monitor monthly</a:t>
                      </a:r>
                      <a:endParaRPr>
                        <a:solidFill>
                          <a:schemeClr val="dk1"/>
                        </a:solidFill>
                        <a:latin typeface="Nunito Sans"/>
                        <a:ea typeface="Nunito Sans"/>
                        <a:cs typeface="Nunito Sans"/>
                        <a:sym typeface="Nunito Sans"/>
                      </a:endParaRPr>
                    </a:p>
                  </a:txBody>
                  <a:tcPr marT="91425" marB="91425" marR="91425" marL="91425"/>
                </a:tc>
              </a:tr>
            </a:tbl>
          </a:graphicData>
        </a:graphic>
      </p:graphicFrame>
      <p:sp>
        <p:nvSpPr>
          <p:cNvPr id="1164" name="Google Shape;1164;p124"/>
          <p:cNvSpPr txBox="1"/>
          <p:nvPr/>
        </p:nvSpPr>
        <p:spPr>
          <a:xfrm>
            <a:off x="2571425" y="1154104"/>
            <a:ext cx="49269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b="1" lang="en" sz="1800">
                <a:solidFill>
                  <a:schemeClr val="dk1"/>
                </a:solidFill>
                <a:latin typeface="Nunito Sans"/>
                <a:ea typeface="Nunito Sans"/>
                <a:cs typeface="Nunito Sans"/>
                <a:sym typeface="Nunito Sans"/>
              </a:rPr>
              <a:t>KPIs to track going forward…</a:t>
            </a:r>
            <a:endParaRPr b="1" sz="1600">
              <a:solidFill>
                <a:schemeClr val="dk1"/>
              </a:solidFill>
              <a:latin typeface="Nunito Sans"/>
              <a:ea typeface="Nunito Sans"/>
              <a:cs typeface="Nunito Sans"/>
              <a:sym typeface="Nunito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168" name="Shape 1168"/>
        <p:cNvGrpSpPr/>
        <p:nvPr/>
      </p:nvGrpSpPr>
      <p:grpSpPr>
        <a:xfrm>
          <a:off x="0" y="0"/>
          <a:ext cx="0" cy="0"/>
          <a:chOff x="0" y="0"/>
          <a:chExt cx="0" cy="0"/>
        </a:xfrm>
      </p:grpSpPr>
      <p:sp>
        <p:nvSpPr>
          <p:cNvPr id="1169" name="Google Shape;1169;p125"/>
          <p:cNvSpPr/>
          <p:nvPr/>
        </p:nvSpPr>
        <p:spPr>
          <a:xfrm>
            <a:off x="3448117" y="3693650"/>
            <a:ext cx="2247900" cy="400200"/>
          </a:xfrm>
          <a:prstGeom prst="round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solidFill>
                <a:schemeClr val="dk2"/>
              </a:solidFill>
              <a:latin typeface="Nunito Sans SemiBold"/>
              <a:ea typeface="Nunito Sans SemiBold"/>
              <a:cs typeface="Nunito Sans SemiBold"/>
              <a:sym typeface="Nunito Sans SemiBold"/>
            </a:endParaRPr>
          </a:p>
        </p:txBody>
      </p:sp>
      <p:sp>
        <p:nvSpPr>
          <p:cNvPr id="1170" name="Google Shape;1170;p125"/>
          <p:cNvSpPr txBox="1"/>
          <p:nvPr>
            <p:ph type="title"/>
          </p:nvPr>
        </p:nvSpPr>
        <p:spPr>
          <a:xfrm>
            <a:off x="1230200" y="1930281"/>
            <a:ext cx="6683700" cy="1726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Thank you!</a:t>
            </a:r>
            <a:endParaRPr/>
          </a:p>
        </p:txBody>
      </p:sp>
      <p:sp>
        <p:nvSpPr>
          <p:cNvPr id="1171" name="Google Shape;1171;p125"/>
          <p:cNvSpPr txBox="1"/>
          <p:nvPr>
            <p:ph idx="1" type="subTitle"/>
          </p:nvPr>
        </p:nvSpPr>
        <p:spPr>
          <a:xfrm>
            <a:off x="2398650" y="3667400"/>
            <a:ext cx="4346700" cy="452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Contact our team</a:t>
            </a:r>
            <a:endParaRPr/>
          </a:p>
        </p:txBody>
      </p:sp>
      <p:sp>
        <p:nvSpPr>
          <p:cNvPr id="1172" name="Google Shape;1172;p125"/>
          <p:cNvSpPr/>
          <p:nvPr/>
        </p:nvSpPr>
        <p:spPr>
          <a:xfrm>
            <a:off x="5282039" y="2736692"/>
            <a:ext cx="1182446" cy="37237"/>
          </a:xfrm>
          <a:custGeom>
            <a:rect b="b" l="l" r="r" t="t"/>
            <a:pathLst>
              <a:path extrusionOk="0" h="1814" w="57603">
                <a:moveTo>
                  <a:pt x="0" y="1814"/>
                </a:moveTo>
                <a:cubicBezTo>
                  <a:pt x="19211" y="1814"/>
                  <a:pt x="38392" y="0"/>
                  <a:pt x="57603" y="0"/>
                </a:cubicBezTo>
              </a:path>
            </a:pathLst>
          </a:custGeom>
          <a:noFill/>
          <a:ln cap="flat" cmpd="sng" w="19050">
            <a:solidFill>
              <a:schemeClr val="dk2"/>
            </a:solidFill>
            <a:prstDash val="solid"/>
            <a:round/>
            <a:headEnd len="med" w="med" type="none"/>
            <a:tailEnd len="med" w="med" type="none"/>
          </a:ln>
        </p:spPr>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26"/>
          <p:cNvSpPr txBox="1"/>
          <p:nvPr>
            <p:ph type="title"/>
          </p:nvPr>
        </p:nvSpPr>
        <p:spPr>
          <a:xfrm>
            <a:off x="228600" y="256925"/>
            <a:ext cx="57072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Size of an Order:</a:t>
            </a:r>
            <a:endParaRPr/>
          </a:p>
          <a:p>
            <a:pPr indent="0" lvl="0" marL="0" rtl="0" algn="l">
              <a:spcBef>
                <a:spcPts val="0"/>
              </a:spcBef>
              <a:spcAft>
                <a:spcPts val="0"/>
              </a:spcAft>
              <a:buNone/>
            </a:pPr>
            <a:r>
              <a:rPr lang="en">
                <a:solidFill>
                  <a:srgbClr val="EA9999"/>
                </a:solidFill>
              </a:rPr>
              <a:t>doesn</a:t>
            </a:r>
            <a:r>
              <a:rPr lang="en">
                <a:solidFill>
                  <a:srgbClr val="EA9999"/>
                </a:solidFill>
              </a:rPr>
              <a:t>'t matter</a:t>
            </a:r>
            <a:endParaRPr>
              <a:solidFill>
                <a:srgbClr val="EA9999"/>
              </a:solidFill>
            </a:endParaRPr>
          </a:p>
        </p:txBody>
      </p:sp>
      <p:pic>
        <p:nvPicPr>
          <p:cNvPr id="1178" name="Google Shape;1178;p126"/>
          <p:cNvPicPr preferRelativeResize="0"/>
          <p:nvPr/>
        </p:nvPicPr>
        <p:blipFill rotWithShape="1">
          <a:blip r:embed="rId3">
            <a:alphaModFix/>
          </a:blip>
          <a:srcRect b="50956" l="0" r="0" t="0"/>
          <a:stretch/>
        </p:blipFill>
        <p:spPr>
          <a:xfrm>
            <a:off x="228600" y="1303625"/>
            <a:ext cx="5925749" cy="1733750"/>
          </a:xfrm>
          <a:prstGeom prst="rect">
            <a:avLst/>
          </a:prstGeom>
          <a:noFill/>
          <a:ln>
            <a:noFill/>
          </a:ln>
        </p:spPr>
      </p:pic>
      <p:pic>
        <p:nvPicPr>
          <p:cNvPr id="1179" name="Google Shape;1179;p126"/>
          <p:cNvPicPr preferRelativeResize="0"/>
          <p:nvPr/>
        </p:nvPicPr>
        <p:blipFill rotWithShape="1">
          <a:blip r:embed="rId4">
            <a:alphaModFix/>
          </a:blip>
          <a:srcRect b="47123" l="0" r="66387" t="3362"/>
          <a:stretch/>
        </p:blipFill>
        <p:spPr>
          <a:xfrm>
            <a:off x="6484232" y="1303625"/>
            <a:ext cx="2143647" cy="1793750"/>
          </a:xfrm>
          <a:prstGeom prst="rect">
            <a:avLst/>
          </a:prstGeom>
          <a:noFill/>
          <a:ln>
            <a:noFill/>
          </a:ln>
        </p:spPr>
      </p:pic>
      <p:sp>
        <p:nvSpPr>
          <p:cNvPr id="1180" name="Google Shape;1180;p126"/>
          <p:cNvSpPr txBox="1"/>
          <p:nvPr/>
        </p:nvSpPr>
        <p:spPr>
          <a:xfrm>
            <a:off x="228600" y="3555250"/>
            <a:ext cx="6782400" cy="127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There are many small orders (below 10) and very few pretty big orders (probably, just outliers), and we wanted to check if the size of the order affects the warehouse processing time.</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b="1" lang="en" sz="1200">
                <a:solidFill>
                  <a:srgbClr val="EA9999"/>
                </a:solidFill>
                <a:latin typeface="Nunito Sans"/>
                <a:ea typeface="Nunito Sans"/>
                <a:cs typeface="Nunito Sans"/>
                <a:sym typeface="Nunito Sans"/>
              </a:rPr>
              <a:t>Nope</a:t>
            </a:r>
            <a:r>
              <a:rPr lang="en" sz="1200">
                <a:solidFill>
                  <a:schemeClr val="dk1"/>
                </a:solidFill>
                <a:latin typeface="Nunito Sans"/>
                <a:ea typeface="Nunito Sans"/>
                <a:cs typeface="Nunito Sans"/>
                <a:sym typeface="Nunito Sans"/>
              </a:rPr>
              <a:t>! It doesn't really.</a:t>
            </a:r>
            <a:endParaRPr sz="1200">
              <a:solidFill>
                <a:schemeClr val="dk1"/>
              </a:solidFill>
              <a:latin typeface="Nunito Sans"/>
              <a:ea typeface="Nunito Sans"/>
              <a:cs typeface="Nunito Sans"/>
              <a:sym typeface="Nunito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27"/>
          <p:cNvSpPr txBox="1"/>
          <p:nvPr>
            <p:ph type="title"/>
          </p:nvPr>
        </p:nvSpPr>
        <p:spPr>
          <a:xfrm>
            <a:off x="228600" y="256925"/>
            <a:ext cx="5707200" cy="10467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Do We Need More Truck Days?</a:t>
            </a:r>
            <a:endParaRPr/>
          </a:p>
          <a:p>
            <a:pPr indent="0" lvl="0" marL="0" rtl="0" algn="l">
              <a:spcBef>
                <a:spcPts val="0"/>
              </a:spcBef>
              <a:spcAft>
                <a:spcPts val="0"/>
              </a:spcAft>
              <a:buNone/>
            </a:pPr>
            <a:r>
              <a:rPr lang="en">
                <a:solidFill>
                  <a:schemeClr val="lt2"/>
                </a:solidFill>
              </a:rPr>
              <a:t>maybe</a:t>
            </a:r>
            <a:endParaRPr>
              <a:solidFill>
                <a:schemeClr val="lt2"/>
              </a:solidFill>
            </a:endParaRPr>
          </a:p>
        </p:txBody>
      </p:sp>
      <p:sp>
        <p:nvSpPr>
          <p:cNvPr id="1186" name="Google Shape;1186;p127"/>
          <p:cNvSpPr txBox="1"/>
          <p:nvPr/>
        </p:nvSpPr>
        <p:spPr>
          <a:xfrm>
            <a:off x="4784650" y="1456025"/>
            <a:ext cx="3732600" cy="3273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Nunito Sans"/>
                <a:ea typeface="Nunito Sans"/>
                <a:cs typeface="Nunito Sans"/>
                <a:sym typeface="Nunito Sans"/>
              </a:rPr>
              <a:t>The most orders are being picked up on Monday (</a:t>
            </a:r>
            <a:r>
              <a:rPr lang="en" sz="1200">
                <a:solidFill>
                  <a:schemeClr val="lt2"/>
                </a:solidFill>
                <a:latin typeface="Nunito Sans"/>
                <a:ea typeface="Nunito Sans"/>
                <a:cs typeface="Nunito Sans"/>
                <a:sym typeface="Nunito Sans"/>
              </a:rPr>
              <a:t>45.6% of </a:t>
            </a:r>
            <a:r>
              <a:rPr b="1" lang="en" sz="1200">
                <a:solidFill>
                  <a:schemeClr val="lt2"/>
                </a:solidFill>
                <a:latin typeface="Nunito Sans"/>
                <a:ea typeface="Nunito Sans"/>
                <a:cs typeface="Nunito Sans"/>
                <a:sym typeface="Nunito Sans"/>
              </a:rPr>
              <a:t>all orders</a:t>
            </a:r>
            <a:r>
              <a:rPr lang="en" sz="1200">
                <a:solidFill>
                  <a:schemeClr val="dk1"/>
                </a:solidFill>
                <a:latin typeface="Nunito Sans"/>
                <a:ea typeface="Nunito Sans"/>
                <a:cs typeface="Nunito Sans"/>
                <a:sym typeface="Nunito Sans"/>
              </a:rPr>
              <a:t>).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It would be nice either to process weekend orders on Sat or Sunday</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OR</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t/>
            </a:r>
            <a:endParaRPr sz="1200">
              <a:solidFill>
                <a:schemeClr val="dk1"/>
              </a:solidFill>
              <a:latin typeface="Nunito Sans"/>
              <a:ea typeface="Nunito Sans"/>
              <a:cs typeface="Nunito Sans"/>
              <a:sym typeface="Nunito Sans"/>
            </a:endParaRPr>
          </a:p>
          <a:p>
            <a:pPr indent="0" lvl="0" marL="0" rtl="0" algn="l">
              <a:spcBef>
                <a:spcPts val="0"/>
              </a:spcBef>
              <a:spcAft>
                <a:spcPts val="0"/>
              </a:spcAft>
              <a:buNone/>
            </a:pPr>
            <a:r>
              <a:rPr lang="en" sz="1200">
                <a:solidFill>
                  <a:schemeClr val="dk1"/>
                </a:solidFill>
                <a:latin typeface="Nunito Sans"/>
                <a:ea typeface="Nunito Sans"/>
                <a:cs typeface="Nunito Sans"/>
                <a:sym typeface="Nunito Sans"/>
              </a:rPr>
              <a:t>Have pick ups on Tuesday as well.</a:t>
            </a:r>
            <a:endParaRPr sz="1200">
              <a:solidFill>
                <a:schemeClr val="dk1"/>
              </a:solidFill>
              <a:latin typeface="Nunito Sans"/>
              <a:ea typeface="Nunito Sans"/>
              <a:cs typeface="Nunito Sans"/>
              <a:sym typeface="Nunito Sans"/>
            </a:endParaRPr>
          </a:p>
        </p:txBody>
      </p:sp>
      <p:pic>
        <p:nvPicPr>
          <p:cNvPr id="1187" name="Google Shape;1187;p127"/>
          <p:cNvPicPr preferRelativeResize="0"/>
          <p:nvPr/>
        </p:nvPicPr>
        <p:blipFill>
          <a:blip r:embed="rId3">
            <a:alphaModFix/>
          </a:blip>
          <a:stretch>
            <a:fillRect/>
          </a:stretch>
        </p:blipFill>
        <p:spPr>
          <a:xfrm>
            <a:off x="351750" y="1522478"/>
            <a:ext cx="4341075" cy="29742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rketing Plan Presentation [Style 1]">
  <a:themeElements>
    <a:clrScheme name="Simple Light">
      <a:dk1>
        <a:srgbClr val="FFFFFF"/>
      </a:dk1>
      <a:lt1>
        <a:srgbClr val="07363B"/>
      </a:lt1>
      <a:dk2>
        <a:srgbClr val="1F1F1F"/>
      </a:dk2>
      <a:lt2>
        <a:srgbClr val="30E8B0"/>
      </a:lt2>
      <a:accent1>
        <a:srgbClr val="6AD1FA"/>
      </a:accent1>
      <a:accent2>
        <a:srgbClr val="C3A1F8"/>
      </a:accent2>
      <a:accent3>
        <a:srgbClr val="F96E0C"/>
      </a:accent3>
      <a:accent4>
        <a:srgbClr val="EBEE68"/>
      </a:accent4>
      <a:accent5>
        <a:srgbClr val="93A2A2"/>
      </a:accent5>
      <a:accent6>
        <a:srgbClr val="454B4B"/>
      </a:accent6>
      <a:hlink>
        <a:srgbClr val="30E8B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Market Research Review | Bento">
  <a:themeElements>
    <a:clrScheme name="Simple Light">
      <a:dk1>
        <a:srgbClr val="F0F0F0"/>
      </a:dk1>
      <a:lt1>
        <a:srgbClr val="3D3D3D"/>
      </a:lt1>
      <a:dk2>
        <a:srgbClr val="FFBDE9"/>
      </a:dk2>
      <a:lt2>
        <a:srgbClr val="FFFCFA"/>
      </a:lt2>
      <a:accent1>
        <a:srgbClr val="FE5418"/>
      </a:accent1>
      <a:accent2>
        <a:srgbClr val="5237E6"/>
      </a:accent2>
      <a:accent3>
        <a:srgbClr val="7DDA92"/>
      </a:accent3>
      <a:accent4>
        <a:srgbClr val="B8A7FF"/>
      </a:accent4>
      <a:accent5>
        <a:srgbClr val="039366"/>
      </a:accent5>
      <a:accent6>
        <a:srgbClr val="E992D5"/>
      </a:accent6>
      <a:hlink>
        <a:srgbClr val="E1E5E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